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f030b65e264af9" /><Relationship Type="http://schemas.openxmlformats.org/officeDocument/2006/relationships/extended-properties" Target="/docProps/app.xml" Id="R7184aa9e8d464690" /><Relationship Type="http://schemas.openxmlformats.org/officeDocument/2006/relationships/officeDocument" Target="/ppt/presentation.xml" Id="Rc93afd126d774c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64e620741a4f53"/>
  </p:sldMasterIdLst>
  <p:notesMasterIdLst>
    <p:notesMasterId xmlns:r="http://schemas.openxmlformats.org/officeDocument/2006/relationships" r:id="Rcae22272883f4381"/>
  </p:notesMasterIdLst>
  <p:sldIdLst>
    <p:sldId xmlns:r="http://schemas.openxmlformats.org/officeDocument/2006/relationships" id="256" r:id="R6a58db7907ef46df"/>
    <p:sldId xmlns:r="http://schemas.openxmlformats.org/officeDocument/2006/relationships" id="257" r:id="Rdd681a5a12d540ed"/>
    <p:sldId xmlns:r="http://schemas.openxmlformats.org/officeDocument/2006/relationships" id="258" r:id="Re1314c77d92f4f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f1adecc10a47a8" /><Relationship Type="http://schemas.openxmlformats.org/officeDocument/2006/relationships/slideMaster" Target="/ppt/slideMasters/slideMaster1.xml" Id="Rcc64e620741a4f53" /><Relationship Type="http://schemas.openxmlformats.org/officeDocument/2006/relationships/notesMaster" Target="/ppt/notesMasters/notesMaster1.xml" Id="Rcae22272883f4381" /><Relationship Type="http://schemas.openxmlformats.org/officeDocument/2006/relationships/presProps" Target="/ppt/presProps.xml" Id="Racc43e7cec254aba" /><Relationship Type="http://schemas.openxmlformats.org/officeDocument/2006/relationships/tableStyles" Target="/ppt/tableStyles.xml" Id="R27f8651f22be43a3" /><Relationship Type="http://schemas.openxmlformats.org/officeDocument/2006/relationships/slide" Target="/ppt/slides/slide1.xml" Id="R6a58db7907ef46df" /><Relationship Type="http://schemas.openxmlformats.org/officeDocument/2006/relationships/slide" Target="/ppt/slides/slide2.xml" Id="Rdd681a5a12d540ed" /><Relationship Type="http://schemas.openxmlformats.org/officeDocument/2006/relationships/slide" Target="/ppt/slides/slide3.xml" Id="Re1314c77d92f4f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595abc137842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32de8b19d14a05" /><Relationship Type="http://schemas.openxmlformats.org/officeDocument/2006/relationships/notesMaster" Target="/ppt/notesMasters/notesMaster1.xml" Id="R8b0a89ebfb554c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e4ce458e064f9e" /><Relationship Type="http://schemas.openxmlformats.org/officeDocument/2006/relationships/notesMaster" Target="/ppt/notesMasters/notesMaster1.xml" Id="R4865bcde695a4e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a0834ad3f84461" /><Relationship Type="http://schemas.openxmlformats.org/officeDocument/2006/relationships/notesMaster" Target="/ppt/notesMasters/notesMaster1.xml" Id="R76b19510dda84d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Reviewed GitHub main 086484a and binder branch 95507e6 on 2026-10-17. Stage 1 precomputed HG002 export and independent replay are reported in main README and docs/stage-one.md. Raw DNA/RNA workflow adapters remain unqualified for full cases. Stage 2 implements exact-sequence lookup and folding adapters; do not claim every backend was run here. Current direct protein intake bypasses the CDS-based Step 2 API and accepts full sequences without automatic signal peptide trimming. BoltzGen supports sequence and structure inputs, with no specified epitope. The public PD-L1 runs establish pipeline execution, not measured binding. Uniqueness refers to deduplicated protein sequences, not experimentally established variant-specific binders. Selectivity against reference proteins or other targets is not established. No new binder run was performed for the supplied CCL26 JSON.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https://github.com/bmwoolf/bespoke-bio/blob/086484a/README.md</a:t>
            </a:r>
          </a:p>
          <a:p xmlns:a="http://schemas.openxmlformats.org/drawingml/2006/main">
            <a:r>
              <a:t>https://github.com/bmwoolf/bespoke-bio/blob/086484a/docs/stage-one.md</a:t>
            </a:r>
          </a:p>
          <a:p xmlns:a="http://schemas.openxmlformats.org/drawingml/2006/main">
            <a:r>
              <a:t>https://github.com/bmwoolf/bespoke-bio/blob/086484a/src/bespoke_bio/api.py</a:t>
            </a:r>
          </a:p>
          <a:p xmlns:a="http://schemas.openxmlformats.org/drawingml/2006/main">
            <a:r>
              <a:t>https://github.com/bmwoolf/bespoke-bio/blob/95507e6/docs/STATUS.md</a:t>
            </a:r>
          </a:p>
          <a:p xmlns:a="http://schemas.openxmlformats.org/drawingml/2006/main">
            <a:r>
              <a:t>https://github.com/bmwoolf/bespoke-bio/blob/95507e6/src/biocad/service.py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small pipeline smoke tests, not an estimate of binder hit rate. Structure-input run: 2 candidates, 1 passed, ipTM 0.3046 and 0.2925. Rejected candidate failed filter_rmsd at 2.6117 Å against the configured 2.5 Å threshold. Sequence-only HTTP run shown: 1 candidate, passed, complex recovery RMSD 0.8308 Å, binder-alone recovery 1.3318 Å, ipTM 0.4104, ESMFold2 minimum ipSAE 0.172. Managed shared-service run: 1 candidate, passed, ipTM 0.2009, ESMFold2 minimum ipSAE 0.0148; verified result download and worker deletion. Counts total 4 generated candidates and 3 native filter passes across 3 completed runs. Failed startup attempts are not included. No measured affinity, binding assay, reference-vs-variant specificity or off-target panel is available. CCL26 integration preparation did not perform inference. The image uses actual refolded predicted coordinates from binder_5c7000a0e62fb0de/complex.cif, rendered with Mol*: chain A 75 residues teal, chain B 115 residues orange. Geometry recovery tests whether refolding reproduces the design, not whether the proteins bind in a laboratory.</a:t>
            </a:r>
          </a:p>
          <a:p xmlns:a="http://schemas.openxmlformats.org/drawingml/2006/main">
            <a:r>
              <a:t>Sources: https://github.com/bmwoolf/bespoke-bio/blob/95507e6/examples/boltzgen_results/summary.json</a:t>
            </a:r>
          </a:p>
          <a:p xmlns:a="http://schemas.openxmlformats.org/drawingml/2006/main">
            <a:r>
              <a:t>https://github.com/bmwoolf/bespoke-bio/blob/95507e6/examples/boltzgen_api_results/summary.json</a:t>
            </a:r>
          </a:p>
          <a:p xmlns:a="http://schemas.openxmlformats.org/drawingml/2006/main">
            <a:r>
              <a:t>https://github.com/bmwoolf/bespoke-bio/blob/95507e6/examples/shared_service_smoke/summary.json</a:t>
            </a:r>
          </a:p>
          <a:p xmlns:a="http://schemas.openxmlformats.org/drawingml/2006/main">
            <a:r>
              <a:t>https://github.com/bmwoolf/bespoke-bio/blob/95507e6/examples/boltzgen_api_results/bundle/binder_5c7000a0e62fb0de/complex.cif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User-proposed future concept: the entire loop operates in the field. A soldier or medic provides a sample; edge omics sensing sends a compact reference-linked report to local field computing; analysis informs bespoke peptide synthesis or formulation in a portable field lab; delivery to the medic enables treatment and reassessment, feeding back into the loop. On-the-fly bespoke synthesis is the intended capability, not a demonstrated current clinical capability. New treatments require efficacy, safety, clinical review and manufacturing quality validation. The current project has demonstrated computational pipeline operation, not this field medical system. Figure is a conceptual diagram, not actual equipment. Foldseek omitted.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5fa577d92640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10cc244c1e45f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a3ce5f49b04a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34713a8b4f4e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d4fbd4f322425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0016b90c0448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566DE3-7062-4546-8AD6-99D384AD2C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85851FD-07BC-487C-9756-50D24BE0AA9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7798CB3-EA3E-48D2-8B01-615D6C8B9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4FEB96-DA5B-49EF-B481-DD106FA416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694511D-1F6D-4D97-B7E4-C89A839735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A551CFC-9AB1-495A-992A-ED690D424E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F26A3CA-1DA9-4314-BE6B-24EA37BC9F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D1B9039-528C-48FF-8849-395DCA2249C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CE7FAF-331A-4FA4-B23E-251A24D980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33DF296-BA7C-400E-8689-58D936C138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15787b246f4903" /><Relationship Type="http://schemas.openxmlformats.org/officeDocument/2006/relationships/slideLayout" Target="/ppt/slideLayouts/slideLayout1.xml" Id="Ra761d3c0adc64c16" /><Relationship Type="http://schemas.openxmlformats.org/officeDocument/2006/relationships/slideLayout" Target="/ppt/slideLayouts/slideLayout2.xml" Id="Rd268e9f8dc344103" /><Relationship Type="http://schemas.openxmlformats.org/officeDocument/2006/relationships/slideLayout" Target="/ppt/slideLayouts/slideLayout3.xml" Id="R75f94b56f7a143fd" /><Relationship Type="http://schemas.openxmlformats.org/officeDocument/2006/relationships/slideLayout" Target="/ppt/slideLayouts/slideLayout4.xml" Id="Rf591debea6a24dd1" /><Relationship Type="http://schemas.openxmlformats.org/officeDocument/2006/relationships/slideLayout" Target="/ppt/slideLayouts/slideLayout5.xml" Id="R804db0e9f1c241df" /><Relationship Type="http://schemas.openxmlformats.org/officeDocument/2006/relationships/slideLayout" Target="/ppt/slideLayouts/slideLayout6.xml" Id="Rddf2a63118f448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61d3c0adc64c16"/>
    <p:sldLayoutId xmlns:r="http://schemas.openxmlformats.org/officeDocument/2006/relationships" id="2147483650" r:id="Rd268e9f8dc344103"/>
    <p:sldLayoutId xmlns:r="http://schemas.openxmlformats.org/officeDocument/2006/relationships" id="2147483651" r:id="R75f94b56f7a143fd"/>
    <p:sldLayoutId xmlns:r="http://schemas.openxmlformats.org/officeDocument/2006/relationships" id="2147483652" r:id="Rf591debea6a24dd1"/>
    <p:sldLayoutId xmlns:r="http://schemas.openxmlformats.org/officeDocument/2006/relationships" id="2147483653" r:id="R804db0e9f1c241df"/>
    <p:sldLayoutId xmlns:r="http://schemas.openxmlformats.org/officeDocument/2006/relationships" id="2147483654" r:id="Rddf2a63118f448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101b7201864100" /><Relationship Type="http://schemas.openxmlformats.org/officeDocument/2006/relationships/notesSlide" Target="/ppt/notesSlides/notesSlide1.xml" Id="Ra29c2a7afb8243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0a2775e2d74043" /><Relationship Type="http://schemas.openxmlformats.org/officeDocument/2006/relationships/image" Target="/ppt/media/image.png" Id="Ra269fe2df2a04229" /><Relationship Type="http://schemas.openxmlformats.org/officeDocument/2006/relationships/notesSlide" Target="/ppt/notesSlides/notesSlide2.xml" Id="R96f30d869d5045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2353dfa9af4fa9" /><Relationship Type="http://schemas.openxmlformats.org/officeDocument/2006/relationships/notesSlide" Target="/ppt/notesSlides/notesSlide3.xml" Id="Rb596a9b9f21443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C1F278-8A19-403A-A483-2D63FB0D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Bespoke Bio: current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59E09-1CA7-4183-8AD1-8474F2E2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Personalized protein sequences and computational binder candidates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CDCBC-BEFC-4ACA-B4E8-BED325AA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4CD6F-AB41-4E42-B09C-2416047F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90800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Evidence to proteins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39C45-25E5-4255-9F67-CAB32EF1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333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Resolve supported alleles from variant evidence. Translate complete protein sequences and retain donor / transcript provenance.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35E93-C438-4B2D-8C2D-1D88398F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Output: protein JSON + FASTA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B29E8-4030-4CB3-A2A4-2E5D8969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F9871D-BEC3-4998-A777-6B6A1AED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90800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Target structures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1F6EE-C217-475C-88D9-B5F6F3B1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38500"/>
            <a:ext cx="333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Reuse exact matching structures or predict each unique sequence with Boltz-2, ESMFold or OpenFold.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810E41-C131-47F6-9B61-362927AB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Output: structures + confidence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E6B42-9006-469C-8216-2E03CF71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FEB38A-A9F0-49A6-BA87-F0276C9F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90800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Binder design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102745-C9CC-420D-B32B-66BB65C4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333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BoltzGen generates candidate binders, predicts complexes and evaluates folding and interface quality.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E3BED-97BA-4C15-99BC-A3DA506C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625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Output: sequences + ranked models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349599-0477-495A-87CF-0E0A71DB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626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Live shortcut: protein JSON can enter the binder API directly, without a separate folding job.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6F852-7397-44E6-9C0E-88D3BFAF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43625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Verified: HG002 protein export and public-target binder runs. Raw-read qualification and variant selectivity remain open.</a:t>
            </a:r>
          </a:p>
        </p:txBody>
      </p:sp>
    </p:spTree>
    <p:extLst>
      <p:ext uri="{BB962C8B-B14F-4D97-AF65-F5344CB8AC3E}">
        <p14:creationId xmlns:p14="http://schemas.microsoft.com/office/powerpoint/2010/main" val="8137973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9A5CD-D026-416F-95F1-F8A02B58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PD-L1 binder tests: results so far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3B3D8B-E1A5-434D-9BF5-FFEE5F71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6205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Three completed BoltzGen GPU runs, four candidate binders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4F11F-117F-46D9-85AF-71C1208B60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9fe2df2a04229"/>
          <a:stretch xmlns:a="http://schemas.openxmlformats.org/drawingml/2006/main"/>
        </p:blipFill>
        <p:spPr>
          <a:xfrm xmlns:a="http://schemas.openxmlformats.org/drawingml/2006/main">
            <a:off x="991277" y="1847850"/>
            <a:ext cx="4208697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41AE1-96DA-4AF8-ABAC-E8CC08D4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007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B5661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B5661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56615"/>
                </a:solidFill>
                <a:latin typeface="Arial"/>
                <a:ea typeface="Arial"/>
                <a:cs typeface="Arial"/>
              </a:rPr>
              <a:t>PD-L1 target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CEA25-B16B-45CF-8B94-1C8187F5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007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Designed binder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5BC3B-1C92-43F0-A701-12D37495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29325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Predicted complex from the sequence-only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D482E-C65E-42F9-8F5F-7572EC37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47A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7A78"/>
                </a:solidFill>
                <a:latin typeface="Arial"/>
                <a:ea typeface="Arial"/>
                <a:cs typeface="Arial"/>
              </a:rPr>
              <a:t>What worked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5D680-BC31-4629-BF53-4562C54C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All seven pipeline stages completed. The shared API also downloaded results and deleted its GPU worker.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8B18F-B728-4761-AD88-C31F71B8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8140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What passed / failed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2F92B-244B-451C-8C55-099B5B8B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5334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3 of 4 passed native filters. One refolded too far from its design: RMSD 2.61 Å (limit 2.5 Å).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B90C4-A58A-490D-8C19-296193D2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What remains unproven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76804-35B7-4767-8D9A-9B9026D2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3880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Interface confidence was low to modest (ipTM 0.20–0.41). Binding, affinity and variant selectivity need validation.</a:t>
            </a:r>
          </a:p>
        </p:txBody>
      </p:sp>
    </p:spTree>
    <p:extLst>
      <p:ext uri="{BB962C8B-B14F-4D97-AF65-F5344CB8AC3E}">
        <p14:creationId xmlns:p14="http://schemas.microsoft.com/office/powerpoint/2010/main" val="20071585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188A3A-7131-48B3-9995-D3685468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667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34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4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Vision: field care loop</a:t>
            </a:r>
          </a:p>
        </p:txBody>
      </p:sp>
      <p:sp>
        <p:nvSpPr>
          <p:cNvPr id="2" name="soldier">
            <a:extLst xmlns:a="http://schemas.openxmlformats.org/drawingml/2006/main">
              <a:ext uri="{FF2B5EF4-FFF2-40B4-BE49-F238E27FC236}">
                <a16:creationId xmlns:a16="http://schemas.microsoft.com/office/drawing/2014/main" id="{02A97F5C-D96B-4098-9F52-3F40FD73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66800"/>
            <a:ext cx="2619375" cy="1619250"/>
          </a:xfrm>
          <a:custGeom xmlns:a="http://schemas.openxmlformats.org/drawingml/2006/main">
            <a:pathLst>
              <a:path w="2619375" h="1619250">
                <a:moveTo>
                  <a:pt x="1952625" y="876300"/>
                </a:moveTo>
                <a:lnTo>
                  <a:pt x="1943100" y="847725"/>
                </a:lnTo>
                <a:lnTo>
                  <a:pt x="1933575" y="847725"/>
                </a:lnTo>
                <a:lnTo>
                  <a:pt x="1924050" y="800100"/>
                </a:lnTo>
                <a:lnTo>
                  <a:pt x="1905000" y="800100"/>
                </a:lnTo>
                <a:lnTo>
                  <a:pt x="1905000" y="819150"/>
                </a:lnTo>
                <a:lnTo>
                  <a:pt x="1895475" y="819150"/>
                </a:lnTo>
                <a:lnTo>
                  <a:pt x="1895475" y="838200"/>
                </a:lnTo>
                <a:lnTo>
                  <a:pt x="1885950" y="838200"/>
                </a:lnTo>
                <a:lnTo>
                  <a:pt x="1866900" y="895350"/>
                </a:lnTo>
                <a:lnTo>
                  <a:pt x="1847850" y="904875"/>
                </a:lnTo>
                <a:lnTo>
                  <a:pt x="1838325" y="942975"/>
                </a:lnTo>
                <a:lnTo>
                  <a:pt x="1819275" y="952500"/>
                </a:lnTo>
                <a:lnTo>
                  <a:pt x="1819275" y="971550"/>
                </a:lnTo>
                <a:lnTo>
                  <a:pt x="1800225" y="981075"/>
                </a:lnTo>
                <a:lnTo>
                  <a:pt x="1800225" y="1000125"/>
                </a:lnTo>
                <a:lnTo>
                  <a:pt x="1790700" y="1000125"/>
                </a:lnTo>
                <a:lnTo>
                  <a:pt x="1762125" y="1038225"/>
                </a:lnTo>
                <a:lnTo>
                  <a:pt x="1743075" y="1038225"/>
                </a:lnTo>
                <a:lnTo>
                  <a:pt x="1743075" y="1047750"/>
                </a:lnTo>
                <a:lnTo>
                  <a:pt x="1609725" y="1038225"/>
                </a:lnTo>
                <a:lnTo>
                  <a:pt x="1609725" y="1028700"/>
                </a:lnTo>
                <a:lnTo>
                  <a:pt x="1562100" y="1028700"/>
                </a:lnTo>
                <a:lnTo>
                  <a:pt x="1562100" y="1019175"/>
                </a:lnTo>
                <a:lnTo>
                  <a:pt x="1476375" y="1009650"/>
                </a:lnTo>
                <a:lnTo>
                  <a:pt x="1476375" y="1000125"/>
                </a:lnTo>
                <a:lnTo>
                  <a:pt x="1447800" y="1000125"/>
                </a:lnTo>
                <a:lnTo>
                  <a:pt x="1447800" y="990600"/>
                </a:lnTo>
                <a:lnTo>
                  <a:pt x="1400175" y="990600"/>
                </a:lnTo>
                <a:lnTo>
                  <a:pt x="1400175" y="1000125"/>
                </a:lnTo>
                <a:lnTo>
                  <a:pt x="1371600" y="1000125"/>
                </a:lnTo>
                <a:lnTo>
                  <a:pt x="1371600" y="1009650"/>
                </a:lnTo>
                <a:lnTo>
                  <a:pt x="1323975" y="1000125"/>
                </a:lnTo>
                <a:lnTo>
                  <a:pt x="1323975" y="990600"/>
                </a:lnTo>
                <a:lnTo>
                  <a:pt x="1285875" y="990600"/>
                </a:lnTo>
                <a:lnTo>
                  <a:pt x="1266825" y="1019175"/>
                </a:lnTo>
                <a:lnTo>
                  <a:pt x="1247775" y="1019175"/>
                </a:lnTo>
                <a:lnTo>
                  <a:pt x="1238250" y="1038225"/>
                </a:lnTo>
                <a:lnTo>
                  <a:pt x="1219200" y="1038225"/>
                </a:lnTo>
                <a:lnTo>
                  <a:pt x="1200150" y="1066800"/>
                </a:lnTo>
                <a:lnTo>
                  <a:pt x="1181100" y="1066800"/>
                </a:lnTo>
                <a:lnTo>
                  <a:pt x="1171575" y="1085850"/>
                </a:lnTo>
                <a:lnTo>
                  <a:pt x="1133475" y="1095375"/>
                </a:lnTo>
                <a:lnTo>
                  <a:pt x="1123950" y="1076325"/>
                </a:lnTo>
                <a:lnTo>
                  <a:pt x="1133475" y="1076325"/>
                </a:lnTo>
                <a:lnTo>
                  <a:pt x="1152525" y="1047750"/>
                </a:lnTo>
                <a:lnTo>
                  <a:pt x="1171575" y="1047750"/>
                </a:lnTo>
                <a:lnTo>
                  <a:pt x="1190625" y="1019175"/>
                </a:lnTo>
                <a:lnTo>
                  <a:pt x="1209675" y="1019175"/>
                </a:lnTo>
                <a:lnTo>
                  <a:pt x="1219200" y="1000125"/>
                </a:lnTo>
                <a:lnTo>
                  <a:pt x="1238250" y="1000125"/>
                </a:lnTo>
                <a:lnTo>
                  <a:pt x="1257300" y="971550"/>
                </a:lnTo>
                <a:lnTo>
                  <a:pt x="1285875" y="962025"/>
                </a:lnTo>
                <a:lnTo>
                  <a:pt x="1285875" y="923925"/>
                </a:lnTo>
                <a:lnTo>
                  <a:pt x="1295400" y="923925"/>
                </a:lnTo>
                <a:lnTo>
                  <a:pt x="1295400" y="904875"/>
                </a:lnTo>
                <a:lnTo>
                  <a:pt x="1304925" y="904875"/>
                </a:lnTo>
                <a:lnTo>
                  <a:pt x="1323975" y="876300"/>
                </a:lnTo>
                <a:lnTo>
                  <a:pt x="1400175" y="876300"/>
                </a:lnTo>
                <a:lnTo>
                  <a:pt x="1400175" y="885825"/>
                </a:lnTo>
                <a:lnTo>
                  <a:pt x="1428750" y="895350"/>
                </a:lnTo>
                <a:lnTo>
                  <a:pt x="1438275" y="933450"/>
                </a:lnTo>
                <a:lnTo>
                  <a:pt x="1457325" y="933450"/>
                </a:lnTo>
                <a:lnTo>
                  <a:pt x="1457325" y="942975"/>
                </a:lnTo>
                <a:lnTo>
                  <a:pt x="1524000" y="952500"/>
                </a:lnTo>
                <a:lnTo>
                  <a:pt x="1524000" y="962025"/>
                </a:lnTo>
                <a:lnTo>
                  <a:pt x="1571625" y="962025"/>
                </a:lnTo>
                <a:lnTo>
                  <a:pt x="1571625" y="971550"/>
                </a:lnTo>
                <a:lnTo>
                  <a:pt x="1619250" y="971550"/>
                </a:lnTo>
                <a:lnTo>
                  <a:pt x="1619250" y="981075"/>
                </a:lnTo>
                <a:lnTo>
                  <a:pt x="1724025" y="990600"/>
                </a:lnTo>
                <a:lnTo>
                  <a:pt x="1724025" y="981075"/>
                </a:lnTo>
                <a:lnTo>
                  <a:pt x="1762125" y="952500"/>
                </a:lnTo>
                <a:lnTo>
                  <a:pt x="1762125" y="933450"/>
                </a:lnTo>
                <a:lnTo>
                  <a:pt x="1771650" y="933450"/>
                </a:lnTo>
                <a:lnTo>
                  <a:pt x="1781175" y="904875"/>
                </a:lnTo>
                <a:lnTo>
                  <a:pt x="1800225" y="895350"/>
                </a:lnTo>
                <a:lnTo>
                  <a:pt x="1800225" y="876300"/>
                </a:lnTo>
                <a:lnTo>
                  <a:pt x="1809750" y="876300"/>
                </a:lnTo>
                <a:lnTo>
                  <a:pt x="1809750" y="857250"/>
                </a:lnTo>
                <a:lnTo>
                  <a:pt x="1819275" y="857250"/>
                </a:lnTo>
                <a:lnTo>
                  <a:pt x="1819275" y="838200"/>
                </a:lnTo>
                <a:lnTo>
                  <a:pt x="1828800" y="838200"/>
                </a:lnTo>
                <a:lnTo>
                  <a:pt x="1828800" y="819150"/>
                </a:lnTo>
                <a:lnTo>
                  <a:pt x="1838325" y="819150"/>
                </a:lnTo>
                <a:lnTo>
                  <a:pt x="1838325" y="800100"/>
                </a:lnTo>
                <a:lnTo>
                  <a:pt x="1847850" y="800100"/>
                </a:lnTo>
                <a:lnTo>
                  <a:pt x="1847850" y="771525"/>
                </a:lnTo>
                <a:lnTo>
                  <a:pt x="1857375" y="771525"/>
                </a:lnTo>
                <a:lnTo>
                  <a:pt x="1857375" y="742950"/>
                </a:lnTo>
                <a:lnTo>
                  <a:pt x="1866900" y="742950"/>
                </a:lnTo>
                <a:lnTo>
                  <a:pt x="1866900" y="723900"/>
                </a:lnTo>
                <a:lnTo>
                  <a:pt x="1876425" y="723900"/>
                </a:lnTo>
                <a:lnTo>
                  <a:pt x="1876425" y="695325"/>
                </a:lnTo>
                <a:lnTo>
                  <a:pt x="1866900" y="695325"/>
                </a:lnTo>
                <a:lnTo>
                  <a:pt x="1857375" y="676275"/>
                </a:lnTo>
                <a:lnTo>
                  <a:pt x="1809750" y="685800"/>
                </a:lnTo>
                <a:lnTo>
                  <a:pt x="1809750" y="695325"/>
                </a:lnTo>
                <a:lnTo>
                  <a:pt x="1714500" y="695325"/>
                </a:lnTo>
                <a:lnTo>
                  <a:pt x="1714500" y="685800"/>
                </a:lnTo>
                <a:lnTo>
                  <a:pt x="1676400" y="685800"/>
                </a:lnTo>
                <a:lnTo>
                  <a:pt x="1676400" y="676275"/>
                </a:lnTo>
                <a:lnTo>
                  <a:pt x="1638300" y="666750"/>
                </a:lnTo>
                <a:lnTo>
                  <a:pt x="1628775" y="647700"/>
                </a:lnTo>
                <a:lnTo>
                  <a:pt x="1609725" y="647700"/>
                </a:lnTo>
                <a:lnTo>
                  <a:pt x="1609725" y="638175"/>
                </a:lnTo>
                <a:lnTo>
                  <a:pt x="1571625" y="609600"/>
                </a:lnTo>
                <a:lnTo>
                  <a:pt x="1571625" y="590550"/>
                </a:lnTo>
                <a:lnTo>
                  <a:pt x="1552575" y="581025"/>
                </a:lnTo>
                <a:lnTo>
                  <a:pt x="1552575" y="561975"/>
                </a:lnTo>
                <a:lnTo>
                  <a:pt x="1543050" y="561975"/>
                </a:lnTo>
                <a:lnTo>
                  <a:pt x="1543050" y="542925"/>
                </a:lnTo>
                <a:lnTo>
                  <a:pt x="1533525" y="542925"/>
                </a:lnTo>
                <a:lnTo>
                  <a:pt x="1533525" y="514350"/>
                </a:lnTo>
                <a:lnTo>
                  <a:pt x="1524000" y="514350"/>
                </a:lnTo>
                <a:lnTo>
                  <a:pt x="1524000" y="400050"/>
                </a:lnTo>
                <a:lnTo>
                  <a:pt x="1533525" y="400050"/>
                </a:lnTo>
                <a:lnTo>
                  <a:pt x="1533525" y="371475"/>
                </a:lnTo>
                <a:lnTo>
                  <a:pt x="1543050" y="371475"/>
                </a:lnTo>
                <a:lnTo>
                  <a:pt x="1552575" y="333375"/>
                </a:lnTo>
                <a:lnTo>
                  <a:pt x="1571625" y="323850"/>
                </a:lnTo>
                <a:lnTo>
                  <a:pt x="1571625" y="304800"/>
                </a:lnTo>
                <a:lnTo>
                  <a:pt x="1581150" y="304800"/>
                </a:lnTo>
                <a:lnTo>
                  <a:pt x="1600200" y="276225"/>
                </a:lnTo>
                <a:lnTo>
                  <a:pt x="1619250" y="276225"/>
                </a:lnTo>
                <a:lnTo>
                  <a:pt x="1638300" y="247650"/>
                </a:lnTo>
                <a:lnTo>
                  <a:pt x="1685925" y="238125"/>
                </a:lnTo>
                <a:lnTo>
                  <a:pt x="1685925" y="228600"/>
                </a:lnTo>
                <a:lnTo>
                  <a:pt x="1724025" y="228600"/>
                </a:lnTo>
                <a:lnTo>
                  <a:pt x="1724025" y="219075"/>
                </a:lnTo>
                <a:lnTo>
                  <a:pt x="1800225" y="219075"/>
                </a:lnTo>
                <a:lnTo>
                  <a:pt x="1800225" y="228600"/>
                </a:lnTo>
                <a:lnTo>
                  <a:pt x="1866900" y="238125"/>
                </a:lnTo>
                <a:lnTo>
                  <a:pt x="1876425" y="257175"/>
                </a:lnTo>
                <a:lnTo>
                  <a:pt x="1895475" y="257175"/>
                </a:lnTo>
                <a:lnTo>
                  <a:pt x="1905000" y="276225"/>
                </a:lnTo>
                <a:lnTo>
                  <a:pt x="1924050" y="276225"/>
                </a:lnTo>
                <a:lnTo>
                  <a:pt x="1924050" y="285750"/>
                </a:lnTo>
                <a:lnTo>
                  <a:pt x="1943100" y="295275"/>
                </a:lnTo>
                <a:lnTo>
                  <a:pt x="1943100" y="314325"/>
                </a:lnTo>
                <a:lnTo>
                  <a:pt x="1962150" y="323850"/>
                </a:lnTo>
                <a:lnTo>
                  <a:pt x="1981200" y="381000"/>
                </a:lnTo>
                <a:lnTo>
                  <a:pt x="1990725" y="381000"/>
                </a:lnTo>
                <a:lnTo>
                  <a:pt x="1990725" y="419100"/>
                </a:lnTo>
                <a:lnTo>
                  <a:pt x="2000250" y="419100"/>
                </a:lnTo>
                <a:lnTo>
                  <a:pt x="1990725" y="533400"/>
                </a:lnTo>
                <a:lnTo>
                  <a:pt x="1981200" y="533400"/>
                </a:lnTo>
                <a:lnTo>
                  <a:pt x="1962150" y="590550"/>
                </a:lnTo>
                <a:lnTo>
                  <a:pt x="1943100" y="600075"/>
                </a:lnTo>
                <a:lnTo>
                  <a:pt x="1943100" y="619125"/>
                </a:lnTo>
                <a:lnTo>
                  <a:pt x="1933575" y="619125"/>
                </a:lnTo>
                <a:lnTo>
                  <a:pt x="1924050" y="638175"/>
                </a:lnTo>
                <a:lnTo>
                  <a:pt x="1905000" y="638175"/>
                </a:lnTo>
                <a:lnTo>
                  <a:pt x="1905000" y="666750"/>
                </a:lnTo>
                <a:lnTo>
                  <a:pt x="1914525" y="666750"/>
                </a:lnTo>
                <a:lnTo>
                  <a:pt x="1914525" y="676275"/>
                </a:lnTo>
                <a:lnTo>
                  <a:pt x="1971675" y="666750"/>
                </a:lnTo>
                <a:lnTo>
                  <a:pt x="1971675" y="657225"/>
                </a:lnTo>
                <a:lnTo>
                  <a:pt x="2019300" y="647700"/>
                </a:lnTo>
                <a:lnTo>
                  <a:pt x="2019300" y="638175"/>
                </a:lnTo>
                <a:lnTo>
                  <a:pt x="2066925" y="628650"/>
                </a:lnTo>
                <a:lnTo>
                  <a:pt x="2066925" y="619125"/>
                </a:lnTo>
                <a:lnTo>
                  <a:pt x="2114550" y="619125"/>
                </a:lnTo>
                <a:lnTo>
                  <a:pt x="2133600" y="647700"/>
                </a:lnTo>
                <a:lnTo>
                  <a:pt x="2162175" y="647700"/>
                </a:lnTo>
                <a:lnTo>
                  <a:pt x="2162175" y="638175"/>
                </a:lnTo>
                <a:lnTo>
                  <a:pt x="2200275" y="638175"/>
                </a:lnTo>
                <a:lnTo>
                  <a:pt x="2200275" y="628650"/>
                </a:lnTo>
                <a:lnTo>
                  <a:pt x="2238375" y="628650"/>
                </a:lnTo>
                <a:lnTo>
                  <a:pt x="2238375" y="619125"/>
                </a:lnTo>
                <a:lnTo>
                  <a:pt x="2276475" y="619125"/>
                </a:lnTo>
                <a:lnTo>
                  <a:pt x="2276475" y="609600"/>
                </a:lnTo>
                <a:lnTo>
                  <a:pt x="2371725" y="609600"/>
                </a:lnTo>
                <a:lnTo>
                  <a:pt x="2371725" y="619125"/>
                </a:lnTo>
                <a:lnTo>
                  <a:pt x="2409825" y="628650"/>
                </a:lnTo>
                <a:lnTo>
                  <a:pt x="2409825" y="638175"/>
                </a:lnTo>
                <a:lnTo>
                  <a:pt x="2438400" y="657225"/>
                </a:lnTo>
                <a:lnTo>
                  <a:pt x="2438400" y="676275"/>
                </a:lnTo>
                <a:lnTo>
                  <a:pt x="2447925" y="676275"/>
                </a:lnTo>
                <a:lnTo>
                  <a:pt x="2447925" y="695325"/>
                </a:lnTo>
                <a:lnTo>
                  <a:pt x="2457450" y="695325"/>
                </a:lnTo>
                <a:lnTo>
                  <a:pt x="2457450" y="723900"/>
                </a:lnTo>
                <a:lnTo>
                  <a:pt x="2466975" y="723900"/>
                </a:lnTo>
                <a:lnTo>
                  <a:pt x="2466975" y="752475"/>
                </a:lnTo>
                <a:lnTo>
                  <a:pt x="2476500" y="752475"/>
                </a:lnTo>
                <a:lnTo>
                  <a:pt x="2486025" y="819150"/>
                </a:lnTo>
                <a:lnTo>
                  <a:pt x="2495550" y="819150"/>
                </a:lnTo>
                <a:lnTo>
                  <a:pt x="2495550" y="857250"/>
                </a:lnTo>
                <a:lnTo>
                  <a:pt x="2505075" y="857250"/>
                </a:lnTo>
                <a:lnTo>
                  <a:pt x="2514600" y="933450"/>
                </a:lnTo>
                <a:lnTo>
                  <a:pt x="2524125" y="933450"/>
                </a:lnTo>
                <a:lnTo>
                  <a:pt x="2524125" y="962025"/>
                </a:lnTo>
                <a:lnTo>
                  <a:pt x="2533650" y="962025"/>
                </a:lnTo>
                <a:lnTo>
                  <a:pt x="2533650" y="1047750"/>
                </a:lnTo>
                <a:lnTo>
                  <a:pt x="2524125" y="1047750"/>
                </a:lnTo>
                <a:lnTo>
                  <a:pt x="2514600" y="1085850"/>
                </a:lnTo>
                <a:lnTo>
                  <a:pt x="2505075" y="1085850"/>
                </a:lnTo>
                <a:lnTo>
                  <a:pt x="2486025" y="1114425"/>
                </a:lnTo>
                <a:lnTo>
                  <a:pt x="2438400" y="1123950"/>
                </a:lnTo>
                <a:lnTo>
                  <a:pt x="2438400" y="1133475"/>
                </a:lnTo>
                <a:lnTo>
                  <a:pt x="2409825" y="1133475"/>
                </a:lnTo>
                <a:lnTo>
                  <a:pt x="2409825" y="1143000"/>
                </a:lnTo>
                <a:lnTo>
                  <a:pt x="2371725" y="1143000"/>
                </a:lnTo>
                <a:lnTo>
                  <a:pt x="2371725" y="1152525"/>
                </a:lnTo>
                <a:lnTo>
                  <a:pt x="2352675" y="1152525"/>
                </a:lnTo>
                <a:lnTo>
                  <a:pt x="2333625" y="1152525"/>
                </a:lnTo>
                <a:lnTo>
                  <a:pt x="2333625" y="1162050"/>
                </a:lnTo>
                <a:lnTo>
                  <a:pt x="2295525" y="1162050"/>
                </a:lnTo>
                <a:lnTo>
                  <a:pt x="2295525" y="1171575"/>
                </a:lnTo>
                <a:lnTo>
                  <a:pt x="2257425" y="1171575"/>
                </a:lnTo>
                <a:lnTo>
                  <a:pt x="2257425" y="1181100"/>
                </a:lnTo>
                <a:lnTo>
                  <a:pt x="2219325" y="1181100"/>
                </a:lnTo>
                <a:lnTo>
                  <a:pt x="2219325" y="1190625"/>
                </a:lnTo>
                <a:lnTo>
                  <a:pt x="2209800" y="1190625"/>
                </a:lnTo>
                <a:lnTo>
                  <a:pt x="2209800" y="1228725"/>
                </a:lnTo>
                <a:lnTo>
                  <a:pt x="2190750" y="1238250"/>
                </a:lnTo>
                <a:lnTo>
                  <a:pt x="2190750" y="1266825"/>
                </a:lnTo>
                <a:lnTo>
                  <a:pt x="2171700" y="1276350"/>
                </a:lnTo>
                <a:lnTo>
                  <a:pt x="2171700" y="1295400"/>
                </a:lnTo>
                <a:lnTo>
                  <a:pt x="2162175" y="1295400"/>
                </a:lnTo>
                <a:lnTo>
                  <a:pt x="2162175" y="1314450"/>
                </a:lnTo>
                <a:lnTo>
                  <a:pt x="2152650" y="1314450"/>
                </a:lnTo>
                <a:lnTo>
                  <a:pt x="2152650" y="1333500"/>
                </a:lnTo>
                <a:lnTo>
                  <a:pt x="2143125" y="1333500"/>
                </a:lnTo>
                <a:lnTo>
                  <a:pt x="2124075" y="1390650"/>
                </a:lnTo>
                <a:lnTo>
                  <a:pt x="2105025" y="1400175"/>
                </a:lnTo>
                <a:lnTo>
                  <a:pt x="2105025" y="1419225"/>
                </a:lnTo>
                <a:lnTo>
                  <a:pt x="2095500" y="1419225"/>
                </a:lnTo>
                <a:lnTo>
                  <a:pt x="2095500" y="1438275"/>
                </a:lnTo>
                <a:lnTo>
                  <a:pt x="2085975" y="1438275"/>
                </a:lnTo>
                <a:lnTo>
                  <a:pt x="2085975" y="1457325"/>
                </a:lnTo>
                <a:lnTo>
                  <a:pt x="2076450" y="1457325"/>
                </a:lnTo>
                <a:lnTo>
                  <a:pt x="2076450" y="1476375"/>
                </a:lnTo>
                <a:lnTo>
                  <a:pt x="2066925" y="1476375"/>
                </a:lnTo>
                <a:lnTo>
                  <a:pt x="2066925" y="1495425"/>
                </a:lnTo>
                <a:lnTo>
                  <a:pt x="2057400" y="1495425"/>
                </a:lnTo>
                <a:lnTo>
                  <a:pt x="2057400" y="1514475"/>
                </a:lnTo>
                <a:lnTo>
                  <a:pt x="2047875" y="1514475"/>
                </a:lnTo>
                <a:lnTo>
                  <a:pt x="2038350" y="1543050"/>
                </a:lnTo>
                <a:lnTo>
                  <a:pt x="2095500" y="1543050"/>
                </a:lnTo>
                <a:lnTo>
                  <a:pt x="2095500" y="1533525"/>
                </a:lnTo>
                <a:lnTo>
                  <a:pt x="2152650" y="1533525"/>
                </a:lnTo>
                <a:lnTo>
                  <a:pt x="2152650" y="1524000"/>
                </a:lnTo>
                <a:lnTo>
                  <a:pt x="2219325" y="1524000"/>
                </a:lnTo>
                <a:lnTo>
                  <a:pt x="2219325" y="1514475"/>
                </a:lnTo>
                <a:lnTo>
                  <a:pt x="2276475" y="1514475"/>
                </a:lnTo>
                <a:lnTo>
                  <a:pt x="2276475" y="1504950"/>
                </a:lnTo>
                <a:lnTo>
                  <a:pt x="2343150" y="1504950"/>
                </a:lnTo>
                <a:lnTo>
                  <a:pt x="2343150" y="1495425"/>
                </a:lnTo>
                <a:lnTo>
                  <a:pt x="2400300" y="1495425"/>
                </a:lnTo>
                <a:lnTo>
                  <a:pt x="2400300" y="1485900"/>
                </a:lnTo>
                <a:lnTo>
                  <a:pt x="2486025" y="1485900"/>
                </a:lnTo>
                <a:lnTo>
                  <a:pt x="2495550" y="1514475"/>
                </a:lnTo>
                <a:lnTo>
                  <a:pt x="2505075" y="1514475"/>
                </a:lnTo>
                <a:lnTo>
                  <a:pt x="2505075" y="1533525"/>
                </a:lnTo>
                <a:lnTo>
                  <a:pt x="2524125" y="1543050"/>
                </a:lnTo>
                <a:lnTo>
                  <a:pt x="2524125" y="1562100"/>
                </a:lnTo>
                <a:lnTo>
                  <a:pt x="2533650" y="1562100"/>
                </a:lnTo>
                <a:lnTo>
                  <a:pt x="2533650" y="1581150"/>
                </a:lnTo>
                <a:lnTo>
                  <a:pt x="2543175" y="1581150"/>
                </a:lnTo>
                <a:lnTo>
                  <a:pt x="2543175" y="1619250"/>
                </a:lnTo>
                <a:lnTo>
                  <a:pt x="2495550" y="1619250"/>
                </a:lnTo>
                <a:lnTo>
                  <a:pt x="2495550" y="1609725"/>
                </a:lnTo>
                <a:lnTo>
                  <a:pt x="2476500" y="1600200"/>
                </a:lnTo>
                <a:lnTo>
                  <a:pt x="2457450" y="1543050"/>
                </a:lnTo>
                <a:lnTo>
                  <a:pt x="2352675" y="1552575"/>
                </a:lnTo>
                <a:lnTo>
                  <a:pt x="2352675" y="1562100"/>
                </a:lnTo>
                <a:lnTo>
                  <a:pt x="2286000" y="1562100"/>
                </a:lnTo>
                <a:lnTo>
                  <a:pt x="2286000" y="1571625"/>
                </a:lnTo>
                <a:lnTo>
                  <a:pt x="2228850" y="1571625"/>
                </a:lnTo>
                <a:lnTo>
                  <a:pt x="2228850" y="1581150"/>
                </a:lnTo>
                <a:lnTo>
                  <a:pt x="2171700" y="1581150"/>
                </a:lnTo>
                <a:lnTo>
                  <a:pt x="2171700" y="1590675"/>
                </a:lnTo>
                <a:lnTo>
                  <a:pt x="2105025" y="1590675"/>
                </a:lnTo>
                <a:lnTo>
                  <a:pt x="2105025" y="1600200"/>
                </a:lnTo>
                <a:lnTo>
                  <a:pt x="2047875" y="1600200"/>
                </a:lnTo>
                <a:lnTo>
                  <a:pt x="2047875" y="1609725"/>
                </a:lnTo>
                <a:lnTo>
                  <a:pt x="1990725" y="1609725"/>
                </a:lnTo>
                <a:lnTo>
                  <a:pt x="1990725" y="1600200"/>
                </a:lnTo>
                <a:lnTo>
                  <a:pt x="1971675" y="1590675"/>
                </a:lnTo>
                <a:lnTo>
                  <a:pt x="1962150" y="1552575"/>
                </a:lnTo>
                <a:lnTo>
                  <a:pt x="1971675" y="1552575"/>
                </a:lnTo>
                <a:lnTo>
                  <a:pt x="1971675" y="1533525"/>
                </a:lnTo>
                <a:lnTo>
                  <a:pt x="1981200" y="1533525"/>
                </a:lnTo>
                <a:lnTo>
                  <a:pt x="1981200" y="1514475"/>
                </a:lnTo>
                <a:lnTo>
                  <a:pt x="1990725" y="1514475"/>
                </a:lnTo>
                <a:lnTo>
                  <a:pt x="1990725" y="1495425"/>
                </a:lnTo>
                <a:lnTo>
                  <a:pt x="2000250" y="1495425"/>
                </a:lnTo>
                <a:lnTo>
                  <a:pt x="2000250" y="1476375"/>
                </a:lnTo>
                <a:lnTo>
                  <a:pt x="2009775" y="1476375"/>
                </a:lnTo>
                <a:lnTo>
                  <a:pt x="2028825" y="1419225"/>
                </a:lnTo>
                <a:lnTo>
                  <a:pt x="2047875" y="1409700"/>
                </a:lnTo>
                <a:lnTo>
                  <a:pt x="2047875" y="1390650"/>
                </a:lnTo>
                <a:lnTo>
                  <a:pt x="2057400" y="1390650"/>
                </a:lnTo>
                <a:lnTo>
                  <a:pt x="2057400" y="1371600"/>
                </a:lnTo>
                <a:lnTo>
                  <a:pt x="2066925" y="1371600"/>
                </a:lnTo>
                <a:lnTo>
                  <a:pt x="2066925" y="1352550"/>
                </a:lnTo>
                <a:lnTo>
                  <a:pt x="2076450" y="1352550"/>
                </a:lnTo>
                <a:lnTo>
                  <a:pt x="2076450" y="1333500"/>
                </a:lnTo>
                <a:lnTo>
                  <a:pt x="2085975" y="1333500"/>
                </a:lnTo>
                <a:lnTo>
                  <a:pt x="2085975" y="1314450"/>
                </a:lnTo>
                <a:lnTo>
                  <a:pt x="2095500" y="1314450"/>
                </a:lnTo>
                <a:lnTo>
                  <a:pt x="2114550" y="1257300"/>
                </a:lnTo>
                <a:lnTo>
                  <a:pt x="2133600" y="1247775"/>
                </a:lnTo>
                <a:lnTo>
                  <a:pt x="2133600" y="1228725"/>
                </a:lnTo>
                <a:lnTo>
                  <a:pt x="2143125" y="1228725"/>
                </a:lnTo>
                <a:lnTo>
                  <a:pt x="2143125" y="1209675"/>
                </a:lnTo>
                <a:lnTo>
                  <a:pt x="2152650" y="1209675"/>
                </a:lnTo>
                <a:lnTo>
                  <a:pt x="2152650" y="1190625"/>
                </a:lnTo>
                <a:lnTo>
                  <a:pt x="2162175" y="1190625"/>
                </a:lnTo>
                <a:lnTo>
                  <a:pt x="2162175" y="1181100"/>
                </a:lnTo>
                <a:lnTo>
                  <a:pt x="2152650" y="1181100"/>
                </a:lnTo>
                <a:lnTo>
                  <a:pt x="2152650" y="1133475"/>
                </a:lnTo>
                <a:lnTo>
                  <a:pt x="2143125" y="1133475"/>
                </a:lnTo>
                <a:lnTo>
                  <a:pt x="2133600" y="1076325"/>
                </a:lnTo>
                <a:lnTo>
                  <a:pt x="2124075" y="1076325"/>
                </a:lnTo>
                <a:lnTo>
                  <a:pt x="2124075" y="1057275"/>
                </a:lnTo>
                <a:lnTo>
                  <a:pt x="2114550" y="1057275"/>
                </a:lnTo>
                <a:lnTo>
                  <a:pt x="2114550" y="1028700"/>
                </a:lnTo>
                <a:lnTo>
                  <a:pt x="2105025" y="1028700"/>
                </a:lnTo>
                <a:lnTo>
                  <a:pt x="2105025" y="1009650"/>
                </a:lnTo>
                <a:lnTo>
                  <a:pt x="2095500" y="1009650"/>
                </a:lnTo>
                <a:lnTo>
                  <a:pt x="2095500" y="990600"/>
                </a:lnTo>
                <a:lnTo>
                  <a:pt x="2085975" y="990600"/>
                </a:lnTo>
                <a:lnTo>
                  <a:pt x="2066925" y="933450"/>
                </a:lnTo>
                <a:lnTo>
                  <a:pt x="2047875" y="923925"/>
                </a:lnTo>
                <a:lnTo>
                  <a:pt x="2038350" y="885825"/>
                </a:lnTo>
                <a:lnTo>
                  <a:pt x="2019300" y="876300"/>
                </a:lnTo>
                <a:lnTo>
                  <a:pt x="2019300" y="857250"/>
                </a:lnTo>
                <a:lnTo>
                  <a:pt x="2009775" y="857250"/>
                </a:lnTo>
                <a:lnTo>
                  <a:pt x="2000250" y="838200"/>
                </a:lnTo>
                <a:lnTo>
                  <a:pt x="1990725" y="838200"/>
                </a:lnTo>
                <a:lnTo>
                  <a:pt x="1990725" y="857250"/>
                </a:lnTo>
                <a:lnTo>
                  <a:pt x="2000250" y="857250"/>
                </a:lnTo>
                <a:lnTo>
                  <a:pt x="2000250" y="885825"/>
                </a:lnTo>
                <a:lnTo>
                  <a:pt x="2009775" y="885825"/>
                </a:lnTo>
                <a:lnTo>
                  <a:pt x="2019300" y="933450"/>
                </a:lnTo>
                <a:lnTo>
                  <a:pt x="2028825" y="933450"/>
                </a:lnTo>
                <a:lnTo>
                  <a:pt x="2028825" y="952500"/>
                </a:lnTo>
                <a:lnTo>
                  <a:pt x="2038350" y="952500"/>
                </a:lnTo>
                <a:lnTo>
                  <a:pt x="2047875" y="1009650"/>
                </a:lnTo>
                <a:lnTo>
                  <a:pt x="2057400" y="1009650"/>
                </a:lnTo>
                <a:lnTo>
                  <a:pt x="2057400" y="1028700"/>
                </a:lnTo>
                <a:lnTo>
                  <a:pt x="2066925" y="1028700"/>
                </a:lnTo>
                <a:lnTo>
                  <a:pt x="2066925" y="1057275"/>
                </a:lnTo>
                <a:lnTo>
                  <a:pt x="2076450" y="1057275"/>
                </a:lnTo>
                <a:lnTo>
                  <a:pt x="2076450" y="1085850"/>
                </a:lnTo>
                <a:lnTo>
                  <a:pt x="2085975" y="1085850"/>
                </a:lnTo>
                <a:lnTo>
                  <a:pt x="2085975" y="1114425"/>
                </a:lnTo>
                <a:lnTo>
                  <a:pt x="2095500" y="1114425"/>
                </a:lnTo>
                <a:lnTo>
                  <a:pt x="2095500" y="1143000"/>
                </a:lnTo>
                <a:lnTo>
                  <a:pt x="2105025" y="1143000"/>
                </a:lnTo>
                <a:lnTo>
                  <a:pt x="2105025" y="1171575"/>
                </a:lnTo>
                <a:lnTo>
                  <a:pt x="2114550" y="1171575"/>
                </a:lnTo>
                <a:lnTo>
                  <a:pt x="2114550" y="1200150"/>
                </a:lnTo>
                <a:lnTo>
                  <a:pt x="2124075" y="1200150"/>
                </a:lnTo>
                <a:lnTo>
                  <a:pt x="2124075" y="1238250"/>
                </a:lnTo>
                <a:lnTo>
                  <a:pt x="2114550" y="1238250"/>
                </a:lnTo>
                <a:lnTo>
                  <a:pt x="2114550" y="1247775"/>
                </a:lnTo>
                <a:lnTo>
                  <a:pt x="2057400" y="1247775"/>
                </a:lnTo>
                <a:lnTo>
                  <a:pt x="2057400" y="1238250"/>
                </a:lnTo>
                <a:lnTo>
                  <a:pt x="2009775" y="1238250"/>
                </a:lnTo>
                <a:lnTo>
                  <a:pt x="2009775" y="1228725"/>
                </a:lnTo>
                <a:lnTo>
                  <a:pt x="1905000" y="1219200"/>
                </a:lnTo>
                <a:lnTo>
                  <a:pt x="1905000" y="1209675"/>
                </a:lnTo>
                <a:lnTo>
                  <a:pt x="1857375" y="1209675"/>
                </a:lnTo>
                <a:lnTo>
                  <a:pt x="1857375" y="1200150"/>
                </a:lnTo>
                <a:lnTo>
                  <a:pt x="1809750" y="1200150"/>
                </a:lnTo>
                <a:lnTo>
                  <a:pt x="1809750" y="1190625"/>
                </a:lnTo>
                <a:lnTo>
                  <a:pt x="1733550" y="1181100"/>
                </a:lnTo>
                <a:lnTo>
                  <a:pt x="1733550" y="1190625"/>
                </a:lnTo>
                <a:lnTo>
                  <a:pt x="1724025" y="1190625"/>
                </a:lnTo>
                <a:lnTo>
                  <a:pt x="1724025" y="1295400"/>
                </a:lnTo>
                <a:lnTo>
                  <a:pt x="1714500" y="1295400"/>
                </a:lnTo>
                <a:lnTo>
                  <a:pt x="1714500" y="1400175"/>
                </a:lnTo>
                <a:lnTo>
                  <a:pt x="1704975" y="1400175"/>
                </a:lnTo>
                <a:lnTo>
                  <a:pt x="1695450" y="1571625"/>
                </a:lnTo>
                <a:lnTo>
                  <a:pt x="1685925" y="1571625"/>
                </a:lnTo>
                <a:lnTo>
                  <a:pt x="1685925" y="1581150"/>
                </a:lnTo>
                <a:lnTo>
                  <a:pt x="1647825" y="1581150"/>
                </a:lnTo>
                <a:lnTo>
                  <a:pt x="1647825" y="1571625"/>
                </a:lnTo>
                <a:lnTo>
                  <a:pt x="1638300" y="1571625"/>
                </a:lnTo>
                <a:lnTo>
                  <a:pt x="1638300" y="1495425"/>
                </a:lnTo>
                <a:lnTo>
                  <a:pt x="1647825" y="1495425"/>
                </a:lnTo>
                <a:lnTo>
                  <a:pt x="1647825" y="1400175"/>
                </a:lnTo>
                <a:lnTo>
                  <a:pt x="1657350" y="1400175"/>
                </a:lnTo>
                <a:lnTo>
                  <a:pt x="1666875" y="1171575"/>
                </a:lnTo>
                <a:lnTo>
                  <a:pt x="1676400" y="1171575"/>
                </a:lnTo>
                <a:lnTo>
                  <a:pt x="1676400" y="1143000"/>
                </a:lnTo>
                <a:lnTo>
                  <a:pt x="1685925" y="1143000"/>
                </a:lnTo>
                <a:lnTo>
                  <a:pt x="1695450" y="1123950"/>
                </a:lnTo>
                <a:lnTo>
                  <a:pt x="1781175" y="1123950"/>
                </a:lnTo>
                <a:lnTo>
                  <a:pt x="1781175" y="1133475"/>
                </a:lnTo>
                <a:lnTo>
                  <a:pt x="1828800" y="1133475"/>
                </a:lnTo>
                <a:lnTo>
                  <a:pt x="1828800" y="1143000"/>
                </a:lnTo>
                <a:lnTo>
                  <a:pt x="1876425" y="1143000"/>
                </a:lnTo>
                <a:lnTo>
                  <a:pt x="1876425" y="1152525"/>
                </a:lnTo>
                <a:lnTo>
                  <a:pt x="1924050" y="1152525"/>
                </a:lnTo>
                <a:lnTo>
                  <a:pt x="1924050" y="1162050"/>
                </a:lnTo>
                <a:lnTo>
                  <a:pt x="1971675" y="1162050"/>
                </a:lnTo>
                <a:lnTo>
                  <a:pt x="1971675" y="1171575"/>
                </a:lnTo>
                <a:lnTo>
                  <a:pt x="2057400" y="1181100"/>
                </a:lnTo>
                <a:lnTo>
                  <a:pt x="2057400" y="1171575"/>
                </a:lnTo>
                <a:lnTo>
                  <a:pt x="2047875" y="1171575"/>
                </a:lnTo>
                <a:lnTo>
                  <a:pt x="2047875" y="1143000"/>
                </a:lnTo>
                <a:lnTo>
                  <a:pt x="2038350" y="1143000"/>
                </a:lnTo>
                <a:lnTo>
                  <a:pt x="2038350" y="1114425"/>
                </a:lnTo>
                <a:lnTo>
                  <a:pt x="2028825" y="1114425"/>
                </a:lnTo>
                <a:lnTo>
                  <a:pt x="2028825" y="1085850"/>
                </a:lnTo>
                <a:lnTo>
                  <a:pt x="2019300" y="1085850"/>
                </a:lnTo>
                <a:lnTo>
                  <a:pt x="2019300" y="1057275"/>
                </a:lnTo>
                <a:lnTo>
                  <a:pt x="2009775" y="1057275"/>
                </a:lnTo>
                <a:lnTo>
                  <a:pt x="2009775" y="1028700"/>
                </a:lnTo>
                <a:lnTo>
                  <a:pt x="2000250" y="1028700"/>
                </a:lnTo>
                <a:lnTo>
                  <a:pt x="2000250" y="1000125"/>
                </a:lnTo>
                <a:lnTo>
                  <a:pt x="1990725" y="1000125"/>
                </a:lnTo>
                <a:lnTo>
                  <a:pt x="1990725" y="971550"/>
                </a:lnTo>
                <a:lnTo>
                  <a:pt x="1981200" y="971550"/>
                </a:lnTo>
                <a:lnTo>
                  <a:pt x="1981200" y="942975"/>
                </a:lnTo>
                <a:lnTo>
                  <a:pt x="1971675" y="942975"/>
                </a:lnTo>
                <a:lnTo>
                  <a:pt x="1971675" y="914400"/>
                </a:lnTo>
                <a:lnTo>
                  <a:pt x="1962150" y="914400"/>
                </a:lnTo>
                <a:lnTo>
                  <a:pt x="1962150" y="895350"/>
                </a:lnTo>
                <a:lnTo>
                  <a:pt x="1952625" y="895350"/>
                </a:lnTo>
                <a:lnTo>
                  <a:pt x="1952625" y="876300"/>
                </a:lnTo>
                <a:close/>
                <a:moveTo>
                  <a:pt x="609600" y="876300"/>
                </a:moveTo>
                <a:lnTo>
                  <a:pt x="609600" y="885825"/>
                </a:lnTo>
                <a:lnTo>
                  <a:pt x="619125" y="885825"/>
                </a:lnTo>
                <a:lnTo>
                  <a:pt x="619125" y="914400"/>
                </a:lnTo>
                <a:lnTo>
                  <a:pt x="628650" y="914400"/>
                </a:lnTo>
                <a:lnTo>
                  <a:pt x="628650" y="942975"/>
                </a:lnTo>
                <a:lnTo>
                  <a:pt x="638175" y="942975"/>
                </a:lnTo>
                <a:lnTo>
                  <a:pt x="638175" y="962025"/>
                </a:lnTo>
                <a:lnTo>
                  <a:pt x="647700" y="962025"/>
                </a:lnTo>
                <a:lnTo>
                  <a:pt x="647700" y="990600"/>
                </a:lnTo>
                <a:lnTo>
                  <a:pt x="657225" y="990600"/>
                </a:lnTo>
                <a:lnTo>
                  <a:pt x="657225" y="1009650"/>
                </a:lnTo>
                <a:lnTo>
                  <a:pt x="666750" y="1009650"/>
                </a:lnTo>
                <a:lnTo>
                  <a:pt x="676275" y="1066800"/>
                </a:lnTo>
                <a:lnTo>
                  <a:pt x="685800" y="1066800"/>
                </a:lnTo>
                <a:lnTo>
                  <a:pt x="685800" y="1085850"/>
                </a:lnTo>
                <a:lnTo>
                  <a:pt x="695325" y="1085850"/>
                </a:lnTo>
                <a:lnTo>
                  <a:pt x="704850" y="1143000"/>
                </a:lnTo>
                <a:lnTo>
                  <a:pt x="714375" y="1143000"/>
                </a:lnTo>
                <a:lnTo>
                  <a:pt x="723900" y="1171575"/>
                </a:lnTo>
                <a:lnTo>
                  <a:pt x="800100" y="1162050"/>
                </a:lnTo>
                <a:lnTo>
                  <a:pt x="800100" y="1152525"/>
                </a:lnTo>
                <a:lnTo>
                  <a:pt x="838200" y="1152525"/>
                </a:lnTo>
                <a:lnTo>
                  <a:pt x="838200" y="1143000"/>
                </a:lnTo>
                <a:lnTo>
                  <a:pt x="876300" y="1143000"/>
                </a:lnTo>
                <a:lnTo>
                  <a:pt x="876300" y="1133475"/>
                </a:lnTo>
                <a:lnTo>
                  <a:pt x="923925" y="1133475"/>
                </a:lnTo>
                <a:lnTo>
                  <a:pt x="923925" y="1123950"/>
                </a:lnTo>
                <a:lnTo>
                  <a:pt x="971550" y="1123950"/>
                </a:lnTo>
                <a:lnTo>
                  <a:pt x="971550" y="1114425"/>
                </a:lnTo>
                <a:lnTo>
                  <a:pt x="1019175" y="1114425"/>
                </a:lnTo>
                <a:lnTo>
                  <a:pt x="1019175" y="1104900"/>
                </a:lnTo>
                <a:lnTo>
                  <a:pt x="1076325" y="1104900"/>
                </a:lnTo>
                <a:lnTo>
                  <a:pt x="1076325" y="1114425"/>
                </a:lnTo>
                <a:lnTo>
                  <a:pt x="1095375" y="1123950"/>
                </a:lnTo>
                <a:lnTo>
                  <a:pt x="1095375" y="1143000"/>
                </a:lnTo>
                <a:lnTo>
                  <a:pt x="1114425" y="1152525"/>
                </a:lnTo>
                <a:lnTo>
                  <a:pt x="1114425" y="1171575"/>
                </a:lnTo>
                <a:lnTo>
                  <a:pt x="1133475" y="1181100"/>
                </a:lnTo>
                <a:lnTo>
                  <a:pt x="1133475" y="1200150"/>
                </a:lnTo>
                <a:lnTo>
                  <a:pt x="1152525" y="1209675"/>
                </a:lnTo>
                <a:lnTo>
                  <a:pt x="1152525" y="1228725"/>
                </a:lnTo>
                <a:lnTo>
                  <a:pt x="1162050" y="1228725"/>
                </a:lnTo>
                <a:lnTo>
                  <a:pt x="1162050" y="1247775"/>
                </a:lnTo>
                <a:lnTo>
                  <a:pt x="1181100" y="1257300"/>
                </a:lnTo>
                <a:lnTo>
                  <a:pt x="1190625" y="1295400"/>
                </a:lnTo>
                <a:lnTo>
                  <a:pt x="1209675" y="1304925"/>
                </a:lnTo>
                <a:lnTo>
                  <a:pt x="1209675" y="1323975"/>
                </a:lnTo>
                <a:lnTo>
                  <a:pt x="1219200" y="1323975"/>
                </a:lnTo>
                <a:lnTo>
                  <a:pt x="1228725" y="1352550"/>
                </a:lnTo>
                <a:lnTo>
                  <a:pt x="1247775" y="1362075"/>
                </a:lnTo>
                <a:lnTo>
                  <a:pt x="1257300" y="1400175"/>
                </a:lnTo>
                <a:lnTo>
                  <a:pt x="1276350" y="1409700"/>
                </a:lnTo>
                <a:lnTo>
                  <a:pt x="1276350" y="1428750"/>
                </a:lnTo>
                <a:lnTo>
                  <a:pt x="1285875" y="1428750"/>
                </a:lnTo>
                <a:lnTo>
                  <a:pt x="1295400" y="1457325"/>
                </a:lnTo>
                <a:lnTo>
                  <a:pt x="1314450" y="1466850"/>
                </a:lnTo>
                <a:lnTo>
                  <a:pt x="1314450" y="1485900"/>
                </a:lnTo>
                <a:lnTo>
                  <a:pt x="1333500" y="1485900"/>
                </a:lnTo>
                <a:lnTo>
                  <a:pt x="1333500" y="1476375"/>
                </a:lnTo>
                <a:lnTo>
                  <a:pt x="1409700" y="1476375"/>
                </a:lnTo>
                <a:lnTo>
                  <a:pt x="1409700" y="1466850"/>
                </a:lnTo>
                <a:lnTo>
                  <a:pt x="1485900" y="1466850"/>
                </a:lnTo>
                <a:lnTo>
                  <a:pt x="1485900" y="1476375"/>
                </a:lnTo>
                <a:lnTo>
                  <a:pt x="1495425" y="1476375"/>
                </a:lnTo>
                <a:lnTo>
                  <a:pt x="1495425" y="1504950"/>
                </a:lnTo>
                <a:lnTo>
                  <a:pt x="1485900" y="1504950"/>
                </a:lnTo>
                <a:lnTo>
                  <a:pt x="1476375" y="1524000"/>
                </a:lnTo>
                <a:lnTo>
                  <a:pt x="1409700" y="1524000"/>
                </a:lnTo>
                <a:lnTo>
                  <a:pt x="1409700" y="1533525"/>
                </a:lnTo>
                <a:lnTo>
                  <a:pt x="1285875" y="1543050"/>
                </a:lnTo>
                <a:lnTo>
                  <a:pt x="1285875" y="1533525"/>
                </a:lnTo>
                <a:lnTo>
                  <a:pt x="1266825" y="1524000"/>
                </a:lnTo>
                <a:lnTo>
                  <a:pt x="1266825" y="1504950"/>
                </a:lnTo>
                <a:lnTo>
                  <a:pt x="1247775" y="1495425"/>
                </a:lnTo>
                <a:lnTo>
                  <a:pt x="1247775" y="1476375"/>
                </a:lnTo>
                <a:lnTo>
                  <a:pt x="1228725" y="1466850"/>
                </a:lnTo>
                <a:lnTo>
                  <a:pt x="1219200" y="1428750"/>
                </a:lnTo>
                <a:lnTo>
                  <a:pt x="1200150" y="1419225"/>
                </a:lnTo>
                <a:lnTo>
                  <a:pt x="1190625" y="1381125"/>
                </a:lnTo>
                <a:lnTo>
                  <a:pt x="1171575" y="1371600"/>
                </a:lnTo>
                <a:lnTo>
                  <a:pt x="1171575" y="1352550"/>
                </a:lnTo>
                <a:lnTo>
                  <a:pt x="1162050" y="1352550"/>
                </a:lnTo>
                <a:lnTo>
                  <a:pt x="1152525" y="1323975"/>
                </a:lnTo>
                <a:lnTo>
                  <a:pt x="1133475" y="1314450"/>
                </a:lnTo>
                <a:lnTo>
                  <a:pt x="1123950" y="1276350"/>
                </a:lnTo>
                <a:lnTo>
                  <a:pt x="1104900" y="1266825"/>
                </a:lnTo>
                <a:lnTo>
                  <a:pt x="1104900" y="1247775"/>
                </a:lnTo>
                <a:lnTo>
                  <a:pt x="1095375" y="1247775"/>
                </a:lnTo>
                <a:lnTo>
                  <a:pt x="1085850" y="1219200"/>
                </a:lnTo>
                <a:lnTo>
                  <a:pt x="1066800" y="1209675"/>
                </a:lnTo>
                <a:lnTo>
                  <a:pt x="1066800" y="1190625"/>
                </a:lnTo>
                <a:lnTo>
                  <a:pt x="1047750" y="1190625"/>
                </a:lnTo>
                <a:lnTo>
                  <a:pt x="1047750" y="1200150"/>
                </a:lnTo>
                <a:lnTo>
                  <a:pt x="1028700" y="1209675"/>
                </a:lnTo>
                <a:lnTo>
                  <a:pt x="1028700" y="1171575"/>
                </a:lnTo>
                <a:lnTo>
                  <a:pt x="1000125" y="1171575"/>
                </a:lnTo>
                <a:lnTo>
                  <a:pt x="1000125" y="1181100"/>
                </a:lnTo>
                <a:lnTo>
                  <a:pt x="942975" y="1181100"/>
                </a:lnTo>
                <a:lnTo>
                  <a:pt x="942975" y="1190625"/>
                </a:lnTo>
                <a:lnTo>
                  <a:pt x="895350" y="1190625"/>
                </a:lnTo>
                <a:lnTo>
                  <a:pt x="895350" y="1200150"/>
                </a:lnTo>
                <a:lnTo>
                  <a:pt x="809625" y="1209675"/>
                </a:lnTo>
                <a:lnTo>
                  <a:pt x="809625" y="1219200"/>
                </a:lnTo>
                <a:lnTo>
                  <a:pt x="762000" y="1219200"/>
                </a:lnTo>
                <a:lnTo>
                  <a:pt x="762000" y="1228725"/>
                </a:lnTo>
                <a:lnTo>
                  <a:pt x="685800" y="1228725"/>
                </a:lnTo>
                <a:lnTo>
                  <a:pt x="685800" y="1219200"/>
                </a:lnTo>
                <a:lnTo>
                  <a:pt x="666750" y="1209675"/>
                </a:lnTo>
                <a:lnTo>
                  <a:pt x="657225" y="1152525"/>
                </a:lnTo>
                <a:lnTo>
                  <a:pt x="647700" y="1152525"/>
                </a:lnTo>
                <a:lnTo>
                  <a:pt x="647700" y="1133475"/>
                </a:lnTo>
                <a:lnTo>
                  <a:pt x="638175" y="1133475"/>
                </a:lnTo>
                <a:lnTo>
                  <a:pt x="638175" y="1104900"/>
                </a:lnTo>
                <a:lnTo>
                  <a:pt x="628650" y="1104900"/>
                </a:lnTo>
                <a:lnTo>
                  <a:pt x="628650" y="1076325"/>
                </a:lnTo>
                <a:lnTo>
                  <a:pt x="619125" y="1076325"/>
                </a:lnTo>
                <a:lnTo>
                  <a:pt x="619125" y="1047750"/>
                </a:lnTo>
                <a:lnTo>
                  <a:pt x="609600" y="1047750"/>
                </a:lnTo>
                <a:lnTo>
                  <a:pt x="609600" y="1028700"/>
                </a:lnTo>
                <a:lnTo>
                  <a:pt x="600075" y="1028700"/>
                </a:lnTo>
                <a:lnTo>
                  <a:pt x="600075" y="1000125"/>
                </a:lnTo>
                <a:lnTo>
                  <a:pt x="590550" y="1000125"/>
                </a:lnTo>
                <a:lnTo>
                  <a:pt x="590550" y="971550"/>
                </a:lnTo>
                <a:lnTo>
                  <a:pt x="581025" y="971550"/>
                </a:lnTo>
                <a:lnTo>
                  <a:pt x="581025" y="952500"/>
                </a:lnTo>
                <a:lnTo>
                  <a:pt x="571500" y="952500"/>
                </a:lnTo>
                <a:lnTo>
                  <a:pt x="571500" y="923925"/>
                </a:lnTo>
                <a:lnTo>
                  <a:pt x="561975" y="923925"/>
                </a:lnTo>
                <a:lnTo>
                  <a:pt x="552450" y="876300"/>
                </a:lnTo>
                <a:lnTo>
                  <a:pt x="542925" y="876300"/>
                </a:lnTo>
                <a:lnTo>
                  <a:pt x="542925" y="1466850"/>
                </a:lnTo>
                <a:lnTo>
                  <a:pt x="619125" y="1466850"/>
                </a:lnTo>
                <a:lnTo>
                  <a:pt x="619125" y="1457325"/>
                </a:lnTo>
                <a:lnTo>
                  <a:pt x="657225" y="1457325"/>
                </a:lnTo>
                <a:lnTo>
                  <a:pt x="657225" y="1447800"/>
                </a:lnTo>
                <a:lnTo>
                  <a:pt x="714375" y="1428750"/>
                </a:lnTo>
                <a:lnTo>
                  <a:pt x="714375" y="1419225"/>
                </a:lnTo>
                <a:lnTo>
                  <a:pt x="723900" y="1419225"/>
                </a:lnTo>
                <a:lnTo>
                  <a:pt x="742950" y="1390650"/>
                </a:lnTo>
                <a:lnTo>
                  <a:pt x="762000" y="1390650"/>
                </a:lnTo>
                <a:lnTo>
                  <a:pt x="809625" y="1333500"/>
                </a:lnTo>
                <a:lnTo>
                  <a:pt x="828675" y="1333500"/>
                </a:lnTo>
                <a:lnTo>
                  <a:pt x="828675" y="1323975"/>
                </a:lnTo>
                <a:lnTo>
                  <a:pt x="838200" y="1323975"/>
                </a:lnTo>
                <a:lnTo>
                  <a:pt x="885825" y="1266825"/>
                </a:lnTo>
                <a:lnTo>
                  <a:pt x="904875" y="1266825"/>
                </a:lnTo>
                <a:lnTo>
                  <a:pt x="904875" y="1257300"/>
                </a:lnTo>
                <a:lnTo>
                  <a:pt x="914400" y="1257300"/>
                </a:lnTo>
                <a:lnTo>
                  <a:pt x="914400" y="1247775"/>
                </a:lnTo>
                <a:lnTo>
                  <a:pt x="923925" y="1247775"/>
                </a:lnTo>
                <a:lnTo>
                  <a:pt x="971550" y="1190625"/>
                </a:lnTo>
                <a:lnTo>
                  <a:pt x="981075" y="1190625"/>
                </a:lnTo>
                <a:lnTo>
                  <a:pt x="990600" y="1228725"/>
                </a:lnTo>
                <a:lnTo>
                  <a:pt x="1009650" y="1228725"/>
                </a:lnTo>
                <a:lnTo>
                  <a:pt x="1009650" y="1238250"/>
                </a:lnTo>
                <a:lnTo>
                  <a:pt x="1000125" y="1238250"/>
                </a:lnTo>
                <a:lnTo>
                  <a:pt x="952500" y="1295400"/>
                </a:lnTo>
                <a:lnTo>
                  <a:pt x="933450" y="1295400"/>
                </a:lnTo>
                <a:lnTo>
                  <a:pt x="933450" y="1304925"/>
                </a:lnTo>
                <a:lnTo>
                  <a:pt x="923925" y="1304925"/>
                </a:lnTo>
                <a:lnTo>
                  <a:pt x="923925" y="1314450"/>
                </a:lnTo>
                <a:lnTo>
                  <a:pt x="914400" y="1314450"/>
                </a:lnTo>
                <a:lnTo>
                  <a:pt x="866775" y="1371600"/>
                </a:lnTo>
                <a:lnTo>
                  <a:pt x="847725" y="1371600"/>
                </a:lnTo>
                <a:lnTo>
                  <a:pt x="800100" y="1428750"/>
                </a:lnTo>
                <a:lnTo>
                  <a:pt x="781050" y="1428750"/>
                </a:lnTo>
                <a:lnTo>
                  <a:pt x="781050" y="1438275"/>
                </a:lnTo>
                <a:lnTo>
                  <a:pt x="771525" y="1438275"/>
                </a:lnTo>
                <a:lnTo>
                  <a:pt x="762000" y="1457325"/>
                </a:lnTo>
                <a:lnTo>
                  <a:pt x="742950" y="1457325"/>
                </a:lnTo>
                <a:lnTo>
                  <a:pt x="723900" y="1485900"/>
                </a:lnTo>
                <a:lnTo>
                  <a:pt x="704850" y="1485900"/>
                </a:lnTo>
                <a:lnTo>
                  <a:pt x="704850" y="1495425"/>
                </a:lnTo>
                <a:lnTo>
                  <a:pt x="685800" y="1495425"/>
                </a:lnTo>
                <a:lnTo>
                  <a:pt x="685800" y="1504950"/>
                </a:lnTo>
                <a:lnTo>
                  <a:pt x="657225" y="1504950"/>
                </a:lnTo>
                <a:lnTo>
                  <a:pt x="657225" y="1514475"/>
                </a:lnTo>
                <a:lnTo>
                  <a:pt x="504825" y="1514475"/>
                </a:lnTo>
                <a:lnTo>
                  <a:pt x="504825" y="1504950"/>
                </a:lnTo>
                <a:lnTo>
                  <a:pt x="485775" y="1495425"/>
                </a:lnTo>
                <a:lnTo>
                  <a:pt x="485775" y="1257300"/>
                </a:lnTo>
                <a:lnTo>
                  <a:pt x="485775" y="838200"/>
                </a:lnTo>
                <a:lnTo>
                  <a:pt x="476250" y="838200"/>
                </a:lnTo>
                <a:lnTo>
                  <a:pt x="466725" y="885825"/>
                </a:lnTo>
                <a:lnTo>
                  <a:pt x="457200" y="885825"/>
                </a:lnTo>
                <a:lnTo>
                  <a:pt x="457200" y="904875"/>
                </a:lnTo>
                <a:lnTo>
                  <a:pt x="447675" y="904875"/>
                </a:lnTo>
                <a:lnTo>
                  <a:pt x="447675" y="923925"/>
                </a:lnTo>
                <a:lnTo>
                  <a:pt x="438150" y="923925"/>
                </a:lnTo>
                <a:lnTo>
                  <a:pt x="438150" y="952500"/>
                </a:lnTo>
                <a:lnTo>
                  <a:pt x="428625" y="952500"/>
                </a:lnTo>
                <a:lnTo>
                  <a:pt x="428625" y="971550"/>
                </a:lnTo>
                <a:lnTo>
                  <a:pt x="419100" y="971550"/>
                </a:lnTo>
                <a:lnTo>
                  <a:pt x="419100" y="990600"/>
                </a:lnTo>
                <a:lnTo>
                  <a:pt x="409575" y="990600"/>
                </a:lnTo>
                <a:lnTo>
                  <a:pt x="409575" y="1009650"/>
                </a:lnTo>
                <a:lnTo>
                  <a:pt x="400050" y="1009650"/>
                </a:lnTo>
                <a:lnTo>
                  <a:pt x="400050" y="1038225"/>
                </a:lnTo>
                <a:lnTo>
                  <a:pt x="390525" y="1038225"/>
                </a:lnTo>
                <a:lnTo>
                  <a:pt x="390525" y="1057275"/>
                </a:lnTo>
                <a:lnTo>
                  <a:pt x="381000" y="1057275"/>
                </a:lnTo>
                <a:lnTo>
                  <a:pt x="381000" y="1076325"/>
                </a:lnTo>
                <a:lnTo>
                  <a:pt x="371475" y="1076325"/>
                </a:lnTo>
                <a:lnTo>
                  <a:pt x="371475" y="1104900"/>
                </a:lnTo>
                <a:lnTo>
                  <a:pt x="361950" y="1104900"/>
                </a:lnTo>
                <a:lnTo>
                  <a:pt x="361950" y="1123950"/>
                </a:lnTo>
                <a:lnTo>
                  <a:pt x="352425" y="1123950"/>
                </a:lnTo>
                <a:lnTo>
                  <a:pt x="352425" y="1143000"/>
                </a:lnTo>
                <a:lnTo>
                  <a:pt x="342900" y="1143000"/>
                </a:lnTo>
                <a:lnTo>
                  <a:pt x="342900" y="1171575"/>
                </a:lnTo>
                <a:lnTo>
                  <a:pt x="333375" y="1171575"/>
                </a:lnTo>
                <a:lnTo>
                  <a:pt x="323850" y="1219200"/>
                </a:lnTo>
                <a:lnTo>
                  <a:pt x="314325" y="1219200"/>
                </a:lnTo>
                <a:lnTo>
                  <a:pt x="314325" y="1238250"/>
                </a:lnTo>
                <a:lnTo>
                  <a:pt x="304800" y="1238250"/>
                </a:lnTo>
                <a:lnTo>
                  <a:pt x="295275" y="1295400"/>
                </a:lnTo>
                <a:lnTo>
                  <a:pt x="285750" y="1295400"/>
                </a:lnTo>
                <a:lnTo>
                  <a:pt x="276225" y="1343025"/>
                </a:lnTo>
                <a:lnTo>
                  <a:pt x="266700" y="1343025"/>
                </a:lnTo>
                <a:lnTo>
                  <a:pt x="266700" y="1362075"/>
                </a:lnTo>
                <a:lnTo>
                  <a:pt x="257175" y="1362075"/>
                </a:lnTo>
                <a:lnTo>
                  <a:pt x="247650" y="1419225"/>
                </a:lnTo>
                <a:lnTo>
                  <a:pt x="238125" y="1419225"/>
                </a:lnTo>
                <a:lnTo>
                  <a:pt x="238125" y="1438275"/>
                </a:lnTo>
                <a:lnTo>
                  <a:pt x="228600" y="1438275"/>
                </a:lnTo>
                <a:lnTo>
                  <a:pt x="219075" y="1495425"/>
                </a:lnTo>
                <a:lnTo>
                  <a:pt x="209550" y="1495425"/>
                </a:lnTo>
                <a:lnTo>
                  <a:pt x="200025" y="1514475"/>
                </a:lnTo>
                <a:lnTo>
                  <a:pt x="171450" y="1514475"/>
                </a:lnTo>
                <a:lnTo>
                  <a:pt x="171450" y="1504950"/>
                </a:lnTo>
                <a:lnTo>
                  <a:pt x="161925" y="1504950"/>
                </a:lnTo>
                <a:lnTo>
                  <a:pt x="161925" y="1457325"/>
                </a:lnTo>
                <a:lnTo>
                  <a:pt x="171450" y="1457325"/>
                </a:lnTo>
                <a:lnTo>
                  <a:pt x="171450" y="1428750"/>
                </a:lnTo>
                <a:lnTo>
                  <a:pt x="180975" y="1428750"/>
                </a:lnTo>
                <a:lnTo>
                  <a:pt x="190500" y="1381125"/>
                </a:lnTo>
                <a:lnTo>
                  <a:pt x="200025" y="1381125"/>
                </a:lnTo>
                <a:lnTo>
                  <a:pt x="200025" y="1362075"/>
                </a:lnTo>
                <a:lnTo>
                  <a:pt x="209550" y="1362075"/>
                </a:lnTo>
                <a:lnTo>
                  <a:pt x="209550" y="1333500"/>
                </a:lnTo>
                <a:lnTo>
                  <a:pt x="219075" y="1333500"/>
                </a:lnTo>
                <a:lnTo>
                  <a:pt x="228600" y="1276350"/>
                </a:lnTo>
                <a:lnTo>
                  <a:pt x="238125" y="1276350"/>
                </a:lnTo>
                <a:lnTo>
                  <a:pt x="238125" y="1257300"/>
                </a:lnTo>
                <a:lnTo>
                  <a:pt x="247650" y="1257300"/>
                </a:lnTo>
                <a:lnTo>
                  <a:pt x="247650" y="1228725"/>
                </a:lnTo>
                <a:lnTo>
                  <a:pt x="257175" y="1228725"/>
                </a:lnTo>
                <a:lnTo>
                  <a:pt x="257175" y="1209675"/>
                </a:lnTo>
                <a:lnTo>
                  <a:pt x="266700" y="1209675"/>
                </a:lnTo>
                <a:lnTo>
                  <a:pt x="266700" y="1171575"/>
                </a:lnTo>
                <a:lnTo>
                  <a:pt x="161925" y="1171575"/>
                </a:lnTo>
                <a:lnTo>
                  <a:pt x="161925" y="1162050"/>
                </a:lnTo>
                <a:lnTo>
                  <a:pt x="123825" y="1162050"/>
                </a:lnTo>
                <a:lnTo>
                  <a:pt x="123825" y="1152525"/>
                </a:lnTo>
                <a:lnTo>
                  <a:pt x="47625" y="1143000"/>
                </a:lnTo>
                <a:lnTo>
                  <a:pt x="38100" y="1114425"/>
                </a:lnTo>
                <a:lnTo>
                  <a:pt x="28575" y="1114425"/>
                </a:lnTo>
                <a:lnTo>
                  <a:pt x="38100" y="1047750"/>
                </a:lnTo>
                <a:lnTo>
                  <a:pt x="47625" y="1047750"/>
                </a:lnTo>
                <a:lnTo>
                  <a:pt x="47625" y="1009650"/>
                </a:lnTo>
                <a:lnTo>
                  <a:pt x="57150" y="1009650"/>
                </a:lnTo>
                <a:lnTo>
                  <a:pt x="57150" y="962025"/>
                </a:lnTo>
                <a:lnTo>
                  <a:pt x="66675" y="962025"/>
                </a:lnTo>
                <a:lnTo>
                  <a:pt x="66675" y="923925"/>
                </a:lnTo>
                <a:lnTo>
                  <a:pt x="76200" y="923925"/>
                </a:lnTo>
                <a:lnTo>
                  <a:pt x="76200" y="885825"/>
                </a:lnTo>
                <a:lnTo>
                  <a:pt x="85725" y="885825"/>
                </a:lnTo>
                <a:lnTo>
                  <a:pt x="85725" y="847725"/>
                </a:lnTo>
                <a:lnTo>
                  <a:pt x="95250" y="847725"/>
                </a:lnTo>
                <a:lnTo>
                  <a:pt x="95250" y="809625"/>
                </a:lnTo>
                <a:lnTo>
                  <a:pt x="104775" y="809625"/>
                </a:lnTo>
                <a:lnTo>
                  <a:pt x="104775" y="771525"/>
                </a:lnTo>
                <a:lnTo>
                  <a:pt x="114300" y="771525"/>
                </a:lnTo>
                <a:lnTo>
                  <a:pt x="123825" y="742950"/>
                </a:lnTo>
                <a:lnTo>
                  <a:pt x="142875" y="742950"/>
                </a:lnTo>
                <a:lnTo>
                  <a:pt x="142875" y="733425"/>
                </a:lnTo>
                <a:lnTo>
                  <a:pt x="190500" y="733425"/>
                </a:lnTo>
                <a:lnTo>
                  <a:pt x="190500" y="742950"/>
                </a:lnTo>
                <a:lnTo>
                  <a:pt x="257175" y="752475"/>
                </a:lnTo>
                <a:lnTo>
                  <a:pt x="257175" y="742950"/>
                </a:lnTo>
                <a:lnTo>
                  <a:pt x="266700" y="742950"/>
                </a:lnTo>
                <a:lnTo>
                  <a:pt x="266700" y="714375"/>
                </a:lnTo>
                <a:lnTo>
                  <a:pt x="276225" y="714375"/>
                </a:lnTo>
                <a:lnTo>
                  <a:pt x="304800" y="676275"/>
                </a:lnTo>
                <a:lnTo>
                  <a:pt x="323850" y="676275"/>
                </a:lnTo>
                <a:lnTo>
                  <a:pt x="323850" y="666750"/>
                </a:lnTo>
                <a:lnTo>
                  <a:pt x="371475" y="666750"/>
                </a:lnTo>
                <a:lnTo>
                  <a:pt x="371475" y="676275"/>
                </a:lnTo>
                <a:lnTo>
                  <a:pt x="419100" y="676275"/>
                </a:lnTo>
                <a:lnTo>
                  <a:pt x="419100" y="685800"/>
                </a:lnTo>
                <a:lnTo>
                  <a:pt x="495300" y="695325"/>
                </a:lnTo>
                <a:lnTo>
                  <a:pt x="495300" y="657225"/>
                </a:lnTo>
                <a:lnTo>
                  <a:pt x="485775" y="657225"/>
                </a:lnTo>
                <a:lnTo>
                  <a:pt x="485775" y="647700"/>
                </a:lnTo>
                <a:lnTo>
                  <a:pt x="457200" y="647700"/>
                </a:lnTo>
                <a:lnTo>
                  <a:pt x="457200" y="638175"/>
                </a:lnTo>
                <a:lnTo>
                  <a:pt x="438150" y="638175"/>
                </a:lnTo>
                <a:lnTo>
                  <a:pt x="438150" y="628650"/>
                </a:lnTo>
                <a:lnTo>
                  <a:pt x="419100" y="628650"/>
                </a:lnTo>
                <a:lnTo>
                  <a:pt x="419100" y="619125"/>
                </a:lnTo>
                <a:lnTo>
                  <a:pt x="400050" y="619125"/>
                </a:lnTo>
                <a:lnTo>
                  <a:pt x="400050" y="609600"/>
                </a:lnTo>
                <a:lnTo>
                  <a:pt x="342900" y="561975"/>
                </a:lnTo>
                <a:lnTo>
                  <a:pt x="342900" y="542925"/>
                </a:lnTo>
                <a:lnTo>
                  <a:pt x="333375" y="542925"/>
                </a:lnTo>
                <a:lnTo>
                  <a:pt x="323850" y="514350"/>
                </a:lnTo>
                <a:lnTo>
                  <a:pt x="247650" y="514350"/>
                </a:lnTo>
                <a:lnTo>
                  <a:pt x="247650" y="504825"/>
                </a:lnTo>
                <a:lnTo>
                  <a:pt x="219075" y="495300"/>
                </a:lnTo>
                <a:lnTo>
                  <a:pt x="219075" y="457200"/>
                </a:lnTo>
                <a:lnTo>
                  <a:pt x="228600" y="457200"/>
                </a:lnTo>
                <a:lnTo>
                  <a:pt x="228600" y="428625"/>
                </a:lnTo>
                <a:lnTo>
                  <a:pt x="238125" y="428625"/>
                </a:lnTo>
                <a:lnTo>
                  <a:pt x="247650" y="295275"/>
                </a:lnTo>
                <a:lnTo>
                  <a:pt x="257175" y="295275"/>
                </a:lnTo>
                <a:lnTo>
                  <a:pt x="257175" y="266700"/>
                </a:lnTo>
                <a:lnTo>
                  <a:pt x="266700" y="266700"/>
                </a:lnTo>
                <a:lnTo>
                  <a:pt x="285750" y="209550"/>
                </a:lnTo>
                <a:lnTo>
                  <a:pt x="304800" y="200025"/>
                </a:lnTo>
                <a:lnTo>
                  <a:pt x="304800" y="180975"/>
                </a:lnTo>
                <a:lnTo>
                  <a:pt x="314325" y="180975"/>
                </a:lnTo>
                <a:lnTo>
                  <a:pt x="361950" y="123825"/>
                </a:lnTo>
                <a:lnTo>
                  <a:pt x="381000" y="123825"/>
                </a:lnTo>
                <a:lnTo>
                  <a:pt x="381000" y="114300"/>
                </a:lnTo>
                <a:lnTo>
                  <a:pt x="400050" y="114300"/>
                </a:lnTo>
                <a:lnTo>
                  <a:pt x="400050" y="104775"/>
                </a:lnTo>
                <a:lnTo>
                  <a:pt x="419100" y="104775"/>
                </a:lnTo>
                <a:lnTo>
                  <a:pt x="419100" y="95250"/>
                </a:lnTo>
                <a:lnTo>
                  <a:pt x="438150" y="95250"/>
                </a:lnTo>
                <a:lnTo>
                  <a:pt x="438150" y="85725"/>
                </a:lnTo>
                <a:lnTo>
                  <a:pt x="466725" y="85725"/>
                </a:lnTo>
                <a:lnTo>
                  <a:pt x="466725" y="76200"/>
                </a:lnTo>
                <a:lnTo>
                  <a:pt x="590550" y="66675"/>
                </a:lnTo>
                <a:lnTo>
                  <a:pt x="590550" y="76200"/>
                </a:lnTo>
                <a:lnTo>
                  <a:pt x="647700" y="76200"/>
                </a:lnTo>
                <a:lnTo>
                  <a:pt x="647700" y="85725"/>
                </a:lnTo>
                <a:lnTo>
                  <a:pt x="676275" y="85725"/>
                </a:lnTo>
                <a:lnTo>
                  <a:pt x="676275" y="95250"/>
                </a:lnTo>
                <a:lnTo>
                  <a:pt x="714375" y="104775"/>
                </a:lnTo>
                <a:lnTo>
                  <a:pt x="733425" y="133350"/>
                </a:lnTo>
                <a:lnTo>
                  <a:pt x="752475" y="133350"/>
                </a:lnTo>
                <a:lnTo>
                  <a:pt x="752475" y="142875"/>
                </a:lnTo>
                <a:lnTo>
                  <a:pt x="790575" y="171450"/>
                </a:lnTo>
                <a:lnTo>
                  <a:pt x="790575" y="190500"/>
                </a:lnTo>
                <a:lnTo>
                  <a:pt x="809625" y="200025"/>
                </a:lnTo>
                <a:lnTo>
                  <a:pt x="809625" y="219075"/>
                </a:lnTo>
                <a:lnTo>
                  <a:pt x="819150" y="219075"/>
                </a:lnTo>
                <a:lnTo>
                  <a:pt x="819150" y="238125"/>
                </a:lnTo>
                <a:lnTo>
                  <a:pt x="828675" y="238125"/>
                </a:lnTo>
                <a:lnTo>
                  <a:pt x="828675" y="257175"/>
                </a:lnTo>
                <a:lnTo>
                  <a:pt x="838200" y="257175"/>
                </a:lnTo>
                <a:lnTo>
                  <a:pt x="838200" y="285750"/>
                </a:lnTo>
                <a:lnTo>
                  <a:pt x="847725" y="285750"/>
                </a:lnTo>
                <a:lnTo>
                  <a:pt x="847725" y="295275"/>
                </a:lnTo>
                <a:lnTo>
                  <a:pt x="866775" y="304800"/>
                </a:lnTo>
                <a:lnTo>
                  <a:pt x="866775" y="323850"/>
                </a:lnTo>
                <a:lnTo>
                  <a:pt x="876300" y="323850"/>
                </a:lnTo>
                <a:lnTo>
                  <a:pt x="876300" y="352425"/>
                </a:lnTo>
                <a:lnTo>
                  <a:pt x="866775" y="352425"/>
                </a:lnTo>
                <a:lnTo>
                  <a:pt x="857250" y="371475"/>
                </a:lnTo>
                <a:lnTo>
                  <a:pt x="838200" y="371475"/>
                </a:lnTo>
                <a:lnTo>
                  <a:pt x="838200" y="381000"/>
                </a:lnTo>
                <a:lnTo>
                  <a:pt x="800100" y="381000"/>
                </a:lnTo>
                <a:lnTo>
                  <a:pt x="800100" y="390525"/>
                </a:lnTo>
                <a:lnTo>
                  <a:pt x="790575" y="390525"/>
                </a:lnTo>
                <a:lnTo>
                  <a:pt x="790575" y="400050"/>
                </a:lnTo>
                <a:lnTo>
                  <a:pt x="800100" y="400050"/>
                </a:lnTo>
                <a:lnTo>
                  <a:pt x="800100" y="428625"/>
                </a:lnTo>
                <a:lnTo>
                  <a:pt x="790575" y="428625"/>
                </a:lnTo>
                <a:lnTo>
                  <a:pt x="790575" y="485775"/>
                </a:lnTo>
                <a:lnTo>
                  <a:pt x="781050" y="485775"/>
                </a:lnTo>
                <a:lnTo>
                  <a:pt x="781050" y="504825"/>
                </a:lnTo>
                <a:lnTo>
                  <a:pt x="771525" y="504825"/>
                </a:lnTo>
                <a:lnTo>
                  <a:pt x="771525" y="533400"/>
                </a:lnTo>
                <a:lnTo>
                  <a:pt x="752475" y="542925"/>
                </a:lnTo>
                <a:lnTo>
                  <a:pt x="752475" y="561975"/>
                </a:lnTo>
                <a:lnTo>
                  <a:pt x="742950" y="561975"/>
                </a:lnTo>
                <a:lnTo>
                  <a:pt x="695325" y="619125"/>
                </a:lnTo>
                <a:lnTo>
                  <a:pt x="676275" y="619125"/>
                </a:lnTo>
                <a:lnTo>
                  <a:pt x="666750" y="638175"/>
                </a:lnTo>
                <a:lnTo>
                  <a:pt x="638175" y="638175"/>
                </a:lnTo>
                <a:lnTo>
                  <a:pt x="638175" y="647700"/>
                </a:lnTo>
                <a:lnTo>
                  <a:pt x="619125" y="647700"/>
                </a:lnTo>
                <a:lnTo>
                  <a:pt x="619125" y="657225"/>
                </a:lnTo>
                <a:lnTo>
                  <a:pt x="552450" y="657225"/>
                </a:lnTo>
                <a:lnTo>
                  <a:pt x="552450" y="666750"/>
                </a:lnTo>
                <a:lnTo>
                  <a:pt x="542925" y="666750"/>
                </a:lnTo>
                <a:lnTo>
                  <a:pt x="542925" y="714375"/>
                </a:lnTo>
                <a:lnTo>
                  <a:pt x="552450" y="714375"/>
                </a:lnTo>
                <a:lnTo>
                  <a:pt x="552450" y="733425"/>
                </a:lnTo>
                <a:lnTo>
                  <a:pt x="561975" y="733425"/>
                </a:lnTo>
                <a:lnTo>
                  <a:pt x="561975" y="762000"/>
                </a:lnTo>
                <a:lnTo>
                  <a:pt x="571500" y="762000"/>
                </a:lnTo>
                <a:lnTo>
                  <a:pt x="571500" y="790575"/>
                </a:lnTo>
                <a:lnTo>
                  <a:pt x="581025" y="790575"/>
                </a:lnTo>
                <a:lnTo>
                  <a:pt x="581025" y="819150"/>
                </a:lnTo>
                <a:lnTo>
                  <a:pt x="590550" y="819150"/>
                </a:lnTo>
                <a:lnTo>
                  <a:pt x="609600" y="876300"/>
                </a:lnTo>
                <a:close/>
                <a:moveTo>
                  <a:pt x="2486025" y="1028700"/>
                </a:moveTo>
                <a:lnTo>
                  <a:pt x="2486025" y="990600"/>
                </a:lnTo>
                <a:lnTo>
                  <a:pt x="2476500" y="990600"/>
                </a:lnTo>
                <a:lnTo>
                  <a:pt x="2476500" y="952500"/>
                </a:lnTo>
                <a:lnTo>
                  <a:pt x="2466975" y="952500"/>
                </a:lnTo>
                <a:lnTo>
                  <a:pt x="2466975" y="914400"/>
                </a:lnTo>
                <a:lnTo>
                  <a:pt x="2457450" y="914400"/>
                </a:lnTo>
                <a:lnTo>
                  <a:pt x="2447925" y="838200"/>
                </a:lnTo>
                <a:lnTo>
                  <a:pt x="2438400" y="838200"/>
                </a:lnTo>
                <a:lnTo>
                  <a:pt x="2438400" y="809625"/>
                </a:lnTo>
                <a:lnTo>
                  <a:pt x="2428875" y="809625"/>
                </a:lnTo>
                <a:lnTo>
                  <a:pt x="2428875" y="771525"/>
                </a:lnTo>
                <a:lnTo>
                  <a:pt x="2419350" y="771525"/>
                </a:lnTo>
                <a:lnTo>
                  <a:pt x="2419350" y="742950"/>
                </a:lnTo>
                <a:lnTo>
                  <a:pt x="2409825" y="742950"/>
                </a:lnTo>
                <a:lnTo>
                  <a:pt x="2400300" y="695325"/>
                </a:lnTo>
                <a:lnTo>
                  <a:pt x="2390775" y="695325"/>
                </a:lnTo>
                <a:lnTo>
                  <a:pt x="2371725" y="666750"/>
                </a:lnTo>
                <a:lnTo>
                  <a:pt x="2352675" y="666750"/>
                </a:lnTo>
                <a:lnTo>
                  <a:pt x="2352675" y="657225"/>
                </a:lnTo>
                <a:lnTo>
                  <a:pt x="2295525" y="657225"/>
                </a:lnTo>
                <a:lnTo>
                  <a:pt x="2295525" y="666750"/>
                </a:lnTo>
                <a:lnTo>
                  <a:pt x="2219325" y="676275"/>
                </a:lnTo>
                <a:lnTo>
                  <a:pt x="2219325" y="685800"/>
                </a:lnTo>
                <a:lnTo>
                  <a:pt x="2190750" y="685800"/>
                </a:lnTo>
                <a:lnTo>
                  <a:pt x="2190750" y="695325"/>
                </a:lnTo>
                <a:lnTo>
                  <a:pt x="2114550" y="704850"/>
                </a:lnTo>
                <a:lnTo>
                  <a:pt x="2114550" y="714375"/>
                </a:lnTo>
                <a:lnTo>
                  <a:pt x="2105025" y="714375"/>
                </a:lnTo>
                <a:lnTo>
                  <a:pt x="2105025" y="742950"/>
                </a:lnTo>
                <a:lnTo>
                  <a:pt x="2114550" y="742950"/>
                </a:lnTo>
                <a:lnTo>
                  <a:pt x="2114550" y="752475"/>
                </a:lnTo>
                <a:lnTo>
                  <a:pt x="2124075" y="819150"/>
                </a:lnTo>
                <a:lnTo>
                  <a:pt x="2133600" y="819150"/>
                </a:lnTo>
                <a:lnTo>
                  <a:pt x="2143125" y="885825"/>
                </a:lnTo>
                <a:lnTo>
                  <a:pt x="2152650" y="885825"/>
                </a:lnTo>
                <a:lnTo>
                  <a:pt x="2152650" y="923925"/>
                </a:lnTo>
                <a:lnTo>
                  <a:pt x="2162175" y="923925"/>
                </a:lnTo>
                <a:lnTo>
                  <a:pt x="2162175" y="952500"/>
                </a:lnTo>
                <a:lnTo>
                  <a:pt x="2171700" y="952500"/>
                </a:lnTo>
                <a:lnTo>
                  <a:pt x="2171700" y="981075"/>
                </a:lnTo>
                <a:lnTo>
                  <a:pt x="2181225" y="981075"/>
                </a:lnTo>
                <a:lnTo>
                  <a:pt x="2181225" y="1009650"/>
                </a:lnTo>
                <a:lnTo>
                  <a:pt x="2190750" y="1009650"/>
                </a:lnTo>
                <a:lnTo>
                  <a:pt x="2190750" y="1047750"/>
                </a:lnTo>
                <a:lnTo>
                  <a:pt x="2200275" y="1047750"/>
                </a:lnTo>
                <a:lnTo>
                  <a:pt x="2200275" y="1085850"/>
                </a:lnTo>
                <a:lnTo>
                  <a:pt x="2209800" y="1085850"/>
                </a:lnTo>
                <a:lnTo>
                  <a:pt x="2219325" y="1133475"/>
                </a:lnTo>
                <a:lnTo>
                  <a:pt x="2238375" y="1133475"/>
                </a:lnTo>
                <a:lnTo>
                  <a:pt x="2238375" y="1123950"/>
                </a:lnTo>
                <a:lnTo>
                  <a:pt x="2276475" y="1123950"/>
                </a:lnTo>
                <a:lnTo>
                  <a:pt x="2276475" y="1114425"/>
                </a:lnTo>
                <a:lnTo>
                  <a:pt x="2314575" y="1114425"/>
                </a:lnTo>
                <a:lnTo>
                  <a:pt x="2314575" y="1104900"/>
                </a:lnTo>
                <a:lnTo>
                  <a:pt x="2352675" y="1104900"/>
                </a:lnTo>
                <a:lnTo>
                  <a:pt x="2352675" y="1095375"/>
                </a:lnTo>
                <a:lnTo>
                  <a:pt x="2390775" y="1095375"/>
                </a:lnTo>
                <a:lnTo>
                  <a:pt x="2390775" y="1085850"/>
                </a:lnTo>
                <a:lnTo>
                  <a:pt x="2428875" y="1085850"/>
                </a:lnTo>
                <a:lnTo>
                  <a:pt x="2428875" y="1076325"/>
                </a:lnTo>
                <a:lnTo>
                  <a:pt x="2447925" y="1076325"/>
                </a:lnTo>
                <a:lnTo>
                  <a:pt x="2447925" y="1066800"/>
                </a:lnTo>
                <a:lnTo>
                  <a:pt x="2476500" y="1047750"/>
                </a:lnTo>
                <a:lnTo>
                  <a:pt x="2476500" y="1028700"/>
                </a:lnTo>
                <a:lnTo>
                  <a:pt x="2486025" y="1028700"/>
                </a:lnTo>
                <a:close/>
                <a:moveTo>
                  <a:pt x="695325" y="533400"/>
                </a:moveTo>
                <a:lnTo>
                  <a:pt x="714375" y="523875"/>
                </a:lnTo>
                <a:lnTo>
                  <a:pt x="714375" y="504825"/>
                </a:lnTo>
                <a:lnTo>
                  <a:pt x="723900" y="504825"/>
                </a:lnTo>
                <a:lnTo>
                  <a:pt x="723900" y="485775"/>
                </a:lnTo>
                <a:lnTo>
                  <a:pt x="733425" y="485775"/>
                </a:lnTo>
                <a:lnTo>
                  <a:pt x="733425" y="457200"/>
                </a:lnTo>
                <a:lnTo>
                  <a:pt x="742950" y="457200"/>
                </a:lnTo>
                <a:lnTo>
                  <a:pt x="742950" y="390525"/>
                </a:lnTo>
                <a:lnTo>
                  <a:pt x="533400" y="419100"/>
                </a:lnTo>
                <a:lnTo>
                  <a:pt x="533400" y="428625"/>
                </a:lnTo>
                <a:lnTo>
                  <a:pt x="504825" y="447675"/>
                </a:lnTo>
                <a:lnTo>
                  <a:pt x="504825" y="466725"/>
                </a:lnTo>
                <a:lnTo>
                  <a:pt x="495300" y="466725"/>
                </a:lnTo>
                <a:lnTo>
                  <a:pt x="485775" y="485775"/>
                </a:lnTo>
                <a:lnTo>
                  <a:pt x="457200" y="495300"/>
                </a:lnTo>
                <a:lnTo>
                  <a:pt x="447675" y="495300"/>
                </a:lnTo>
                <a:lnTo>
                  <a:pt x="447675" y="504825"/>
                </a:lnTo>
                <a:lnTo>
                  <a:pt x="381000" y="504825"/>
                </a:lnTo>
                <a:lnTo>
                  <a:pt x="381000" y="523875"/>
                </a:lnTo>
                <a:lnTo>
                  <a:pt x="390525" y="523875"/>
                </a:lnTo>
                <a:lnTo>
                  <a:pt x="438150" y="581025"/>
                </a:lnTo>
                <a:lnTo>
                  <a:pt x="457200" y="581025"/>
                </a:lnTo>
                <a:lnTo>
                  <a:pt x="457200" y="590550"/>
                </a:lnTo>
                <a:lnTo>
                  <a:pt x="476250" y="590550"/>
                </a:lnTo>
                <a:lnTo>
                  <a:pt x="476250" y="600075"/>
                </a:lnTo>
                <a:lnTo>
                  <a:pt x="504825" y="600075"/>
                </a:lnTo>
                <a:lnTo>
                  <a:pt x="504825" y="609600"/>
                </a:lnTo>
                <a:lnTo>
                  <a:pt x="590550" y="609600"/>
                </a:lnTo>
                <a:lnTo>
                  <a:pt x="590550" y="600075"/>
                </a:lnTo>
                <a:lnTo>
                  <a:pt x="619125" y="600075"/>
                </a:lnTo>
                <a:lnTo>
                  <a:pt x="619125" y="590550"/>
                </a:lnTo>
                <a:lnTo>
                  <a:pt x="657225" y="581025"/>
                </a:lnTo>
                <a:lnTo>
                  <a:pt x="695325" y="533400"/>
                </a:lnTo>
                <a:close/>
                <a:moveTo>
                  <a:pt x="361950" y="457200"/>
                </a:moveTo>
                <a:lnTo>
                  <a:pt x="438150" y="457200"/>
                </a:lnTo>
                <a:lnTo>
                  <a:pt x="438150" y="447675"/>
                </a:lnTo>
                <a:lnTo>
                  <a:pt x="476250" y="419100"/>
                </a:lnTo>
                <a:lnTo>
                  <a:pt x="476250" y="400050"/>
                </a:lnTo>
                <a:lnTo>
                  <a:pt x="485775" y="400050"/>
                </a:lnTo>
                <a:lnTo>
                  <a:pt x="495300" y="381000"/>
                </a:lnTo>
                <a:lnTo>
                  <a:pt x="514350" y="381000"/>
                </a:lnTo>
                <a:lnTo>
                  <a:pt x="514350" y="371475"/>
                </a:lnTo>
                <a:lnTo>
                  <a:pt x="571500" y="371475"/>
                </a:lnTo>
                <a:lnTo>
                  <a:pt x="571500" y="361950"/>
                </a:lnTo>
                <a:lnTo>
                  <a:pt x="628650" y="361950"/>
                </a:lnTo>
                <a:lnTo>
                  <a:pt x="628650" y="352425"/>
                </a:lnTo>
                <a:lnTo>
                  <a:pt x="695325" y="352425"/>
                </a:lnTo>
                <a:lnTo>
                  <a:pt x="695325" y="342900"/>
                </a:lnTo>
                <a:lnTo>
                  <a:pt x="809625" y="333375"/>
                </a:lnTo>
                <a:lnTo>
                  <a:pt x="809625" y="314325"/>
                </a:lnTo>
                <a:lnTo>
                  <a:pt x="800100" y="314325"/>
                </a:lnTo>
                <a:lnTo>
                  <a:pt x="800100" y="295275"/>
                </a:lnTo>
                <a:lnTo>
                  <a:pt x="790575" y="295275"/>
                </a:lnTo>
                <a:lnTo>
                  <a:pt x="790575" y="276225"/>
                </a:lnTo>
                <a:lnTo>
                  <a:pt x="781050" y="276225"/>
                </a:lnTo>
                <a:lnTo>
                  <a:pt x="771525" y="228600"/>
                </a:lnTo>
                <a:lnTo>
                  <a:pt x="762000" y="228600"/>
                </a:lnTo>
                <a:lnTo>
                  <a:pt x="762000" y="219075"/>
                </a:lnTo>
                <a:lnTo>
                  <a:pt x="752475" y="219075"/>
                </a:lnTo>
                <a:lnTo>
                  <a:pt x="704850" y="161925"/>
                </a:lnTo>
                <a:lnTo>
                  <a:pt x="685800" y="161925"/>
                </a:lnTo>
                <a:lnTo>
                  <a:pt x="685800" y="152400"/>
                </a:lnTo>
                <a:lnTo>
                  <a:pt x="676275" y="152400"/>
                </a:lnTo>
                <a:lnTo>
                  <a:pt x="676275" y="142875"/>
                </a:lnTo>
                <a:lnTo>
                  <a:pt x="647700" y="142875"/>
                </a:lnTo>
                <a:lnTo>
                  <a:pt x="647700" y="133350"/>
                </a:lnTo>
                <a:lnTo>
                  <a:pt x="619125" y="133350"/>
                </a:lnTo>
                <a:lnTo>
                  <a:pt x="619125" y="123825"/>
                </a:lnTo>
                <a:lnTo>
                  <a:pt x="485775" y="123825"/>
                </a:lnTo>
                <a:lnTo>
                  <a:pt x="485775" y="133350"/>
                </a:lnTo>
                <a:lnTo>
                  <a:pt x="457200" y="133350"/>
                </a:lnTo>
                <a:lnTo>
                  <a:pt x="457200" y="142875"/>
                </a:lnTo>
                <a:lnTo>
                  <a:pt x="400050" y="161925"/>
                </a:lnTo>
                <a:lnTo>
                  <a:pt x="381000" y="190500"/>
                </a:lnTo>
                <a:lnTo>
                  <a:pt x="361950" y="190500"/>
                </a:lnTo>
                <a:lnTo>
                  <a:pt x="361950" y="209550"/>
                </a:lnTo>
                <a:lnTo>
                  <a:pt x="333375" y="228600"/>
                </a:lnTo>
                <a:lnTo>
                  <a:pt x="333375" y="247650"/>
                </a:lnTo>
                <a:lnTo>
                  <a:pt x="323850" y="247650"/>
                </a:lnTo>
                <a:lnTo>
                  <a:pt x="323850" y="266700"/>
                </a:lnTo>
                <a:lnTo>
                  <a:pt x="314325" y="266700"/>
                </a:lnTo>
                <a:lnTo>
                  <a:pt x="314325" y="285750"/>
                </a:lnTo>
                <a:lnTo>
                  <a:pt x="304800" y="285750"/>
                </a:lnTo>
                <a:lnTo>
                  <a:pt x="304800" y="314325"/>
                </a:lnTo>
                <a:lnTo>
                  <a:pt x="295275" y="314325"/>
                </a:lnTo>
                <a:lnTo>
                  <a:pt x="295275" y="400050"/>
                </a:lnTo>
                <a:lnTo>
                  <a:pt x="285750" y="400050"/>
                </a:lnTo>
                <a:lnTo>
                  <a:pt x="285750" y="438150"/>
                </a:lnTo>
                <a:lnTo>
                  <a:pt x="276225" y="438150"/>
                </a:lnTo>
                <a:lnTo>
                  <a:pt x="276225" y="466725"/>
                </a:lnTo>
                <a:lnTo>
                  <a:pt x="352425" y="466725"/>
                </a:lnTo>
                <a:lnTo>
                  <a:pt x="352425" y="457200"/>
                </a:lnTo>
                <a:lnTo>
                  <a:pt x="361950" y="457200"/>
                </a:lnTo>
                <a:close/>
                <a:moveTo>
                  <a:pt x="95250" y="1057275"/>
                </a:moveTo>
                <a:lnTo>
                  <a:pt x="95250" y="1066800"/>
                </a:lnTo>
                <a:lnTo>
                  <a:pt x="85725" y="1066800"/>
                </a:lnTo>
                <a:lnTo>
                  <a:pt x="85725" y="1095375"/>
                </a:lnTo>
                <a:lnTo>
                  <a:pt x="104775" y="1095375"/>
                </a:lnTo>
                <a:lnTo>
                  <a:pt x="104775" y="1104900"/>
                </a:lnTo>
                <a:lnTo>
                  <a:pt x="142875" y="1104900"/>
                </a:lnTo>
                <a:lnTo>
                  <a:pt x="142875" y="1114425"/>
                </a:lnTo>
                <a:lnTo>
                  <a:pt x="171450" y="1114425"/>
                </a:lnTo>
                <a:lnTo>
                  <a:pt x="180975" y="1047750"/>
                </a:lnTo>
                <a:lnTo>
                  <a:pt x="190500" y="1047750"/>
                </a:lnTo>
                <a:lnTo>
                  <a:pt x="190500" y="1009650"/>
                </a:lnTo>
                <a:lnTo>
                  <a:pt x="200025" y="1009650"/>
                </a:lnTo>
                <a:lnTo>
                  <a:pt x="200025" y="971550"/>
                </a:lnTo>
                <a:lnTo>
                  <a:pt x="209550" y="971550"/>
                </a:lnTo>
                <a:lnTo>
                  <a:pt x="209550" y="933450"/>
                </a:lnTo>
                <a:lnTo>
                  <a:pt x="219075" y="933450"/>
                </a:lnTo>
                <a:lnTo>
                  <a:pt x="219075" y="895350"/>
                </a:lnTo>
                <a:lnTo>
                  <a:pt x="228600" y="895350"/>
                </a:lnTo>
                <a:lnTo>
                  <a:pt x="228600" y="847725"/>
                </a:lnTo>
                <a:lnTo>
                  <a:pt x="238125" y="847725"/>
                </a:lnTo>
                <a:lnTo>
                  <a:pt x="238125" y="838200"/>
                </a:lnTo>
                <a:lnTo>
                  <a:pt x="247650" y="800100"/>
                </a:lnTo>
                <a:lnTo>
                  <a:pt x="180975" y="790575"/>
                </a:lnTo>
                <a:lnTo>
                  <a:pt x="180975" y="781050"/>
                </a:lnTo>
                <a:lnTo>
                  <a:pt x="152400" y="790575"/>
                </a:lnTo>
                <a:lnTo>
                  <a:pt x="142875" y="857250"/>
                </a:lnTo>
                <a:lnTo>
                  <a:pt x="133350" y="857250"/>
                </a:lnTo>
                <a:lnTo>
                  <a:pt x="133350" y="904875"/>
                </a:lnTo>
                <a:lnTo>
                  <a:pt x="123825" y="904875"/>
                </a:lnTo>
                <a:lnTo>
                  <a:pt x="123825" y="942975"/>
                </a:lnTo>
                <a:lnTo>
                  <a:pt x="114300" y="942975"/>
                </a:lnTo>
                <a:lnTo>
                  <a:pt x="114300" y="981075"/>
                </a:lnTo>
                <a:lnTo>
                  <a:pt x="104775" y="981075"/>
                </a:lnTo>
                <a:lnTo>
                  <a:pt x="95250" y="1057275"/>
                </a:lnTo>
                <a:close/>
                <a:moveTo>
                  <a:pt x="2057400" y="676275"/>
                </a:moveTo>
                <a:lnTo>
                  <a:pt x="2057400" y="685800"/>
                </a:lnTo>
                <a:lnTo>
                  <a:pt x="2028825" y="685800"/>
                </a:lnTo>
                <a:lnTo>
                  <a:pt x="2028825" y="695325"/>
                </a:lnTo>
                <a:lnTo>
                  <a:pt x="2009775" y="695325"/>
                </a:lnTo>
                <a:lnTo>
                  <a:pt x="2009775" y="704850"/>
                </a:lnTo>
                <a:lnTo>
                  <a:pt x="1962150" y="714375"/>
                </a:lnTo>
                <a:lnTo>
                  <a:pt x="1962150" y="723900"/>
                </a:lnTo>
                <a:lnTo>
                  <a:pt x="1971675" y="723900"/>
                </a:lnTo>
                <a:lnTo>
                  <a:pt x="1971675" y="733425"/>
                </a:lnTo>
                <a:lnTo>
                  <a:pt x="2028825" y="781050"/>
                </a:lnTo>
                <a:lnTo>
                  <a:pt x="2028825" y="800100"/>
                </a:lnTo>
                <a:lnTo>
                  <a:pt x="2038350" y="800100"/>
                </a:lnTo>
                <a:lnTo>
                  <a:pt x="2047875" y="819150"/>
                </a:lnTo>
                <a:lnTo>
                  <a:pt x="2057400" y="819150"/>
                </a:lnTo>
                <a:lnTo>
                  <a:pt x="2057400" y="838200"/>
                </a:lnTo>
                <a:lnTo>
                  <a:pt x="2066925" y="838200"/>
                </a:lnTo>
                <a:lnTo>
                  <a:pt x="2076450" y="866775"/>
                </a:lnTo>
                <a:lnTo>
                  <a:pt x="2085975" y="866775"/>
                </a:lnTo>
                <a:lnTo>
                  <a:pt x="2085975" y="828675"/>
                </a:lnTo>
                <a:lnTo>
                  <a:pt x="2076450" y="828675"/>
                </a:lnTo>
                <a:lnTo>
                  <a:pt x="2076450" y="790575"/>
                </a:lnTo>
                <a:lnTo>
                  <a:pt x="2066925" y="790575"/>
                </a:lnTo>
                <a:lnTo>
                  <a:pt x="2066925" y="752475"/>
                </a:lnTo>
                <a:lnTo>
                  <a:pt x="2057400" y="752475"/>
                </a:lnTo>
                <a:lnTo>
                  <a:pt x="2057400" y="695325"/>
                </a:lnTo>
                <a:lnTo>
                  <a:pt x="2066925" y="695325"/>
                </a:lnTo>
                <a:lnTo>
                  <a:pt x="2066925" y="676275"/>
                </a:lnTo>
                <a:lnTo>
                  <a:pt x="2057400" y="676275"/>
                </a:lnTo>
                <a:close/>
                <a:moveTo>
                  <a:pt x="571500" y="247650"/>
                </a:moveTo>
                <a:lnTo>
                  <a:pt x="571500" y="209550"/>
                </a:lnTo>
                <a:lnTo>
                  <a:pt x="590550" y="209550"/>
                </a:lnTo>
                <a:lnTo>
                  <a:pt x="590550" y="200025"/>
                </a:lnTo>
                <a:lnTo>
                  <a:pt x="714375" y="190500"/>
                </a:lnTo>
                <a:lnTo>
                  <a:pt x="714375" y="209550"/>
                </a:lnTo>
                <a:lnTo>
                  <a:pt x="723900" y="209550"/>
                </a:lnTo>
                <a:lnTo>
                  <a:pt x="723900" y="257175"/>
                </a:lnTo>
                <a:lnTo>
                  <a:pt x="723900" y="295275"/>
                </a:lnTo>
                <a:lnTo>
                  <a:pt x="666750" y="295275"/>
                </a:lnTo>
                <a:lnTo>
                  <a:pt x="666750" y="304800"/>
                </a:lnTo>
                <a:lnTo>
                  <a:pt x="609600" y="304800"/>
                </a:lnTo>
                <a:lnTo>
                  <a:pt x="609600" y="314325"/>
                </a:lnTo>
                <a:lnTo>
                  <a:pt x="590550" y="314325"/>
                </a:lnTo>
                <a:lnTo>
                  <a:pt x="590550" y="304800"/>
                </a:lnTo>
                <a:lnTo>
                  <a:pt x="581025" y="304800"/>
                </a:lnTo>
                <a:lnTo>
                  <a:pt x="581025" y="257175"/>
                </a:lnTo>
                <a:lnTo>
                  <a:pt x="571500" y="257175"/>
                </a:lnTo>
                <a:lnTo>
                  <a:pt x="571500" y="247650"/>
                </a:lnTo>
                <a:close/>
                <a:moveTo>
                  <a:pt x="1743075" y="276225"/>
                </a:moveTo>
                <a:lnTo>
                  <a:pt x="1704975" y="276225"/>
                </a:lnTo>
                <a:lnTo>
                  <a:pt x="1704975" y="285750"/>
                </a:lnTo>
                <a:lnTo>
                  <a:pt x="1647825" y="304800"/>
                </a:lnTo>
                <a:lnTo>
                  <a:pt x="1647825" y="314325"/>
                </a:lnTo>
                <a:lnTo>
                  <a:pt x="1609725" y="342900"/>
                </a:lnTo>
                <a:lnTo>
                  <a:pt x="1609725" y="361950"/>
                </a:lnTo>
                <a:lnTo>
                  <a:pt x="1600200" y="361950"/>
                </a:lnTo>
                <a:lnTo>
                  <a:pt x="1590675" y="390525"/>
                </a:lnTo>
                <a:lnTo>
                  <a:pt x="1581150" y="390525"/>
                </a:lnTo>
                <a:lnTo>
                  <a:pt x="1571625" y="485775"/>
                </a:lnTo>
                <a:lnTo>
                  <a:pt x="1581150" y="485775"/>
                </a:lnTo>
                <a:lnTo>
                  <a:pt x="1581150" y="523875"/>
                </a:lnTo>
                <a:lnTo>
                  <a:pt x="1590675" y="523875"/>
                </a:lnTo>
                <a:lnTo>
                  <a:pt x="1600200" y="561975"/>
                </a:lnTo>
                <a:lnTo>
                  <a:pt x="1609725" y="561975"/>
                </a:lnTo>
                <a:lnTo>
                  <a:pt x="1657350" y="619125"/>
                </a:lnTo>
                <a:lnTo>
                  <a:pt x="1704975" y="628650"/>
                </a:lnTo>
                <a:lnTo>
                  <a:pt x="1704975" y="638175"/>
                </a:lnTo>
                <a:lnTo>
                  <a:pt x="1771650" y="647700"/>
                </a:lnTo>
                <a:lnTo>
                  <a:pt x="1781175" y="647700"/>
                </a:lnTo>
                <a:lnTo>
                  <a:pt x="1781175" y="638175"/>
                </a:lnTo>
                <a:lnTo>
                  <a:pt x="1819275" y="638175"/>
                </a:lnTo>
                <a:lnTo>
                  <a:pt x="1819275" y="628650"/>
                </a:lnTo>
                <a:lnTo>
                  <a:pt x="1876425" y="609600"/>
                </a:lnTo>
                <a:lnTo>
                  <a:pt x="1876425" y="600075"/>
                </a:lnTo>
                <a:lnTo>
                  <a:pt x="1914525" y="571500"/>
                </a:lnTo>
                <a:lnTo>
                  <a:pt x="1914525" y="552450"/>
                </a:lnTo>
                <a:lnTo>
                  <a:pt x="1924050" y="552450"/>
                </a:lnTo>
                <a:lnTo>
                  <a:pt x="1924050" y="533400"/>
                </a:lnTo>
                <a:lnTo>
                  <a:pt x="1933575" y="533400"/>
                </a:lnTo>
                <a:lnTo>
                  <a:pt x="1933575" y="514350"/>
                </a:lnTo>
                <a:lnTo>
                  <a:pt x="1943100" y="514350"/>
                </a:lnTo>
                <a:lnTo>
                  <a:pt x="1943100" y="409575"/>
                </a:lnTo>
                <a:lnTo>
                  <a:pt x="1933575" y="409575"/>
                </a:lnTo>
                <a:lnTo>
                  <a:pt x="1933575" y="381000"/>
                </a:lnTo>
                <a:lnTo>
                  <a:pt x="1924050" y="381000"/>
                </a:lnTo>
                <a:lnTo>
                  <a:pt x="1924050" y="361950"/>
                </a:lnTo>
                <a:lnTo>
                  <a:pt x="1905000" y="352425"/>
                </a:lnTo>
                <a:lnTo>
                  <a:pt x="1905000" y="333375"/>
                </a:lnTo>
                <a:lnTo>
                  <a:pt x="1895475" y="333375"/>
                </a:lnTo>
                <a:lnTo>
                  <a:pt x="1885950" y="314325"/>
                </a:lnTo>
                <a:lnTo>
                  <a:pt x="1866900" y="314325"/>
                </a:lnTo>
                <a:lnTo>
                  <a:pt x="1857375" y="295275"/>
                </a:lnTo>
                <a:lnTo>
                  <a:pt x="1809750" y="285750"/>
                </a:lnTo>
                <a:lnTo>
                  <a:pt x="1809750" y="276225"/>
                </a:lnTo>
                <a:lnTo>
                  <a:pt x="1743075" y="276225"/>
                </a:lnTo>
                <a:close/>
                <a:moveTo>
                  <a:pt x="1571625" y="914400"/>
                </a:moveTo>
                <a:lnTo>
                  <a:pt x="1476375" y="923925"/>
                </a:lnTo>
                <a:lnTo>
                  <a:pt x="1476375" y="914400"/>
                </a:lnTo>
                <a:lnTo>
                  <a:pt x="1457325" y="904875"/>
                </a:lnTo>
                <a:lnTo>
                  <a:pt x="1457325" y="885825"/>
                </a:lnTo>
                <a:lnTo>
                  <a:pt x="1485900" y="885825"/>
                </a:lnTo>
                <a:lnTo>
                  <a:pt x="1485900" y="876300"/>
                </a:lnTo>
                <a:lnTo>
                  <a:pt x="1543050" y="876300"/>
                </a:lnTo>
                <a:lnTo>
                  <a:pt x="1543050" y="866775"/>
                </a:lnTo>
                <a:lnTo>
                  <a:pt x="1609725" y="866775"/>
                </a:lnTo>
                <a:lnTo>
                  <a:pt x="1609725" y="857250"/>
                </a:lnTo>
                <a:lnTo>
                  <a:pt x="1628775" y="857250"/>
                </a:lnTo>
                <a:lnTo>
                  <a:pt x="1628775" y="847725"/>
                </a:lnTo>
                <a:lnTo>
                  <a:pt x="1647825" y="847725"/>
                </a:lnTo>
                <a:lnTo>
                  <a:pt x="1647825" y="838200"/>
                </a:lnTo>
                <a:lnTo>
                  <a:pt x="1666875" y="838200"/>
                </a:lnTo>
                <a:lnTo>
                  <a:pt x="1666875" y="828675"/>
                </a:lnTo>
                <a:lnTo>
                  <a:pt x="1685925" y="828675"/>
                </a:lnTo>
                <a:lnTo>
                  <a:pt x="1685925" y="819150"/>
                </a:lnTo>
                <a:lnTo>
                  <a:pt x="1714500" y="809625"/>
                </a:lnTo>
                <a:lnTo>
                  <a:pt x="1714500" y="800100"/>
                </a:lnTo>
                <a:lnTo>
                  <a:pt x="1733550" y="800100"/>
                </a:lnTo>
                <a:lnTo>
                  <a:pt x="1733550" y="790575"/>
                </a:lnTo>
                <a:lnTo>
                  <a:pt x="1752600" y="790575"/>
                </a:lnTo>
                <a:lnTo>
                  <a:pt x="1752600" y="781050"/>
                </a:lnTo>
                <a:lnTo>
                  <a:pt x="1771650" y="781050"/>
                </a:lnTo>
                <a:lnTo>
                  <a:pt x="1771650" y="828675"/>
                </a:lnTo>
                <a:lnTo>
                  <a:pt x="1762125" y="828675"/>
                </a:lnTo>
                <a:lnTo>
                  <a:pt x="1752600" y="847725"/>
                </a:lnTo>
                <a:lnTo>
                  <a:pt x="1733550" y="847725"/>
                </a:lnTo>
                <a:lnTo>
                  <a:pt x="1724025" y="866775"/>
                </a:lnTo>
                <a:lnTo>
                  <a:pt x="1704975" y="866775"/>
                </a:lnTo>
                <a:lnTo>
                  <a:pt x="1704975" y="876300"/>
                </a:lnTo>
                <a:lnTo>
                  <a:pt x="1676400" y="885825"/>
                </a:lnTo>
                <a:lnTo>
                  <a:pt x="1666875" y="904875"/>
                </a:lnTo>
                <a:lnTo>
                  <a:pt x="1571625" y="914400"/>
                </a:lnTo>
                <a:close/>
                <a:moveTo>
                  <a:pt x="371475" y="962025"/>
                </a:moveTo>
                <a:lnTo>
                  <a:pt x="371475" y="933450"/>
                </a:lnTo>
                <a:lnTo>
                  <a:pt x="381000" y="933450"/>
                </a:lnTo>
                <a:lnTo>
                  <a:pt x="381000" y="914400"/>
                </a:lnTo>
                <a:lnTo>
                  <a:pt x="390525" y="914400"/>
                </a:lnTo>
                <a:lnTo>
                  <a:pt x="390525" y="895350"/>
                </a:lnTo>
                <a:lnTo>
                  <a:pt x="400050" y="895350"/>
                </a:lnTo>
                <a:lnTo>
                  <a:pt x="400050" y="876300"/>
                </a:lnTo>
                <a:lnTo>
                  <a:pt x="409575" y="876300"/>
                </a:lnTo>
                <a:lnTo>
                  <a:pt x="409575" y="847725"/>
                </a:lnTo>
                <a:lnTo>
                  <a:pt x="419100" y="847725"/>
                </a:lnTo>
                <a:lnTo>
                  <a:pt x="419100" y="828675"/>
                </a:lnTo>
                <a:lnTo>
                  <a:pt x="428625" y="828675"/>
                </a:lnTo>
                <a:lnTo>
                  <a:pt x="428625" y="809625"/>
                </a:lnTo>
                <a:lnTo>
                  <a:pt x="438150" y="809625"/>
                </a:lnTo>
                <a:lnTo>
                  <a:pt x="438150" y="790575"/>
                </a:lnTo>
                <a:lnTo>
                  <a:pt x="447675" y="790575"/>
                </a:lnTo>
                <a:lnTo>
                  <a:pt x="447675" y="771525"/>
                </a:lnTo>
                <a:lnTo>
                  <a:pt x="457200" y="771525"/>
                </a:lnTo>
                <a:lnTo>
                  <a:pt x="466725" y="742950"/>
                </a:lnTo>
                <a:lnTo>
                  <a:pt x="390525" y="733425"/>
                </a:lnTo>
                <a:lnTo>
                  <a:pt x="390525" y="723900"/>
                </a:lnTo>
                <a:lnTo>
                  <a:pt x="323850" y="723900"/>
                </a:lnTo>
                <a:lnTo>
                  <a:pt x="314325" y="752475"/>
                </a:lnTo>
                <a:lnTo>
                  <a:pt x="304800" y="752475"/>
                </a:lnTo>
                <a:lnTo>
                  <a:pt x="304800" y="800100"/>
                </a:lnTo>
                <a:lnTo>
                  <a:pt x="295275" y="800100"/>
                </a:lnTo>
                <a:lnTo>
                  <a:pt x="295275" y="838200"/>
                </a:lnTo>
                <a:lnTo>
                  <a:pt x="285750" y="838200"/>
                </a:lnTo>
                <a:lnTo>
                  <a:pt x="285750" y="876300"/>
                </a:lnTo>
                <a:lnTo>
                  <a:pt x="276225" y="876300"/>
                </a:lnTo>
                <a:lnTo>
                  <a:pt x="276225" y="914400"/>
                </a:lnTo>
                <a:lnTo>
                  <a:pt x="266700" y="914400"/>
                </a:lnTo>
                <a:lnTo>
                  <a:pt x="266700" y="952500"/>
                </a:lnTo>
                <a:lnTo>
                  <a:pt x="257175" y="952500"/>
                </a:lnTo>
                <a:lnTo>
                  <a:pt x="257175" y="990600"/>
                </a:lnTo>
                <a:lnTo>
                  <a:pt x="247650" y="990600"/>
                </a:lnTo>
                <a:lnTo>
                  <a:pt x="247650" y="1028700"/>
                </a:lnTo>
                <a:lnTo>
                  <a:pt x="238125" y="1028700"/>
                </a:lnTo>
                <a:lnTo>
                  <a:pt x="238125" y="1066800"/>
                </a:lnTo>
                <a:lnTo>
                  <a:pt x="228600" y="1066800"/>
                </a:lnTo>
                <a:lnTo>
                  <a:pt x="228600" y="1114425"/>
                </a:lnTo>
                <a:lnTo>
                  <a:pt x="219075" y="1114425"/>
                </a:lnTo>
                <a:lnTo>
                  <a:pt x="219075" y="1133475"/>
                </a:lnTo>
                <a:lnTo>
                  <a:pt x="238125" y="1133475"/>
                </a:lnTo>
                <a:lnTo>
                  <a:pt x="238125" y="1143000"/>
                </a:lnTo>
                <a:lnTo>
                  <a:pt x="257175" y="1143000"/>
                </a:lnTo>
                <a:lnTo>
                  <a:pt x="257175" y="1152525"/>
                </a:lnTo>
                <a:lnTo>
                  <a:pt x="285750" y="1152525"/>
                </a:lnTo>
                <a:lnTo>
                  <a:pt x="285750" y="1133475"/>
                </a:lnTo>
                <a:lnTo>
                  <a:pt x="295275" y="1133475"/>
                </a:lnTo>
                <a:lnTo>
                  <a:pt x="295275" y="1114425"/>
                </a:lnTo>
                <a:lnTo>
                  <a:pt x="304800" y="1114425"/>
                </a:lnTo>
                <a:lnTo>
                  <a:pt x="304800" y="1085850"/>
                </a:lnTo>
                <a:lnTo>
                  <a:pt x="314325" y="1085850"/>
                </a:lnTo>
                <a:lnTo>
                  <a:pt x="314325" y="1066800"/>
                </a:lnTo>
                <a:lnTo>
                  <a:pt x="323850" y="1066800"/>
                </a:lnTo>
                <a:lnTo>
                  <a:pt x="323850" y="1047750"/>
                </a:lnTo>
                <a:lnTo>
                  <a:pt x="333375" y="1047750"/>
                </a:lnTo>
                <a:lnTo>
                  <a:pt x="333375" y="1028700"/>
                </a:lnTo>
                <a:lnTo>
                  <a:pt x="342900" y="1028700"/>
                </a:lnTo>
                <a:lnTo>
                  <a:pt x="342900" y="1000125"/>
                </a:lnTo>
                <a:lnTo>
                  <a:pt x="352425" y="1000125"/>
                </a:lnTo>
                <a:lnTo>
                  <a:pt x="352425" y="981075"/>
                </a:lnTo>
                <a:lnTo>
                  <a:pt x="361950" y="981075"/>
                </a:lnTo>
                <a:lnTo>
                  <a:pt x="361950" y="962025"/>
                </a:lnTo>
                <a:lnTo>
                  <a:pt x="371475" y="962025"/>
                </a:lnTo>
                <a:close/>
                <a:moveTo>
                  <a:pt x="2209800" y="923925"/>
                </a:moveTo>
                <a:lnTo>
                  <a:pt x="2200275" y="923925"/>
                </a:lnTo>
                <a:lnTo>
                  <a:pt x="2200275" y="885825"/>
                </a:lnTo>
                <a:lnTo>
                  <a:pt x="2219325" y="885825"/>
                </a:lnTo>
                <a:lnTo>
                  <a:pt x="2219325" y="876300"/>
                </a:lnTo>
                <a:lnTo>
                  <a:pt x="2257425" y="876300"/>
                </a:lnTo>
                <a:lnTo>
                  <a:pt x="2257425" y="866775"/>
                </a:lnTo>
                <a:lnTo>
                  <a:pt x="2266950" y="866775"/>
                </a:lnTo>
                <a:lnTo>
                  <a:pt x="2257425" y="790575"/>
                </a:lnTo>
                <a:lnTo>
                  <a:pt x="2305050" y="781050"/>
                </a:lnTo>
                <a:lnTo>
                  <a:pt x="2305050" y="790575"/>
                </a:lnTo>
                <a:lnTo>
                  <a:pt x="2314575" y="790575"/>
                </a:lnTo>
                <a:lnTo>
                  <a:pt x="2314575" y="819150"/>
                </a:lnTo>
                <a:lnTo>
                  <a:pt x="2324100" y="819150"/>
                </a:lnTo>
                <a:lnTo>
                  <a:pt x="2324100" y="847725"/>
                </a:lnTo>
                <a:lnTo>
                  <a:pt x="2362200" y="847725"/>
                </a:lnTo>
                <a:lnTo>
                  <a:pt x="2362200" y="838200"/>
                </a:lnTo>
                <a:lnTo>
                  <a:pt x="2400300" y="838200"/>
                </a:lnTo>
                <a:lnTo>
                  <a:pt x="2400300" y="847725"/>
                </a:lnTo>
                <a:lnTo>
                  <a:pt x="2409825" y="847725"/>
                </a:lnTo>
                <a:lnTo>
                  <a:pt x="2409825" y="885825"/>
                </a:lnTo>
                <a:lnTo>
                  <a:pt x="2400300" y="885825"/>
                </a:lnTo>
                <a:lnTo>
                  <a:pt x="2400300" y="895350"/>
                </a:lnTo>
                <a:lnTo>
                  <a:pt x="2343150" y="904875"/>
                </a:lnTo>
                <a:lnTo>
                  <a:pt x="2352675" y="952500"/>
                </a:lnTo>
                <a:lnTo>
                  <a:pt x="2362200" y="952500"/>
                </a:lnTo>
                <a:lnTo>
                  <a:pt x="2362200" y="981075"/>
                </a:lnTo>
                <a:lnTo>
                  <a:pt x="2352675" y="981075"/>
                </a:lnTo>
                <a:lnTo>
                  <a:pt x="2352675" y="990600"/>
                </a:lnTo>
                <a:lnTo>
                  <a:pt x="2305050" y="990600"/>
                </a:lnTo>
                <a:lnTo>
                  <a:pt x="2305050" y="962025"/>
                </a:lnTo>
                <a:lnTo>
                  <a:pt x="2295525" y="962025"/>
                </a:lnTo>
                <a:lnTo>
                  <a:pt x="2295525" y="933450"/>
                </a:lnTo>
                <a:lnTo>
                  <a:pt x="2286000" y="933450"/>
                </a:lnTo>
                <a:lnTo>
                  <a:pt x="2286000" y="923925"/>
                </a:lnTo>
                <a:lnTo>
                  <a:pt x="2266950" y="923925"/>
                </a:lnTo>
                <a:lnTo>
                  <a:pt x="2266950" y="933450"/>
                </a:lnTo>
                <a:lnTo>
                  <a:pt x="2209800" y="933450"/>
                </a:lnTo>
                <a:lnTo>
                  <a:pt x="2209800" y="923925"/>
                </a:lnTo>
                <a:close/>
                <a:moveTo>
                  <a:pt x="685800" y="238125"/>
                </a:moveTo>
                <a:lnTo>
                  <a:pt x="685800" y="228600"/>
                </a:lnTo>
                <a:lnTo>
                  <a:pt x="609600" y="238125"/>
                </a:lnTo>
                <a:lnTo>
                  <a:pt x="609600" y="257175"/>
                </a:lnTo>
                <a:lnTo>
                  <a:pt x="619125" y="257175"/>
                </a:lnTo>
                <a:lnTo>
                  <a:pt x="619125" y="266700"/>
                </a:lnTo>
                <a:lnTo>
                  <a:pt x="666750" y="266700"/>
                </a:lnTo>
                <a:lnTo>
                  <a:pt x="666750" y="257175"/>
                </a:lnTo>
                <a:lnTo>
                  <a:pt x="685800" y="257175"/>
                </a:lnTo>
                <a:lnTo>
                  <a:pt x="685800" y="238125"/>
                </a:lnTo>
                <a:close/>
              </a:path>
            </a:pathLst>
          </a:custGeom>
          <a:solidFill xmlns:a="http://schemas.openxmlformats.org/drawingml/2006/main">
            <a:srgbClr val="102536"/>
          </a:solidFill>
          <a:ln xmlns:a="http://schemas.openxmlformats.org/drawingml/2006/main" w="0">
            <a:noFill/>
          </a:ln>
        </p:spPr>
      </p:sp>
      <p:sp>
        <p:nvSpPr>
          <p:cNvPr id="3" name="soldier">
            <a:extLst xmlns:a="http://schemas.openxmlformats.org/drawingml/2006/main">
              <a:ext uri="{FF2B5EF4-FFF2-40B4-BE49-F238E27FC236}">
                <a16:creationId xmlns:a16="http://schemas.microsoft.com/office/drawing/2014/main" id="{41DEABAC-6C2C-4DF8-BF90-FFBDC818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66800"/>
            <a:ext cx="2619375" cy="1619250"/>
          </a:xfrm>
          <a:custGeom xmlns:a="http://schemas.openxmlformats.org/drawingml/2006/main">
            <a:pathLst>
              <a:path w="2619375" h="1619250">
                <a:moveTo>
                  <a:pt x="1000125" y="1171575"/>
                </a:moveTo>
                <a:lnTo>
                  <a:pt x="1028700" y="1171575"/>
                </a:lnTo>
                <a:lnTo>
                  <a:pt x="1028700" y="1209675"/>
                </a:lnTo>
                <a:lnTo>
                  <a:pt x="1019175" y="1209675"/>
                </a:lnTo>
                <a:lnTo>
                  <a:pt x="1009650" y="1228725"/>
                </a:lnTo>
                <a:lnTo>
                  <a:pt x="990600" y="1228725"/>
                </a:lnTo>
                <a:lnTo>
                  <a:pt x="990600" y="1209675"/>
                </a:lnTo>
                <a:lnTo>
                  <a:pt x="981075" y="1209675"/>
                </a:lnTo>
                <a:lnTo>
                  <a:pt x="981075" y="1190625"/>
                </a:lnTo>
                <a:lnTo>
                  <a:pt x="990600" y="1190625"/>
                </a:lnTo>
                <a:lnTo>
                  <a:pt x="1000125" y="1171575"/>
                </a:lnTo>
                <a:close/>
                <a:moveTo>
                  <a:pt x="904875" y="990600"/>
                </a:moveTo>
                <a:lnTo>
                  <a:pt x="895350" y="942975"/>
                </a:lnTo>
                <a:lnTo>
                  <a:pt x="885825" y="942975"/>
                </a:lnTo>
                <a:lnTo>
                  <a:pt x="895350" y="923925"/>
                </a:lnTo>
                <a:lnTo>
                  <a:pt x="923925" y="923925"/>
                </a:lnTo>
                <a:lnTo>
                  <a:pt x="923925" y="933450"/>
                </a:lnTo>
                <a:lnTo>
                  <a:pt x="933450" y="933450"/>
                </a:lnTo>
                <a:lnTo>
                  <a:pt x="942975" y="990600"/>
                </a:lnTo>
                <a:lnTo>
                  <a:pt x="952500" y="990600"/>
                </a:lnTo>
                <a:lnTo>
                  <a:pt x="952500" y="1019175"/>
                </a:lnTo>
                <a:lnTo>
                  <a:pt x="962025" y="1019175"/>
                </a:lnTo>
                <a:lnTo>
                  <a:pt x="962025" y="1047750"/>
                </a:lnTo>
                <a:lnTo>
                  <a:pt x="952500" y="1047750"/>
                </a:lnTo>
                <a:lnTo>
                  <a:pt x="952500" y="1057275"/>
                </a:lnTo>
                <a:lnTo>
                  <a:pt x="923925" y="1047750"/>
                </a:lnTo>
                <a:lnTo>
                  <a:pt x="904875" y="990600"/>
                </a:lnTo>
                <a:close/>
                <a:moveTo>
                  <a:pt x="1047750" y="971550"/>
                </a:moveTo>
                <a:lnTo>
                  <a:pt x="1047750" y="981075"/>
                </a:lnTo>
                <a:lnTo>
                  <a:pt x="1038225" y="981075"/>
                </a:lnTo>
                <a:lnTo>
                  <a:pt x="1038225" y="1028700"/>
                </a:lnTo>
                <a:lnTo>
                  <a:pt x="1028700" y="1028700"/>
                </a:lnTo>
                <a:lnTo>
                  <a:pt x="1028700" y="1047750"/>
                </a:lnTo>
                <a:lnTo>
                  <a:pt x="1000125" y="1047750"/>
                </a:lnTo>
                <a:lnTo>
                  <a:pt x="1000125" y="1038225"/>
                </a:lnTo>
                <a:lnTo>
                  <a:pt x="990600" y="1038225"/>
                </a:lnTo>
                <a:lnTo>
                  <a:pt x="990600" y="1028700"/>
                </a:lnTo>
                <a:lnTo>
                  <a:pt x="1000125" y="1028700"/>
                </a:lnTo>
                <a:lnTo>
                  <a:pt x="1000125" y="990600"/>
                </a:lnTo>
                <a:lnTo>
                  <a:pt x="1000125" y="971550"/>
                </a:lnTo>
                <a:lnTo>
                  <a:pt x="1009650" y="971550"/>
                </a:lnTo>
                <a:lnTo>
                  <a:pt x="1009650" y="923925"/>
                </a:lnTo>
                <a:lnTo>
                  <a:pt x="1019175" y="923925"/>
                </a:lnTo>
                <a:lnTo>
                  <a:pt x="1028700" y="904875"/>
                </a:lnTo>
                <a:lnTo>
                  <a:pt x="1047750" y="914400"/>
                </a:lnTo>
                <a:lnTo>
                  <a:pt x="1047750" y="971550"/>
                </a:lnTo>
                <a:close/>
                <a:moveTo>
                  <a:pt x="828675" y="1047750"/>
                </a:moveTo>
                <a:lnTo>
                  <a:pt x="790575" y="1019175"/>
                </a:lnTo>
                <a:lnTo>
                  <a:pt x="800100" y="990600"/>
                </a:lnTo>
                <a:lnTo>
                  <a:pt x="828675" y="990600"/>
                </a:lnTo>
                <a:lnTo>
                  <a:pt x="828675" y="1000125"/>
                </a:lnTo>
                <a:lnTo>
                  <a:pt x="866775" y="1028700"/>
                </a:lnTo>
                <a:lnTo>
                  <a:pt x="866775" y="1038225"/>
                </a:lnTo>
                <a:lnTo>
                  <a:pt x="895350" y="1057275"/>
                </a:lnTo>
                <a:lnTo>
                  <a:pt x="895350" y="1085850"/>
                </a:lnTo>
                <a:lnTo>
                  <a:pt x="885825" y="1085850"/>
                </a:lnTo>
                <a:lnTo>
                  <a:pt x="885825" y="1095375"/>
                </a:lnTo>
                <a:lnTo>
                  <a:pt x="866775" y="1095375"/>
                </a:lnTo>
                <a:lnTo>
                  <a:pt x="828675" y="1047750"/>
                </a:lnTo>
                <a:close/>
              </a:path>
            </a:pathLst>
          </a:custGeom>
          <a:solidFill xmlns:a="http://schemas.openxmlformats.org/drawingml/2006/main">
            <a:srgbClr val="E8363C"/>
          </a:solidFill>
          <a:ln xmlns:a="http://schemas.openxmlformats.org/drawingml/2006/main" w="0">
            <a:noFill/>
          </a:ln>
        </p:spPr>
      </p:sp>
      <p:sp>
        <p:nvSpPr>
          <p:cNvPr id="4" name="sensor">
            <a:extLst xmlns:a="http://schemas.openxmlformats.org/drawingml/2006/main">
              <a:ext uri="{FF2B5EF4-FFF2-40B4-BE49-F238E27FC236}">
                <a16:creationId xmlns:a16="http://schemas.microsoft.com/office/drawing/2014/main" id="{72692827-0059-4CAF-88DE-E9B4FCBA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990600"/>
            <a:ext cx="1476375" cy="1485900"/>
          </a:xfrm>
          <a:custGeom xmlns:a="http://schemas.openxmlformats.org/drawingml/2006/main">
            <a:pathLst>
              <a:path w="1476375" h="1485900">
                <a:moveTo>
                  <a:pt x="1181100" y="1133475"/>
                </a:moveTo>
                <a:lnTo>
                  <a:pt x="1181100" y="800100"/>
                </a:lnTo>
                <a:lnTo>
                  <a:pt x="1152525" y="790575"/>
                </a:lnTo>
                <a:lnTo>
                  <a:pt x="1152525" y="657225"/>
                </a:lnTo>
                <a:lnTo>
                  <a:pt x="1162050" y="657225"/>
                </a:lnTo>
                <a:lnTo>
                  <a:pt x="1162050" y="647700"/>
                </a:lnTo>
                <a:lnTo>
                  <a:pt x="1400175" y="647700"/>
                </a:lnTo>
                <a:lnTo>
                  <a:pt x="1400175" y="657225"/>
                </a:lnTo>
                <a:lnTo>
                  <a:pt x="1409700" y="657225"/>
                </a:lnTo>
                <a:lnTo>
                  <a:pt x="1419225" y="771525"/>
                </a:lnTo>
                <a:lnTo>
                  <a:pt x="1409700" y="771525"/>
                </a:lnTo>
                <a:lnTo>
                  <a:pt x="1400175" y="800100"/>
                </a:lnTo>
                <a:lnTo>
                  <a:pt x="1381125" y="800100"/>
                </a:lnTo>
                <a:lnTo>
                  <a:pt x="1381125" y="819150"/>
                </a:lnTo>
                <a:lnTo>
                  <a:pt x="1381125" y="828675"/>
                </a:lnTo>
                <a:lnTo>
                  <a:pt x="1371600" y="828675"/>
                </a:lnTo>
                <a:lnTo>
                  <a:pt x="1371600" y="838200"/>
                </a:lnTo>
                <a:lnTo>
                  <a:pt x="1390650" y="847725"/>
                </a:lnTo>
                <a:lnTo>
                  <a:pt x="1390650" y="1276350"/>
                </a:lnTo>
                <a:lnTo>
                  <a:pt x="1381125" y="1276350"/>
                </a:lnTo>
                <a:lnTo>
                  <a:pt x="1381125" y="1304925"/>
                </a:lnTo>
                <a:lnTo>
                  <a:pt x="1371600" y="1304925"/>
                </a:lnTo>
                <a:lnTo>
                  <a:pt x="1343025" y="1343025"/>
                </a:lnTo>
                <a:lnTo>
                  <a:pt x="1323975" y="1343025"/>
                </a:lnTo>
                <a:lnTo>
                  <a:pt x="1323975" y="1352550"/>
                </a:lnTo>
                <a:lnTo>
                  <a:pt x="1238250" y="1352550"/>
                </a:lnTo>
                <a:lnTo>
                  <a:pt x="1238250" y="1343025"/>
                </a:lnTo>
                <a:lnTo>
                  <a:pt x="1219200" y="1343025"/>
                </a:lnTo>
                <a:lnTo>
                  <a:pt x="1219200" y="1333500"/>
                </a:lnTo>
                <a:lnTo>
                  <a:pt x="1190625" y="1314450"/>
                </a:lnTo>
                <a:lnTo>
                  <a:pt x="1190625" y="1295400"/>
                </a:lnTo>
                <a:lnTo>
                  <a:pt x="1181100" y="1295400"/>
                </a:lnTo>
                <a:lnTo>
                  <a:pt x="1181100" y="1133475"/>
                </a:lnTo>
                <a:close/>
                <a:moveTo>
                  <a:pt x="285750" y="1047750"/>
                </a:moveTo>
                <a:lnTo>
                  <a:pt x="276225" y="1047750"/>
                </a:lnTo>
                <a:lnTo>
                  <a:pt x="276225" y="1009650"/>
                </a:lnTo>
                <a:lnTo>
                  <a:pt x="266700" y="1009650"/>
                </a:lnTo>
                <a:lnTo>
                  <a:pt x="266700" y="971550"/>
                </a:lnTo>
                <a:lnTo>
                  <a:pt x="257175" y="971550"/>
                </a:lnTo>
                <a:lnTo>
                  <a:pt x="247650" y="933450"/>
                </a:lnTo>
                <a:lnTo>
                  <a:pt x="238125" y="933450"/>
                </a:lnTo>
                <a:lnTo>
                  <a:pt x="238125" y="923925"/>
                </a:lnTo>
                <a:lnTo>
                  <a:pt x="209550" y="904875"/>
                </a:lnTo>
                <a:lnTo>
                  <a:pt x="209550" y="885825"/>
                </a:lnTo>
                <a:lnTo>
                  <a:pt x="171450" y="857250"/>
                </a:lnTo>
                <a:lnTo>
                  <a:pt x="171450" y="838200"/>
                </a:lnTo>
                <a:lnTo>
                  <a:pt x="161925" y="838200"/>
                </a:lnTo>
                <a:lnTo>
                  <a:pt x="161925" y="819150"/>
                </a:lnTo>
                <a:lnTo>
                  <a:pt x="152400" y="819150"/>
                </a:lnTo>
                <a:lnTo>
                  <a:pt x="152400" y="800100"/>
                </a:lnTo>
                <a:lnTo>
                  <a:pt x="142875" y="800100"/>
                </a:lnTo>
                <a:lnTo>
                  <a:pt x="142875" y="771525"/>
                </a:lnTo>
                <a:lnTo>
                  <a:pt x="133350" y="771525"/>
                </a:lnTo>
                <a:lnTo>
                  <a:pt x="133350" y="723900"/>
                </a:lnTo>
                <a:lnTo>
                  <a:pt x="123825" y="723900"/>
                </a:lnTo>
                <a:lnTo>
                  <a:pt x="123825" y="676275"/>
                </a:lnTo>
                <a:lnTo>
                  <a:pt x="114300" y="676275"/>
                </a:lnTo>
                <a:lnTo>
                  <a:pt x="104775" y="581025"/>
                </a:lnTo>
                <a:lnTo>
                  <a:pt x="95250" y="581025"/>
                </a:lnTo>
                <a:lnTo>
                  <a:pt x="85725" y="495300"/>
                </a:lnTo>
                <a:lnTo>
                  <a:pt x="76200" y="495300"/>
                </a:lnTo>
                <a:lnTo>
                  <a:pt x="76200" y="447675"/>
                </a:lnTo>
                <a:lnTo>
                  <a:pt x="66675" y="447675"/>
                </a:lnTo>
                <a:lnTo>
                  <a:pt x="57150" y="361950"/>
                </a:lnTo>
                <a:lnTo>
                  <a:pt x="47625" y="361950"/>
                </a:lnTo>
                <a:lnTo>
                  <a:pt x="47625" y="314325"/>
                </a:lnTo>
                <a:lnTo>
                  <a:pt x="38100" y="314325"/>
                </a:lnTo>
                <a:lnTo>
                  <a:pt x="38100" y="276225"/>
                </a:lnTo>
                <a:lnTo>
                  <a:pt x="47625" y="276225"/>
                </a:lnTo>
                <a:lnTo>
                  <a:pt x="47625" y="238125"/>
                </a:lnTo>
                <a:lnTo>
                  <a:pt x="57150" y="238125"/>
                </a:lnTo>
                <a:lnTo>
                  <a:pt x="66675" y="190500"/>
                </a:lnTo>
                <a:lnTo>
                  <a:pt x="76200" y="190500"/>
                </a:lnTo>
                <a:lnTo>
                  <a:pt x="114300" y="142875"/>
                </a:lnTo>
                <a:lnTo>
                  <a:pt x="161925" y="133350"/>
                </a:lnTo>
                <a:lnTo>
                  <a:pt x="161925" y="123825"/>
                </a:lnTo>
                <a:lnTo>
                  <a:pt x="247650" y="114300"/>
                </a:lnTo>
                <a:lnTo>
                  <a:pt x="247650" y="104775"/>
                </a:lnTo>
                <a:lnTo>
                  <a:pt x="333375" y="95250"/>
                </a:lnTo>
                <a:lnTo>
                  <a:pt x="333375" y="85725"/>
                </a:lnTo>
                <a:lnTo>
                  <a:pt x="381000" y="85725"/>
                </a:lnTo>
                <a:lnTo>
                  <a:pt x="381000" y="76200"/>
                </a:lnTo>
                <a:lnTo>
                  <a:pt x="466725" y="66675"/>
                </a:lnTo>
                <a:lnTo>
                  <a:pt x="466725" y="57150"/>
                </a:lnTo>
                <a:lnTo>
                  <a:pt x="542925" y="57150"/>
                </a:lnTo>
                <a:lnTo>
                  <a:pt x="542925" y="66675"/>
                </a:lnTo>
                <a:lnTo>
                  <a:pt x="590550" y="76200"/>
                </a:lnTo>
                <a:lnTo>
                  <a:pt x="590550" y="85725"/>
                </a:lnTo>
                <a:lnTo>
                  <a:pt x="647700" y="133350"/>
                </a:lnTo>
                <a:lnTo>
                  <a:pt x="647700" y="152400"/>
                </a:lnTo>
                <a:lnTo>
                  <a:pt x="657225" y="152400"/>
                </a:lnTo>
                <a:lnTo>
                  <a:pt x="657225" y="171450"/>
                </a:lnTo>
                <a:lnTo>
                  <a:pt x="666750" y="171450"/>
                </a:lnTo>
                <a:lnTo>
                  <a:pt x="666750" y="219075"/>
                </a:lnTo>
                <a:lnTo>
                  <a:pt x="676275" y="219075"/>
                </a:lnTo>
                <a:lnTo>
                  <a:pt x="676275" y="257175"/>
                </a:lnTo>
                <a:lnTo>
                  <a:pt x="685800" y="257175"/>
                </a:lnTo>
                <a:lnTo>
                  <a:pt x="685800" y="295275"/>
                </a:lnTo>
                <a:lnTo>
                  <a:pt x="695325" y="295275"/>
                </a:lnTo>
                <a:lnTo>
                  <a:pt x="695325" y="304800"/>
                </a:lnTo>
                <a:lnTo>
                  <a:pt x="704850" y="390525"/>
                </a:lnTo>
                <a:lnTo>
                  <a:pt x="714375" y="390525"/>
                </a:lnTo>
                <a:lnTo>
                  <a:pt x="714375" y="438150"/>
                </a:lnTo>
                <a:lnTo>
                  <a:pt x="723900" y="438150"/>
                </a:lnTo>
                <a:lnTo>
                  <a:pt x="733425" y="523875"/>
                </a:lnTo>
                <a:lnTo>
                  <a:pt x="742950" y="523875"/>
                </a:lnTo>
                <a:lnTo>
                  <a:pt x="752475" y="609600"/>
                </a:lnTo>
                <a:lnTo>
                  <a:pt x="762000" y="609600"/>
                </a:lnTo>
                <a:lnTo>
                  <a:pt x="762000" y="742950"/>
                </a:lnTo>
                <a:lnTo>
                  <a:pt x="752475" y="742950"/>
                </a:lnTo>
                <a:lnTo>
                  <a:pt x="752475" y="771525"/>
                </a:lnTo>
                <a:lnTo>
                  <a:pt x="742950" y="771525"/>
                </a:lnTo>
                <a:lnTo>
                  <a:pt x="742950" y="800100"/>
                </a:lnTo>
                <a:lnTo>
                  <a:pt x="733425" y="800100"/>
                </a:lnTo>
                <a:lnTo>
                  <a:pt x="733425" y="923925"/>
                </a:lnTo>
                <a:lnTo>
                  <a:pt x="742950" y="923925"/>
                </a:lnTo>
                <a:lnTo>
                  <a:pt x="742950" y="971550"/>
                </a:lnTo>
                <a:lnTo>
                  <a:pt x="752475" y="971550"/>
                </a:lnTo>
                <a:lnTo>
                  <a:pt x="752475" y="1019175"/>
                </a:lnTo>
                <a:lnTo>
                  <a:pt x="762000" y="1019175"/>
                </a:lnTo>
                <a:lnTo>
                  <a:pt x="762000" y="1076325"/>
                </a:lnTo>
                <a:lnTo>
                  <a:pt x="771525" y="1076325"/>
                </a:lnTo>
                <a:lnTo>
                  <a:pt x="771525" y="1123950"/>
                </a:lnTo>
                <a:lnTo>
                  <a:pt x="781050" y="1123950"/>
                </a:lnTo>
                <a:lnTo>
                  <a:pt x="781050" y="1181100"/>
                </a:lnTo>
                <a:lnTo>
                  <a:pt x="790575" y="1181100"/>
                </a:lnTo>
                <a:lnTo>
                  <a:pt x="790575" y="1276350"/>
                </a:lnTo>
                <a:lnTo>
                  <a:pt x="781050" y="1276350"/>
                </a:lnTo>
                <a:lnTo>
                  <a:pt x="781050" y="1304925"/>
                </a:lnTo>
                <a:lnTo>
                  <a:pt x="762000" y="1314450"/>
                </a:lnTo>
                <a:lnTo>
                  <a:pt x="762000" y="1333500"/>
                </a:lnTo>
                <a:lnTo>
                  <a:pt x="752475" y="1333500"/>
                </a:lnTo>
                <a:lnTo>
                  <a:pt x="733425" y="1362075"/>
                </a:lnTo>
                <a:lnTo>
                  <a:pt x="714375" y="1362075"/>
                </a:lnTo>
                <a:lnTo>
                  <a:pt x="714375" y="1371600"/>
                </a:lnTo>
                <a:lnTo>
                  <a:pt x="695325" y="1371600"/>
                </a:lnTo>
                <a:lnTo>
                  <a:pt x="695325" y="1381125"/>
                </a:lnTo>
                <a:lnTo>
                  <a:pt x="609600" y="1390650"/>
                </a:lnTo>
                <a:lnTo>
                  <a:pt x="609600" y="1400175"/>
                </a:lnTo>
                <a:lnTo>
                  <a:pt x="561975" y="1400175"/>
                </a:lnTo>
                <a:lnTo>
                  <a:pt x="561975" y="1409700"/>
                </a:lnTo>
                <a:lnTo>
                  <a:pt x="523875" y="1409700"/>
                </a:lnTo>
                <a:lnTo>
                  <a:pt x="523875" y="1419225"/>
                </a:lnTo>
                <a:lnTo>
                  <a:pt x="447675" y="1419225"/>
                </a:lnTo>
                <a:lnTo>
                  <a:pt x="447675" y="1409700"/>
                </a:lnTo>
                <a:lnTo>
                  <a:pt x="400050" y="1400175"/>
                </a:lnTo>
                <a:lnTo>
                  <a:pt x="400050" y="1390650"/>
                </a:lnTo>
                <a:lnTo>
                  <a:pt x="352425" y="1352550"/>
                </a:lnTo>
                <a:lnTo>
                  <a:pt x="342900" y="1304925"/>
                </a:lnTo>
                <a:lnTo>
                  <a:pt x="333375" y="1304925"/>
                </a:lnTo>
                <a:lnTo>
                  <a:pt x="323850" y="1219200"/>
                </a:lnTo>
                <a:lnTo>
                  <a:pt x="314325" y="1219200"/>
                </a:lnTo>
                <a:lnTo>
                  <a:pt x="314325" y="1181100"/>
                </a:lnTo>
                <a:lnTo>
                  <a:pt x="304800" y="1181100"/>
                </a:lnTo>
                <a:lnTo>
                  <a:pt x="304800" y="1133475"/>
                </a:lnTo>
                <a:lnTo>
                  <a:pt x="295275" y="1133475"/>
                </a:lnTo>
                <a:lnTo>
                  <a:pt x="295275" y="1095375"/>
                </a:lnTo>
                <a:lnTo>
                  <a:pt x="285750" y="1095375"/>
                </a:lnTo>
                <a:lnTo>
                  <a:pt x="285750" y="1047750"/>
                </a:lnTo>
                <a:close/>
                <a:moveTo>
                  <a:pt x="133350" y="200025"/>
                </a:moveTo>
                <a:lnTo>
                  <a:pt x="133350" y="209550"/>
                </a:lnTo>
                <a:lnTo>
                  <a:pt x="104775" y="228600"/>
                </a:lnTo>
                <a:lnTo>
                  <a:pt x="104775" y="257175"/>
                </a:lnTo>
                <a:lnTo>
                  <a:pt x="95250" y="257175"/>
                </a:lnTo>
                <a:lnTo>
                  <a:pt x="95250" y="333375"/>
                </a:lnTo>
                <a:lnTo>
                  <a:pt x="104775" y="333375"/>
                </a:lnTo>
                <a:lnTo>
                  <a:pt x="104775" y="381000"/>
                </a:lnTo>
                <a:lnTo>
                  <a:pt x="114300" y="381000"/>
                </a:lnTo>
                <a:lnTo>
                  <a:pt x="114300" y="419100"/>
                </a:lnTo>
                <a:lnTo>
                  <a:pt x="123825" y="419100"/>
                </a:lnTo>
                <a:lnTo>
                  <a:pt x="123825" y="466725"/>
                </a:lnTo>
                <a:lnTo>
                  <a:pt x="133350" y="466725"/>
                </a:lnTo>
                <a:lnTo>
                  <a:pt x="133350" y="514350"/>
                </a:lnTo>
                <a:lnTo>
                  <a:pt x="142875" y="514350"/>
                </a:lnTo>
                <a:lnTo>
                  <a:pt x="152400" y="609600"/>
                </a:lnTo>
                <a:lnTo>
                  <a:pt x="161925" y="609600"/>
                </a:lnTo>
                <a:lnTo>
                  <a:pt x="161925" y="647700"/>
                </a:lnTo>
                <a:lnTo>
                  <a:pt x="171450" y="647700"/>
                </a:lnTo>
                <a:lnTo>
                  <a:pt x="180975" y="742950"/>
                </a:lnTo>
                <a:lnTo>
                  <a:pt x="190500" y="742950"/>
                </a:lnTo>
                <a:lnTo>
                  <a:pt x="190500" y="781050"/>
                </a:lnTo>
                <a:lnTo>
                  <a:pt x="200025" y="781050"/>
                </a:lnTo>
                <a:lnTo>
                  <a:pt x="209550" y="819150"/>
                </a:lnTo>
                <a:lnTo>
                  <a:pt x="219075" y="819150"/>
                </a:lnTo>
                <a:lnTo>
                  <a:pt x="228600" y="847725"/>
                </a:lnTo>
                <a:lnTo>
                  <a:pt x="285750" y="895350"/>
                </a:lnTo>
                <a:lnTo>
                  <a:pt x="285750" y="914400"/>
                </a:lnTo>
                <a:lnTo>
                  <a:pt x="295275" y="914400"/>
                </a:lnTo>
                <a:lnTo>
                  <a:pt x="295275" y="933450"/>
                </a:lnTo>
                <a:lnTo>
                  <a:pt x="304800" y="933450"/>
                </a:lnTo>
                <a:lnTo>
                  <a:pt x="304800" y="952500"/>
                </a:lnTo>
                <a:lnTo>
                  <a:pt x="314325" y="952500"/>
                </a:lnTo>
                <a:lnTo>
                  <a:pt x="323850" y="1028700"/>
                </a:lnTo>
                <a:lnTo>
                  <a:pt x="333375" y="1028700"/>
                </a:lnTo>
                <a:lnTo>
                  <a:pt x="333375" y="1066800"/>
                </a:lnTo>
                <a:lnTo>
                  <a:pt x="342900" y="1066800"/>
                </a:lnTo>
                <a:lnTo>
                  <a:pt x="342900" y="1114425"/>
                </a:lnTo>
                <a:lnTo>
                  <a:pt x="352425" y="1114425"/>
                </a:lnTo>
                <a:lnTo>
                  <a:pt x="352425" y="1152525"/>
                </a:lnTo>
                <a:lnTo>
                  <a:pt x="361950" y="1152525"/>
                </a:lnTo>
                <a:lnTo>
                  <a:pt x="361950" y="1200150"/>
                </a:lnTo>
                <a:lnTo>
                  <a:pt x="371475" y="1200150"/>
                </a:lnTo>
                <a:lnTo>
                  <a:pt x="371475" y="1238250"/>
                </a:lnTo>
                <a:lnTo>
                  <a:pt x="381000" y="1238250"/>
                </a:lnTo>
                <a:lnTo>
                  <a:pt x="381000" y="1285875"/>
                </a:lnTo>
                <a:lnTo>
                  <a:pt x="390525" y="1285875"/>
                </a:lnTo>
                <a:lnTo>
                  <a:pt x="400050" y="1333500"/>
                </a:lnTo>
                <a:lnTo>
                  <a:pt x="428625" y="1343025"/>
                </a:lnTo>
                <a:lnTo>
                  <a:pt x="438150" y="1362075"/>
                </a:lnTo>
                <a:lnTo>
                  <a:pt x="495300" y="1371600"/>
                </a:lnTo>
                <a:lnTo>
                  <a:pt x="495300" y="1362075"/>
                </a:lnTo>
                <a:lnTo>
                  <a:pt x="542925" y="1362075"/>
                </a:lnTo>
                <a:lnTo>
                  <a:pt x="542925" y="1352550"/>
                </a:lnTo>
                <a:lnTo>
                  <a:pt x="581025" y="1352550"/>
                </a:lnTo>
                <a:lnTo>
                  <a:pt x="581025" y="1343025"/>
                </a:lnTo>
                <a:lnTo>
                  <a:pt x="619125" y="1343025"/>
                </a:lnTo>
                <a:lnTo>
                  <a:pt x="619125" y="1333500"/>
                </a:lnTo>
                <a:lnTo>
                  <a:pt x="676275" y="1333500"/>
                </a:lnTo>
                <a:lnTo>
                  <a:pt x="676275" y="1323975"/>
                </a:lnTo>
                <a:lnTo>
                  <a:pt x="695325" y="1323975"/>
                </a:lnTo>
                <a:lnTo>
                  <a:pt x="695325" y="1314450"/>
                </a:lnTo>
                <a:lnTo>
                  <a:pt x="723900" y="1295400"/>
                </a:lnTo>
                <a:lnTo>
                  <a:pt x="733425" y="1266825"/>
                </a:lnTo>
                <a:lnTo>
                  <a:pt x="733425" y="1257300"/>
                </a:lnTo>
                <a:lnTo>
                  <a:pt x="742950" y="1257300"/>
                </a:lnTo>
                <a:lnTo>
                  <a:pt x="742950" y="1209675"/>
                </a:lnTo>
                <a:lnTo>
                  <a:pt x="733425" y="1209675"/>
                </a:lnTo>
                <a:lnTo>
                  <a:pt x="733425" y="1152525"/>
                </a:lnTo>
                <a:lnTo>
                  <a:pt x="723900" y="1152525"/>
                </a:lnTo>
                <a:lnTo>
                  <a:pt x="714375" y="1047750"/>
                </a:lnTo>
                <a:lnTo>
                  <a:pt x="704850" y="1047750"/>
                </a:lnTo>
                <a:lnTo>
                  <a:pt x="704850" y="1000125"/>
                </a:lnTo>
                <a:lnTo>
                  <a:pt x="695325" y="1000125"/>
                </a:lnTo>
                <a:lnTo>
                  <a:pt x="695325" y="942975"/>
                </a:lnTo>
                <a:lnTo>
                  <a:pt x="685800" y="942975"/>
                </a:lnTo>
                <a:lnTo>
                  <a:pt x="685800" y="895350"/>
                </a:lnTo>
                <a:lnTo>
                  <a:pt x="676275" y="895350"/>
                </a:lnTo>
                <a:lnTo>
                  <a:pt x="676275" y="828675"/>
                </a:lnTo>
                <a:lnTo>
                  <a:pt x="685800" y="828675"/>
                </a:lnTo>
                <a:lnTo>
                  <a:pt x="685800" y="790575"/>
                </a:lnTo>
                <a:lnTo>
                  <a:pt x="695325" y="790575"/>
                </a:lnTo>
                <a:lnTo>
                  <a:pt x="704850" y="723900"/>
                </a:lnTo>
                <a:lnTo>
                  <a:pt x="714375" y="723900"/>
                </a:lnTo>
                <a:lnTo>
                  <a:pt x="714375" y="638175"/>
                </a:lnTo>
                <a:lnTo>
                  <a:pt x="704850" y="638175"/>
                </a:lnTo>
                <a:lnTo>
                  <a:pt x="704850" y="581025"/>
                </a:lnTo>
                <a:lnTo>
                  <a:pt x="695325" y="581025"/>
                </a:lnTo>
                <a:lnTo>
                  <a:pt x="695325" y="542925"/>
                </a:lnTo>
                <a:lnTo>
                  <a:pt x="685800" y="542925"/>
                </a:lnTo>
                <a:lnTo>
                  <a:pt x="685800" y="504825"/>
                </a:lnTo>
                <a:lnTo>
                  <a:pt x="676275" y="504825"/>
                </a:lnTo>
                <a:lnTo>
                  <a:pt x="676275" y="457200"/>
                </a:lnTo>
                <a:lnTo>
                  <a:pt x="666750" y="457200"/>
                </a:lnTo>
                <a:lnTo>
                  <a:pt x="666750" y="409575"/>
                </a:lnTo>
                <a:lnTo>
                  <a:pt x="657225" y="409575"/>
                </a:lnTo>
                <a:lnTo>
                  <a:pt x="657225" y="361950"/>
                </a:lnTo>
                <a:lnTo>
                  <a:pt x="647700" y="361950"/>
                </a:lnTo>
                <a:lnTo>
                  <a:pt x="647700" y="323850"/>
                </a:lnTo>
                <a:lnTo>
                  <a:pt x="638175" y="323850"/>
                </a:lnTo>
                <a:lnTo>
                  <a:pt x="628650" y="228600"/>
                </a:lnTo>
                <a:lnTo>
                  <a:pt x="619125" y="228600"/>
                </a:lnTo>
                <a:lnTo>
                  <a:pt x="619125" y="190500"/>
                </a:lnTo>
                <a:lnTo>
                  <a:pt x="609600" y="190500"/>
                </a:lnTo>
                <a:lnTo>
                  <a:pt x="609600" y="171450"/>
                </a:lnTo>
                <a:lnTo>
                  <a:pt x="590550" y="161925"/>
                </a:lnTo>
                <a:lnTo>
                  <a:pt x="590550" y="142875"/>
                </a:lnTo>
                <a:lnTo>
                  <a:pt x="581025" y="142875"/>
                </a:lnTo>
                <a:lnTo>
                  <a:pt x="571500" y="123825"/>
                </a:lnTo>
                <a:lnTo>
                  <a:pt x="523875" y="114300"/>
                </a:lnTo>
                <a:lnTo>
                  <a:pt x="523875" y="104775"/>
                </a:lnTo>
                <a:lnTo>
                  <a:pt x="485775" y="104775"/>
                </a:lnTo>
                <a:lnTo>
                  <a:pt x="485775" y="114300"/>
                </a:lnTo>
                <a:lnTo>
                  <a:pt x="438150" y="114300"/>
                </a:lnTo>
                <a:lnTo>
                  <a:pt x="438150" y="123825"/>
                </a:lnTo>
                <a:lnTo>
                  <a:pt x="400050" y="123825"/>
                </a:lnTo>
                <a:lnTo>
                  <a:pt x="400050" y="133350"/>
                </a:lnTo>
                <a:lnTo>
                  <a:pt x="352425" y="133350"/>
                </a:lnTo>
                <a:lnTo>
                  <a:pt x="352425" y="142875"/>
                </a:lnTo>
                <a:lnTo>
                  <a:pt x="304800" y="142875"/>
                </a:lnTo>
                <a:lnTo>
                  <a:pt x="304800" y="152400"/>
                </a:lnTo>
                <a:lnTo>
                  <a:pt x="266700" y="152400"/>
                </a:lnTo>
                <a:lnTo>
                  <a:pt x="266700" y="161925"/>
                </a:lnTo>
                <a:lnTo>
                  <a:pt x="180975" y="171450"/>
                </a:lnTo>
                <a:lnTo>
                  <a:pt x="180975" y="180975"/>
                </a:lnTo>
                <a:lnTo>
                  <a:pt x="152400" y="180975"/>
                </a:lnTo>
                <a:lnTo>
                  <a:pt x="152400" y="190500"/>
                </a:lnTo>
                <a:lnTo>
                  <a:pt x="133350" y="200025"/>
                </a:lnTo>
                <a:close/>
                <a:moveTo>
                  <a:pt x="514350" y="209550"/>
                </a:moveTo>
                <a:lnTo>
                  <a:pt x="561975" y="219075"/>
                </a:lnTo>
                <a:lnTo>
                  <a:pt x="561975" y="247650"/>
                </a:lnTo>
                <a:lnTo>
                  <a:pt x="571500" y="247650"/>
                </a:lnTo>
                <a:lnTo>
                  <a:pt x="571500" y="285750"/>
                </a:lnTo>
                <a:lnTo>
                  <a:pt x="581025" y="285750"/>
                </a:lnTo>
                <a:lnTo>
                  <a:pt x="581025" y="333375"/>
                </a:lnTo>
                <a:lnTo>
                  <a:pt x="590550" y="333375"/>
                </a:lnTo>
                <a:lnTo>
                  <a:pt x="590550" y="381000"/>
                </a:lnTo>
                <a:lnTo>
                  <a:pt x="600075" y="381000"/>
                </a:lnTo>
                <a:lnTo>
                  <a:pt x="600075" y="428625"/>
                </a:lnTo>
                <a:lnTo>
                  <a:pt x="609600" y="428625"/>
                </a:lnTo>
                <a:lnTo>
                  <a:pt x="609600" y="466725"/>
                </a:lnTo>
                <a:lnTo>
                  <a:pt x="619125" y="466725"/>
                </a:lnTo>
                <a:lnTo>
                  <a:pt x="619125" y="504825"/>
                </a:lnTo>
                <a:lnTo>
                  <a:pt x="628650" y="504825"/>
                </a:lnTo>
                <a:lnTo>
                  <a:pt x="628650" y="552450"/>
                </a:lnTo>
                <a:lnTo>
                  <a:pt x="638175" y="552450"/>
                </a:lnTo>
                <a:lnTo>
                  <a:pt x="638175" y="600075"/>
                </a:lnTo>
                <a:lnTo>
                  <a:pt x="647700" y="600075"/>
                </a:lnTo>
                <a:lnTo>
                  <a:pt x="657225" y="676275"/>
                </a:lnTo>
                <a:lnTo>
                  <a:pt x="647700" y="676275"/>
                </a:lnTo>
                <a:lnTo>
                  <a:pt x="638175" y="695325"/>
                </a:lnTo>
                <a:lnTo>
                  <a:pt x="619125" y="695325"/>
                </a:lnTo>
                <a:lnTo>
                  <a:pt x="619125" y="704850"/>
                </a:lnTo>
                <a:lnTo>
                  <a:pt x="571500" y="704850"/>
                </a:lnTo>
                <a:lnTo>
                  <a:pt x="571500" y="714375"/>
                </a:lnTo>
                <a:lnTo>
                  <a:pt x="533400" y="714375"/>
                </a:lnTo>
                <a:lnTo>
                  <a:pt x="533400" y="723900"/>
                </a:lnTo>
                <a:lnTo>
                  <a:pt x="485775" y="723900"/>
                </a:lnTo>
                <a:lnTo>
                  <a:pt x="485775" y="733425"/>
                </a:lnTo>
                <a:lnTo>
                  <a:pt x="438150" y="733425"/>
                </a:lnTo>
                <a:lnTo>
                  <a:pt x="438150" y="742950"/>
                </a:lnTo>
                <a:lnTo>
                  <a:pt x="400050" y="742950"/>
                </a:lnTo>
                <a:lnTo>
                  <a:pt x="400050" y="752475"/>
                </a:lnTo>
                <a:lnTo>
                  <a:pt x="361950" y="752475"/>
                </a:lnTo>
                <a:lnTo>
                  <a:pt x="361950" y="762000"/>
                </a:lnTo>
                <a:lnTo>
                  <a:pt x="314325" y="762000"/>
                </a:lnTo>
                <a:lnTo>
                  <a:pt x="314325" y="771525"/>
                </a:lnTo>
                <a:lnTo>
                  <a:pt x="295275" y="771525"/>
                </a:lnTo>
                <a:lnTo>
                  <a:pt x="266700" y="771525"/>
                </a:lnTo>
                <a:lnTo>
                  <a:pt x="266700" y="762000"/>
                </a:lnTo>
                <a:lnTo>
                  <a:pt x="247650" y="752475"/>
                </a:lnTo>
                <a:lnTo>
                  <a:pt x="247650" y="733425"/>
                </a:lnTo>
                <a:lnTo>
                  <a:pt x="238125" y="733425"/>
                </a:lnTo>
                <a:lnTo>
                  <a:pt x="228600" y="638175"/>
                </a:lnTo>
                <a:lnTo>
                  <a:pt x="219075" y="638175"/>
                </a:lnTo>
                <a:lnTo>
                  <a:pt x="219075" y="600075"/>
                </a:lnTo>
                <a:lnTo>
                  <a:pt x="209550" y="600075"/>
                </a:lnTo>
                <a:lnTo>
                  <a:pt x="209550" y="552450"/>
                </a:lnTo>
                <a:lnTo>
                  <a:pt x="200025" y="552450"/>
                </a:lnTo>
                <a:lnTo>
                  <a:pt x="200025" y="504825"/>
                </a:lnTo>
                <a:lnTo>
                  <a:pt x="190500" y="504825"/>
                </a:lnTo>
                <a:lnTo>
                  <a:pt x="190500" y="457200"/>
                </a:lnTo>
                <a:lnTo>
                  <a:pt x="180975" y="457200"/>
                </a:lnTo>
                <a:lnTo>
                  <a:pt x="180975" y="419100"/>
                </a:lnTo>
                <a:lnTo>
                  <a:pt x="171450" y="419100"/>
                </a:lnTo>
                <a:lnTo>
                  <a:pt x="171450" y="371475"/>
                </a:lnTo>
                <a:lnTo>
                  <a:pt x="161925" y="371475"/>
                </a:lnTo>
                <a:lnTo>
                  <a:pt x="161925" y="323850"/>
                </a:lnTo>
                <a:lnTo>
                  <a:pt x="152400" y="323850"/>
                </a:lnTo>
                <a:lnTo>
                  <a:pt x="152400" y="314325"/>
                </a:lnTo>
                <a:lnTo>
                  <a:pt x="161925" y="314325"/>
                </a:lnTo>
                <a:lnTo>
                  <a:pt x="161925" y="295275"/>
                </a:lnTo>
                <a:lnTo>
                  <a:pt x="190500" y="285750"/>
                </a:lnTo>
                <a:lnTo>
                  <a:pt x="190500" y="276225"/>
                </a:lnTo>
                <a:lnTo>
                  <a:pt x="238125" y="276225"/>
                </a:lnTo>
                <a:lnTo>
                  <a:pt x="238125" y="266700"/>
                </a:lnTo>
                <a:lnTo>
                  <a:pt x="333375" y="257175"/>
                </a:lnTo>
                <a:lnTo>
                  <a:pt x="333375" y="247650"/>
                </a:lnTo>
                <a:lnTo>
                  <a:pt x="419100" y="238125"/>
                </a:lnTo>
                <a:lnTo>
                  <a:pt x="419100" y="228600"/>
                </a:lnTo>
                <a:lnTo>
                  <a:pt x="466725" y="228600"/>
                </a:lnTo>
                <a:lnTo>
                  <a:pt x="466725" y="219075"/>
                </a:lnTo>
                <a:lnTo>
                  <a:pt x="504825" y="219075"/>
                </a:lnTo>
                <a:lnTo>
                  <a:pt x="504825" y="209550"/>
                </a:lnTo>
                <a:lnTo>
                  <a:pt x="514350" y="209550"/>
                </a:lnTo>
                <a:close/>
                <a:moveTo>
                  <a:pt x="1219200" y="1219200"/>
                </a:moveTo>
                <a:lnTo>
                  <a:pt x="1219200" y="1276350"/>
                </a:lnTo>
                <a:lnTo>
                  <a:pt x="1228725" y="1276350"/>
                </a:lnTo>
                <a:lnTo>
                  <a:pt x="1257300" y="1314450"/>
                </a:lnTo>
                <a:lnTo>
                  <a:pt x="1304925" y="1314450"/>
                </a:lnTo>
                <a:lnTo>
                  <a:pt x="1304925" y="1304925"/>
                </a:lnTo>
                <a:lnTo>
                  <a:pt x="1323975" y="1304925"/>
                </a:lnTo>
                <a:lnTo>
                  <a:pt x="1333500" y="1276350"/>
                </a:lnTo>
                <a:lnTo>
                  <a:pt x="1343025" y="1276350"/>
                </a:lnTo>
                <a:lnTo>
                  <a:pt x="1343025" y="876300"/>
                </a:lnTo>
                <a:lnTo>
                  <a:pt x="1352550" y="800100"/>
                </a:lnTo>
                <a:lnTo>
                  <a:pt x="1209675" y="800100"/>
                </a:lnTo>
                <a:lnTo>
                  <a:pt x="1209675" y="838200"/>
                </a:lnTo>
                <a:lnTo>
                  <a:pt x="1219200" y="838200"/>
                </a:lnTo>
                <a:lnTo>
                  <a:pt x="1219200" y="1219200"/>
                </a:lnTo>
                <a:close/>
                <a:moveTo>
                  <a:pt x="542925" y="990600"/>
                </a:moveTo>
                <a:lnTo>
                  <a:pt x="542925" y="1000125"/>
                </a:lnTo>
                <a:lnTo>
                  <a:pt x="523875" y="1000125"/>
                </a:lnTo>
                <a:lnTo>
                  <a:pt x="523875" y="1009650"/>
                </a:lnTo>
                <a:lnTo>
                  <a:pt x="466725" y="1009650"/>
                </a:lnTo>
                <a:lnTo>
                  <a:pt x="466725" y="1000125"/>
                </a:lnTo>
                <a:lnTo>
                  <a:pt x="447675" y="1000125"/>
                </a:lnTo>
                <a:lnTo>
                  <a:pt x="447675" y="990600"/>
                </a:lnTo>
                <a:lnTo>
                  <a:pt x="428625" y="981075"/>
                </a:lnTo>
                <a:lnTo>
                  <a:pt x="409575" y="914400"/>
                </a:lnTo>
                <a:lnTo>
                  <a:pt x="419100" y="914400"/>
                </a:lnTo>
                <a:lnTo>
                  <a:pt x="419100" y="885825"/>
                </a:lnTo>
                <a:lnTo>
                  <a:pt x="428625" y="885825"/>
                </a:lnTo>
                <a:lnTo>
                  <a:pt x="447675" y="857250"/>
                </a:lnTo>
                <a:lnTo>
                  <a:pt x="504825" y="838200"/>
                </a:lnTo>
                <a:lnTo>
                  <a:pt x="504825" y="847725"/>
                </a:lnTo>
                <a:lnTo>
                  <a:pt x="533400" y="847725"/>
                </a:lnTo>
                <a:lnTo>
                  <a:pt x="533400" y="857250"/>
                </a:lnTo>
                <a:lnTo>
                  <a:pt x="552450" y="857250"/>
                </a:lnTo>
                <a:lnTo>
                  <a:pt x="552450" y="866775"/>
                </a:lnTo>
                <a:lnTo>
                  <a:pt x="571500" y="876300"/>
                </a:lnTo>
                <a:lnTo>
                  <a:pt x="581025" y="952500"/>
                </a:lnTo>
                <a:lnTo>
                  <a:pt x="571500" y="952500"/>
                </a:lnTo>
                <a:lnTo>
                  <a:pt x="571500" y="971550"/>
                </a:lnTo>
                <a:lnTo>
                  <a:pt x="542925" y="990600"/>
                </a:lnTo>
                <a:close/>
                <a:moveTo>
                  <a:pt x="504825" y="676275"/>
                </a:moveTo>
                <a:lnTo>
                  <a:pt x="514350" y="676275"/>
                </a:lnTo>
                <a:lnTo>
                  <a:pt x="514350" y="666750"/>
                </a:lnTo>
                <a:lnTo>
                  <a:pt x="600075" y="657225"/>
                </a:lnTo>
                <a:lnTo>
                  <a:pt x="600075" y="609600"/>
                </a:lnTo>
                <a:lnTo>
                  <a:pt x="590550" y="609600"/>
                </a:lnTo>
                <a:lnTo>
                  <a:pt x="590550" y="571500"/>
                </a:lnTo>
                <a:lnTo>
                  <a:pt x="581025" y="571500"/>
                </a:lnTo>
                <a:lnTo>
                  <a:pt x="581025" y="523875"/>
                </a:lnTo>
                <a:lnTo>
                  <a:pt x="571500" y="523875"/>
                </a:lnTo>
                <a:lnTo>
                  <a:pt x="571500" y="476250"/>
                </a:lnTo>
                <a:lnTo>
                  <a:pt x="561975" y="476250"/>
                </a:lnTo>
                <a:lnTo>
                  <a:pt x="561975" y="438150"/>
                </a:lnTo>
                <a:lnTo>
                  <a:pt x="552450" y="438150"/>
                </a:lnTo>
                <a:lnTo>
                  <a:pt x="552450" y="400050"/>
                </a:lnTo>
                <a:lnTo>
                  <a:pt x="542925" y="400050"/>
                </a:lnTo>
                <a:lnTo>
                  <a:pt x="542925" y="352425"/>
                </a:lnTo>
                <a:lnTo>
                  <a:pt x="533400" y="352425"/>
                </a:lnTo>
                <a:lnTo>
                  <a:pt x="523875" y="266700"/>
                </a:lnTo>
                <a:lnTo>
                  <a:pt x="466725" y="266700"/>
                </a:lnTo>
                <a:lnTo>
                  <a:pt x="466725" y="276225"/>
                </a:lnTo>
                <a:lnTo>
                  <a:pt x="428625" y="276225"/>
                </a:lnTo>
                <a:lnTo>
                  <a:pt x="428625" y="285750"/>
                </a:lnTo>
                <a:lnTo>
                  <a:pt x="381000" y="285750"/>
                </a:lnTo>
                <a:lnTo>
                  <a:pt x="381000" y="295275"/>
                </a:lnTo>
                <a:lnTo>
                  <a:pt x="304800" y="304800"/>
                </a:lnTo>
                <a:lnTo>
                  <a:pt x="295275" y="304800"/>
                </a:lnTo>
                <a:lnTo>
                  <a:pt x="295275" y="314325"/>
                </a:lnTo>
                <a:lnTo>
                  <a:pt x="209550" y="323850"/>
                </a:lnTo>
                <a:lnTo>
                  <a:pt x="219075" y="390525"/>
                </a:lnTo>
                <a:lnTo>
                  <a:pt x="228600" y="390525"/>
                </a:lnTo>
                <a:lnTo>
                  <a:pt x="228600" y="438150"/>
                </a:lnTo>
                <a:lnTo>
                  <a:pt x="238125" y="438150"/>
                </a:lnTo>
                <a:lnTo>
                  <a:pt x="238125" y="485775"/>
                </a:lnTo>
                <a:lnTo>
                  <a:pt x="247650" y="485775"/>
                </a:lnTo>
                <a:lnTo>
                  <a:pt x="247650" y="533400"/>
                </a:lnTo>
                <a:lnTo>
                  <a:pt x="257175" y="533400"/>
                </a:lnTo>
                <a:lnTo>
                  <a:pt x="257175" y="581025"/>
                </a:lnTo>
                <a:lnTo>
                  <a:pt x="266700" y="581025"/>
                </a:lnTo>
                <a:lnTo>
                  <a:pt x="276225" y="666750"/>
                </a:lnTo>
                <a:lnTo>
                  <a:pt x="285750" y="666750"/>
                </a:lnTo>
                <a:lnTo>
                  <a:pt x="285750" y="714375"/>
                </a:lnTo>
                <a:lnTo>
                  <a:pt x="342900" y="714375"/>
                </a:lnTo>
                <a:lnTo>
                  <a:pt x="342900" y="704850"/>
                </a:lnTo>
                <a:lnTo>
                  <a:pt x="390525" y="704850"/>
                </a:lnTo>
                <a:lnTo>
                  <a:pt x="390525" y="695325"/>
                </a:lnTo>
                <a:lnTo>
                  <a:pt x="428625" y="695325"/>
                </a:lnTo>
                <a:lnTo>
                  <a:pt x="428625" y="685800"/>
                </a:lnTo>
                <a:lnTo>
                  <a:pt x="504825" y="676275"/>
                </a:lnTo>
                <a:close/>
                <a:moveTo>
                  <a:pt x="495300" y="962025"/>
                </a:moveTo>
                <a:lnTo>
                  <a:pt x="514350" y="962025"/>
                </a:lnTo>
                <a:lnTo>
                  <a:pt x="514350" y="952500"/>
                </a:lnTo>
                <a:lnTo>
                  <a:pt x="533400" y="942975"/>
                </a:lnTo>
                <a:lnTo>
                  <a:pt x="533400" y="904875"/>
                </a:lnTo>
                <a:lnTo>
                  <a:pt x="495300" y="885825"/>
                </a:lnTo>
                <a:lnTo>
                  <a:pt x="466725" y="895350"/>
                </a:lnTo>
                <a:lnTo>
                  <a:pt x="466725" y="914400"/>
                </a:lnTo>
                <a:lnTo>
                  <a:pt x="457200" y="914400"/>
                </a:lnTo>
                <a:lnTo>
                  <a:pt x="457200" y="942975"/>
                </a:lnTo>
                <a:lnTo>
                  <a:pt x="466725" y="942975"/>
                </a:lnTo>
                <a:lnTo>
                  <a:pt x="476250" y="962025"/>
                </a:lnTo>
                <a:lnTo>
                  <a:pt x="495300" y="962025"/>
                </a:lnTo>
                <a:close/>
              </a:path>
            </a:pathLst>
          </a:custGeom>
          <a:solidFill xmlns:a="http://schemas.openxmlformats.org/drawingml/2006/main">
            <a:srgbClr val="102536"/>
          </a:solidFill>
          <a:ln xmlns:a="http://schemas.openxmlformats.org/drawingml/2006/main" w="0">
            <a:noFill/>
          </a:ln>
        </p:spPr>
      </p:sp>
      <p:sp>
        <p:nvSpPr>
          <p:cNvPr id="5" name="sensor">
            <a:extLst xmlns:a="http://schemas.openxmlformats.org/drawingml/2006/main">
              <a:ext uri="{FF2B5EF4-FFF2-40B4-BE49-F238E27FC236}">
                <a16:creationId xmlns:a16="http://schemas.microsoft.com/office/drawing/2014/main" id="{FD18692A-902A-4BFB-93D2-2D1E8237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990600"/>
            <a:ext cx="1476375" cy="1485900"/>
          </a:xfrm>
          <a:custGeom xmlns:a="http://schemas.openxmlformats.org/drawingml/2006/main">
            <a:pathLst>
              <a:path w="1476375" h="1485900">
                <a:moveTo>
                  <a:pt x="885825" y="647700"/>
                </a:moveTo>
                <a:lnTo>
                  <a:pt x="876300" y="647700"/>
                </a:lnTo>
                <a:lnTo>
                  <a:pt x="876300" y="561975"/>
                </a:lnTo>
                <a:lnTo>
                  <a:pt x="885825" y="561975"/>
                </a:lnTo>
                <a:lnTo>
                  <a:pt x="885825" y="533400"/>
                </a:lnTo>
                <a:lnTo>
                  <a:pt x="895350" y="533400"/>
                </a:lnTo>
                <a:lnTo>
                  <a:pt x="895350" y="514350"/>
                </a:lnTo>
                <a:lnTo>
                  <a:pt x="914400" y="504825"/>
                </a:lnTo>
                <a:lnTo>
                  <a:pt x="923925" y="466725"/>
                </a:lnTo>
                <a:lnTo>
                  <a:pt x="942975" y="457200"/>
                </a:lnTo>
                <a:lnTo>
                  <a:pt x="942975" y="438150"/>
                </a:lnTo>
                <a:lnTo>
                  <a:pt x="952500" y="438150"/>
                </a:lnTo>
                <a:lnTo>
                  <a:pt x="952500" y="419100"/>
                </a:lnTo>
                <a:lnTo>
                  <a:pt x="971550" y="409575"/>
                </a:lnTo>
                <a:lnTo>
                  <a:pt x="981075" y="381000"/>
                </a:lnTo>
                <a:lnTo>
                  <a:pt x="1000125" y="381000"/>
                </a:lnTo>
                <a:lnTo>
                  <a:pt x="1000125" y="400050"/>
                </a:lnTo>
                <a:lnTo>
                  <a:pt x="1009650" y="400050"/>
                </a:lnTo>
                <a:lnTo>
                  <a:pt x="1009650" y="419100"/>
                </a:lnTo>
                <a:lnTo>
                  <a:pt x="1028700" y="428625"/>
                </a:lnTo>
                <a:lnTo>
                  <a:pt x="1028700" y="447675"/>
                </a:lnTo>
                <a:lnTo>
                  <a:pt x="1038225" y="447675"/>
                </a:lnTo>
                <a:lnTo>
                  <a:pt x="1038225" y="466725"/>
                </a:lnTo>
                <a:lnTo>
                  <a:pt x="1057275" y="476250"/>
                </a:lnTo>
                <a:lnTo>
                  <a:pt x="1057275" y="495300"/>
                </a:lnTo>
                <a:lnTo>
                  <a:pt x="1066800" y="495300"/>
                </a:lnTo>
                <a:lnTo>
                  <a:pt x="1066800" y="514350"/>
                </a:lnTo>
                <a:lnTo>
                  <a:pt x="1076325" y="514350"/>
                </a:lnTo>
                <a:lnTo>
                  <a:pt x="1076325" y="533400"/>
                </a:lnTo>
                <a:lnTo>
                  <a:pt x="1085850" y="533400"/>
                </a:lnTo>
                <a:lnTo>
                  <a:pt x="1085850" y="552450"/>
                </a:lnTo>
                <a:lnTo>
                  <a:pt x="1095375" y="552450"/>
                </a:lnTo>
                <a:lnTo>
                  <a:pt x="1095375" y="581025"/>
                </a:lnTo>
                <a:lnTo>
                  <a:pt x="1104900" y="581025"/>
                </a:lnTo>
                <a:lnTo>
                  <a:pt x="1104900" y="628650"/>
                </a:lnTo>
                <a:lnTo>
                  <a:pt x="1095375" y="628650"/>
                </a:lnTo>
                <a:lnTo>
                  <a:pt x="1095375" y="657225"/>
                </a:lnTo>
                <a:lnTo>
                  <a:pt x="1076325" y="666750"/>
                </a:lnTo>
                <a:lnTo>
                  <a:pt x="1066800" y="695325"/>
                </a:lnTo>
                <a:lnTo>
                  <a:pt x="1047750" y="695325"/>
                </a:lnTo>
                <a:lnTo>
                  <a:pt x="1038225" y="714375"/>
                </a:lnTo>
                <a:lnTo>
                  <a:pt x="990600" y="714375"/>
                </a:lnTo>
                <a:lnTo>
                  <a:pt x="990600" y="723900"/>
                </a:lnTo>
                <a:lnTo>
                  <a:pt x="981075" y="723900"/>
                </a:lnTo>
                <a:lnTo>
                  <a:pt x="981075" y="714375"/>
                </a:lnTo>
                <a:lnTo>
                  <a:pt x="942975" y="714375"/>
                </a:lnTo>
                <a:lnTo>
                  <a:pt x="942975" y="704850"/>
                </a:lnTo>
                <a:lnTo>
                  <a:pt x="923925" y="704850"/>
                </a:lnTo>
                <a:lnTo>
                  <a:pt x="923925" y="695325"/>
                </a:lnTo>
                <a:lnTo>
                  <a:pt x="885825" y="666750"/>
                </a:lnTo>
                <a:lnTo>
                  <a:pt x="885825" y="647700"/>
                </a:lnTo>
                <a:close/>
                <a:moveTo>
                  <a:pt x="1333500" y="1057275"/>
                </a:moveTo>
                <a:lnTo>
                  <a:pt x="1333500" y="1266825"/>
                </a:lnTo>
                <a:lnTo>
                  <a:pt x="1323975" y="1266825"/>
                </a:lnTo>
                <a:lnTo>
                  <a:pt x="1323975" y="1285875"/>
                </a:lnTo>
                <a:lnTo>
                  <a:pt x="1314450" y="1285875"/>
                </a:lnTo>
                <a:lnTo>
                  <a:pt x="1314450" y="1295400"/>
                </a:lnTo>
                <a:lnTo>
                  <a:pt x="1257300" y="1295400"/>
                </a:lnTo>
                <a:lnTo>
                  <a:pt x="1257300" y="1285875"/>
                </a:lnTo>
                <a:lnTo>
                  <a:pt x="1238250" y="1276350"/>
                </a:lnTo>
                <a:lnTo>
                  <a:pt x="1238250" y="1238250"/>
                </a:lnTo>
                <a:lnTo>
                  <a:pt x="1238250" y="1000125"/>
                </a:lnTo>
                <a:lnTo>
                  <a:pt x="1333500" y="1000125"/>
                </a:lnTo>
                <a:lnTo>
                  <a:pt x="1333500" y="1057275"/>
                </a:lnTo>
                <a:close/>
              </a:path>
            </a:pathLst>
          </a:custGeom>
          <a:solidFill xmlns:a="http://schemas.openxmlformats.org/drawingml/2006/main">
            <a:srgbClr val="E8363C"/>
          </a:solidFill>
          <a:ln xmlns:a="http://schemas.openxmlformats.org/drawingml/2006/main" w="0">
            <a:noFill/>
          </a:ln>
        </p:spPr>
      </p:sp>
      <p:sp>
        <p:nvSpPr>
          <p:cNvPr id="6" name="computer">
            <a:extLst xmlns:a="http://schemas.openxmlformats.org/drawingml/2006/main">
              <a:ext uri="{FF2B5EF4-FFF2-40B4-BE49-F238E27FC236}">
                <a16:creationId xmlns:a16="http://schemas.microsoft.com/office/drawing/2014/main" id="{6C64329E-51A7-4208-9B86-40C8C566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295400"/>
            <a:ext cx="2047875" cy="1390650"/>
          </a:xfrm>
          <a:custGeom xmlns:a="http://schemas.openxmlformats.org/drawingml/2006/main">
            <a:pathLst>
              <a:path w="2047875" h="1390650">
                <a:moveTo>
                  <a:pt x="647700" y="95250"/>
                </a:moveTo>
                <a:lnTo>
                  <a:pt x="276225" y="95250"/>
                </a:lnTo>
                <a:lnTo>
                  <a:pt x="276225" y="104775"/>
                </a:lnTo>
                <a:lnTo>
                  <a:pt x="257175" y="104775"/>
                </a:lnTo>
                <a:lnTo>
                  <a:pt x="247650" y="133350"/>
                </a:lnTo>
                <a:lnTo>
                  <a:pt x="238125" y="133350"/>
                </a:lnTo>
                <a:lnTo>
                  <a:pt x="238125" y="1133475"/>
                </a:lnTo>
                <a:lnTo>
                  <a:pt x="257175" y="1133475"/>
                </a:lnTo>
                <a:lnTo>
                  <a:pt x="257175" y="1143000"/>
                </a:lnTo>
                <a:lnTo>
                  <a:pt x="1419225" y="1143000"/>
                </a:lnTo>
                <a:lnTo>
                  <a:pt x="1809750" y="1143000"/>
                </a:lnTo>
                <a:lnTo>
                  <a:pt x="1819275" y="1114425"/>
                </a:lnTo>
                <a:lnTo>
                  <a:pt x="1828800" y="1114425"/>
                </a:lnTo>
                <a:lnTo>
                  <a:pt x="1828800" y="1095375"/>
                </a:lnTo>
                <a:lnTo>
                  <a:pt x="1819275" y="1095375"/>
                </a:lnTo>
                <a:lnTo>
                  <a:pt x="1819275" y="133350"/>
                </a:lnTo>
                <a:lnTo>
                  <a:pt x="1809750" y="133350"/>
                </a:lnTo>
                <a:lnTo>
                  <a:pt x="1809750" y="114300"/>
                </a:lnTo>
                <a:lnTo>
                  <a:pt x="1781175" y="104775"/>
                </a:lnTo>
                <a:lnTo>
                  <a:pt x="1781175" y="95250"/>
                </a:lnTo>
                <a:lnTo>
                  <a:pt x="647700" y="95250"/>
                </a:lnTo>
                <a:close/>
                <a:moveTo>
                  <a:pt x="1209675" y="571500"/>
                </a:moveTo>
                <a:lnTo>
                  <a:pt x="1304925" y="571500"/>
                </a:lnTo>
                <a:lnTo>
                  <a:pt x="1304925" y="581025"/>
                </a:lnTo>
                <a:lnTo>
                  <a:pt x="1485900" y="581025"/>
                </a:lnTo>
                <a:lnTo>
                  <a:pt x="1485900" y="571500"/>
                </a:lnTo>
                <a:lnTo>
                  <a:pt x="1581150" y="571500"/>
                </a:lnTo>
                <a:lnTo>
                  <a:pt x="1581150" y="581025"/>
                </a:lnTo>
                <a:lnTo>
                  <a:pt x="1600200" y="581025"/>
                </a:lnTo>
                <a:lnTo>
                  <a:pt x="1600200" y="609600"/>
                </a:lnTo>
                <a:lnTo>
                  <a:pt x="1590675" y="609600"/>
                </a:lnTo>
                <a:lnTo>
                  <a:pt x="1590675" y="619125"/>
                </a:lnTo>
                <a:lnTo>
                  <a:pt x="1533525" y="619125"/>
                </a:lnTo>
                <a:lnTo>
                  <a:pt x="1323975" y="619125"/>
                </a:lnTo>
                <a:lnTo>
                  <a:pt x="1323975" y="609600"/>
                </a:lnTo>
                <a:lnTo>
                  <a:pt x="1285875" y="609600"/>
                </a:lnTo>
                <a:lnTo>
                  <a:pt x="1285875" y="619125"/>
                </a:lnTo>
                <a:lnTo>
                  <a:pt x="1152525" y="619125"/>
                </a:lnTo>
                <a:lnTo>
                  <a:pt x="1152525" y="609600"/>
                </a:lnTo>
                <a:lnTo>
                  <a:pt x="1143000" y="609600"/>
                </a:lnTo>
                <a:lnTo>
                  <a:pt x="1143000" y="581025"/>
                </a:lnTo>
                <a:lnTo>
                  <a:pt x="1152525" y="581025"/>
                </a:lnTo>
                <a:lnTo>
                  <a:pt x="1152525" y="571500"/>
                </a:lnTo>
                <a:lnTo>
                  <a:pt x="1209675" y="571500"/>
                </a:lnTo>
                <a:close/>
                <a:moveTo>
                  <a:pt x="895350" y="1066800"/>
                </a:moveTo>
                <a:lnTo>
                  <a:pt x="1743075" y="1066800"/>
                </a:lnTo>
                <a:lnTo>
                  <a:pt x="1743075" y="171450"/>
                </a:lnTo>
                <a:lnTo>
                  <a:pt x="1162050" y="171450"/>
                </a:lnTo>
                <a:lnTo>
                  <a:pt x="314325" y="171450"/>
                </a:lnTo>
                <a:lnTo>
                  <a:pt x="314325" y="1066800"/>
                </a:lnTo>
                <a:lnTo>
                  <a:pt x="895350" y="1066800"/>
                </a:lnTo>
                <a:close/>
                <a:moveTo>
                  <a:pt x="1085850" y="1200150"/>
                </a:moveTo>
                <a:lnTo>
                  <a:pt x="876300" y="1200150"/>
                </a:lnTo>
                <a:lnTo>
                  <a:pt x="876300" y="1209675"/>
                </a:lnTo>
                <a:lnTo>
                  <a:pt x="971550" y="1209675"/>
                </a:lnTo>
                <a:lnTo>
                  <a:pt x="1181100" y="1209675"/>
                </a:lnTo>
                <a:lnTo>
                  <a:pt x="1181100" y="1200150"/>
                </a:lnTo>
                <a:lnTo>
                  <a:pt x="1085850" y="1200150"/>
                </a:lnTo>
                <a:close/>
                <a:moveTo>
                  <a:pt x="1838325" y="1200150"/>
                </a:moveTo>
                <a:lnTo>
                  <a:pt x="1228725" y="1200150"/>
                </a:lnTo>
                <a:lnTo>
                  <a:pt x="1219200" y="1228725"/>
                </a:lnTo>
                <a:lnTo>
                  <a:pt x="1190625" y="1238250"/>
                </a:lnTo>
                <a:lnTo>
                  <a:pt x="1190625" y="1247775"/>
                </a:lnTo>
                <a:lnTo>
                  <a:pt x="866775" y="1247775"/>
                </a:lnTo>
                <a:lnTo>
                  <a:pt x="866775" y="1238250"/>
                </a:lnTo>
                <a:lnTo>
                  <a:pt x="847725" y="1238250"/>
                </a:lnTo>
                <a:lnTo>
                  <a:pt x="847725" y="1228725"/>
                </a:lnTo>
                <a:lnTo>
                  <a:pt x="828675" y="1219200"/>
                </a:lnTo>
                <a:lnTo>
                  <a:pt x="828675" y="1200150"/>
                </a:lnTo>
                <a:lnTo>
                  <a:pt x="76200" y="1200150"/>
                </a:lnTo>
                <a:lnTo>
                  <a:pt x="76200" y="1247775"/>
                </a:lnTo>
                <a:lnTo>
                  <a:pt x="85725" y="1247775"/>
                </a:lnTo>
                <a:lnTo>
                  <a:pt x="85725" y="1266825"/>
                </a:lnTo>
                <a:lnTo>
                  <a:pt x="95250" y="1266825"/>
                </a:lnTo>
                <a:lnTo>
                  <a:pt x="114300" y="1295400"/>
                </a:lnTo>
                <a:lnTo>
                  <a:pt x="133350" y="1295400"/>
                </a:lnTo>
                <a:lnTo>
                  <a:pt x="133350" y="1304925"/>
                </a:lnTo>
                <a:lnTo>
                  <a:pt x="171450" y="1304925"/>
                </a:lnTo>
                <a:lnTo>
                  <a:pt x="1924050" y="1304925"/>
                </a:lnTo>
                <a:lnTo>
                  <a:pt x="1924050" y="1295400"/>
                </a:lnTo>
                <a:lnTo>
                  <a:pt x="1943100" y="1295400"/>
                </a:lnTo>
                <a:lnTo>
                  <a:pt x="1943100" y="1285875"/>
                </a:lnTo>
                <a:lnTo>
                  <a:pt x="1971675" y="1266825"/>
                </a:lnTo>
                <a:lnTo>
                  <a:pt x="1971675" y="1247775"/>
                </a:lnTo>
                <a:lnTo>
                  <a:pt x="1981200" y="1247775"/>
                </a:lnTo>
                <a:lnTo>
                  <a:pt x="1981200" y="1200150"/>
                </a:lnTo>
                <a:lnTo>
                  <a:pt x="1838325" y="1200150"/>
                </a:lnTo>
                <a:close/>
                <a:moveTo>
                  <a:pt x="190500" y="533400"/>
                </a:moveTo>
                <a:lnTo>
                  <a:pt x="190500" y="133350"/>
                </a:lnTo>
                <a:lnTo>
                  <a:pt x="200025" y="133350"/>
                </a:lnTo>
                <a:lnTo>
                  <a:pt x="200025" y="104775"/>
                </a:lnTo>
                <a:lnTo>
                  <a:pt x="209550" y="104775"/>
                </a:lnTo>
                <a:lnTo>
                  <a:pt x="238125" y="66675"/>
                </a:lnTo>
                <a:lnTo>
                  <a:pt x="257175" y="66675"/>
                </a:lnTo>
                <a:lnTo>
                  <a:pt x="257175" y="57150"/>
                </a:lnTo>
                <a:lnTo>
                  <a:pt x="276225" y="57150"/>
                </a:lnTo>
                <a:lnTo>
                  <a:pt x="276225" y="47625"/>
                </a:lnTo>
                <a:lnTo>
                  <a:pt x="1781175" y="47625"/>
                </a:lnTo>
                <a:lnTo>
                  <a:pt x="1781175" y="57150"/>
                </a:lnTo>
                <a:lnTo>
                  <a:pt x="1809750" y="57150"/>
                </a:lnTo>
                <a:lnTo>
                  <a:pt x="1809750" y="66675"/>
                </a:lnTo>
                <a:lnTo>
                  <a:pt x="1857375" y="104775"/>
                </a:lnTo>
                <a:lnTo>
                  <a:pt x="1857375" y="133350"/>
                </a:lnTo>
                <a:lnTo>
                  <a:pt x="1866900" y="133350"/>
                </a:lnTo>
                <a:lnTo>
                  <a:pt x="1866900" y="1162050"/>
                </a:lnTo>
                <a:lnTo>
                  <a:pt x="1895475" y="1162050"/>
                </a:lnTo>
                <a:lnTo>
                  <a:pt x="2019300" y="1162050"/>
                </a:lnTo>
                <a:lnTo>
                  <a:pt x="2019300" y="1171575"/>
                </a:lnTo>
                <a:lnTo>
                  <a:pt x="2028825" y="1171575"/>
                </a:lnTo>
                <a:lnTo>
                  <a:pt x="2028825" y="1238250"/>
                </a:lnTo>
                <a:lnTo>
                  <a:pt x="2019300" y="1238250"/>
                </a:lnTo>
                <a:lnTo>
                  <a:pt x="2019300" y="1266825"/>
                </a:lnTo>
                <a:lnTo>
                  <a:pt x="2009775" y="1266825"/>
                </a:lnTo>
                <a:lnTo>
                  <a:pt x="2000250" y="1304925"/>
                </a:lnTo>
                <a:lnTo>
                  <a:pt x="1990725" y="1304925"/>
                </a:lnTo>
                <a:lnTo>
                  <a:pt x="1981200" y="1323975"/>
                </a:lnTo>
                <a:lnTo>
                  <a:pt x="1962150" y="1323975"/>
                </a:lnTo>
                <a:lnTo>
                  <a:pt x="1952625" y="1343025"/>
                </a:lnTo>
                <a:lnTo>
                  <a:pt x="1933575" y="1343025"/>
                </a:lnTo>
                <a:lnTo>
                  <a:pt x="1933575" y="1352550"/>
                </a:lnTo>
                <a:lnTo>
                  <a:pt x="123825" y="1352550"/>
                </a:lnTo>
                <a:lnTo>
                  <a:pt x="123825" y="1343025"/>
                </a:lnTo>
                <a:lnTo>
                  <a:pt x="85725" y="1333500"/>
                </a:lnTo>
                <a:lnTo>
                  <a:pt x="85725" y="1323975"/>
                </a:lnTo>
                <a:lnTo>
                  <a:pt x="57150" y="1304925"/>
                </a:lnTo>
                <a:lnTo>
                  <a:pt x="57150" y="1285875"/>
                </a:lnTo>
                <a:lnTo>
                  <a:pt x="38100" y="1276350"/>
                </a:lnTo>
                <a:lnTo>
                  <a:pt x="38100" y="1247775"/>
                </a:lnTo>
                <a:lnTo>
                  <a:pt x="28575" y="1247775"/>
                </a:lnTo>
                <a:lnTo>
                  <a:pt x="28575" y="1171575"/>
                </a:lnTo>
                <a:lnTo>
                  <a:pt x="38100" y="1171575"/>
                </a:lnTo>
                <a:lnTo>
                  <a:pt x="38100" y="1162050"/>
                </a:lnTo>
                <a:lnTo>
                  <a:pt x="190500" y="1162050"/>
                </a:lnTo>
                <a:lnTo>
                  <a:pt x="190500" y="533400"/>
                </a:lnTo>
                <a:close/>
                <a:moveTo>
                  <a:pt x="447675" y="123825"/>
                </a:moveTo>
                <a:lnTo>
                  <a:pt x="1762125" y="123825"/>
                </a:lnTo>
                <a:lnTo>
                  <a:pt x="1762125" y="133350"/>
                </a:lnTo>
                <a:lnTo>
                  <a:pt x="1790700" y="152400"/>
                </a:lnTo>
                <a:lnTo>
                  <a:pt x="1790700" y="1095375"/>
                </a:lnTo>
                <a:lnTo>
                  <a:pt x="1781175" y="1095375"/>
                </a:lnTo>
                <a:lnTo>
                  <a:pt x="1771650" y="1114425"/>
                </a:lnTo>
                <a:lnTo>
                  <a:pt x="1609725" y="1114425"/>
                </a:lnTo>
                <a:lnTo>
                  <a:pt x="285750" y="1114425"/>
                </a:lnTo>
                <a:lnTo>
                  <a:pt x="285750" y="1104900"/>
                </a:lnTo>
                <a:lnTo>
                  <a:pt x="266700" y="1095375"/>
                </a:lnTo>
                <a:lnTo>
                  <a:pt x="266700" y="152400"/>
                </a:lnTo>
                <a:lnTo>
                  <a:pt x="276225" y="152400"/>
                </a:lnTo>
                <a:lnTo>
                  <a:pt x="295275" y="123825"/>
                </a:lnTo>
                <a:lnTo>
                  <a:pt x="447675" y="123825"/>
                </a:lnTo>
                <a:close/>
                <a:moveTo>
                  <a:pt x="723900" y="838200"/>
                </a:moveTo>
                <a:lnTo>
                  <a:pt x="723900" y="857250"/>
                </a:lnTo>
                <a:lnTo>
                  <a:pt x="981075" y="857250"/>
                </a:lnTo>
                <a:lnTo>
                  <a:pt x="971550" y="809625"/>
                </a:lnTo>
                <a:lnTo>
                  <a:pt x="962025" y="781050"/>
                </a:lnTo>
                <a:lnTo>
                  <a:pt x="733425" y="781050"/>
                </a:lnTo>
                <a:lnTo>
                  <a:pt x="723900" y="838200"/>
                </a:lnTo>
                <a:close/>
                <a:moveTo>
                  <a:pt x="895350" y="438150"/>
                </a:moveTo>
                <a:lnTo>
                  <a:pt x="962025" y="438150"/>
                </a:lnTo>
                <a:lnTo>
                  <a:pt x="971550" y="390525"/>
                </a:lnTo>
                <a:lnTo>
                  <a:pt x="981075" y="390525"/>
                </a:lnTo>
                <a:lnTo>
                  <a:pt x="981075" y="361950"/>
                </a:lnTo>
                <a:lnTo>
                  <a:pt x="809625" y="361950"/>
                </a:lnTo>
                <a:lnTo>
                  <a:pt x="723900" y="361950"/>
                </a:lnTo>
                <a:lnTo>
                  <a:pt x="733425" y="438150"/>
                </a:lnTo>
                <a:lnTo>
                  <a:pt x="895350" y="438150"/>
                </a:lnTo>
                <a:close/>
                <a:moveTo>
                  <a:pt x="1181100" y="438150"/>
                </a:moveTo>
                <a:lnTo>
                  <a:pt x="1590675" y="438150"/>
                </a:lnTo>
                <a:lnTo>
                  <a:pt x="1590675" y="447675"/>
                </a:lnTo>
                <a:lnTo>
                  <a:pt x="1600200" y="447675"/>
                </a:lnTo>
                <a:lnTo>
                  <a:pt x="1600200" y="476250"/>
                </a:lnTo>
                <a:lnTo>
                  <a:pt x="1562100" y="476250"/>
                </a:lnTo>
                <a:lnTo>
                  <a:pt x="1143000" y="476250"/>
                </a:lnTo>
                <a:lnTo>
                  <a:pt x="1143000" y="438150"/>
                </a:lnTo>
                <a:lnTo>
                  <a:pt x="1181100" y="438150"/>
                </a:lnTo>
                <a:close/>
                <a:moveTo>
                  <a:pt x="1428750" y="714375"/>
                </a:moveTo>
                <a:lnTo>
                  <a:pt x="1504950" y="714375"/>
                </a:lnTo>
                <a:lnTo>
                  <a:pt x="1504950" y="723900"/>
                </a:lnTo>
                <a:lnTo>
                  <a:pt x="1514475" y="723900"/>
                </a:lnTo>
                <a:lnTo>
                  <a:pt x="1514475" y="752475"/>
                </a:lnTo>
                <a:lnTo>
                  <a:pt x="1228725" y="752475"/>
                </a:lnTo>
                <a:lnTo>
                  <a:pt x="1143000" y="752475"/>
                </a:lnTo>
                <a:lnTo>
                  <a:pt x="1143000" y="723900"/>
                </a:lnTo>
                <a:lnTo>
                  <a:pt x="1152525" y="723900"/>
                </a:lnTo>
                <a:lnTo>
                  <a:pt x="1152525" y="714375"/>
                </a:lnTo>
                <a:lnTo>
                  <a:pt x="1428750" y="714375"/>
                </a:lnTo>
                <a:close/>
                <a:moveTo>
                  <a:pt x="847725" y="742950"/>
                </a:moveTo>
                <a:lnTo>
                  <a:pt x="933450" y="742950"/>
                </a:lnTo>
                <a:lnTo>
                  <a:pt x="933450" y="733425"/>
                </a:lnTo>
                <a:lnTo>
                  <a:pt x="914400" y="723900"/>
                </a:lnTo>
                <a:lnTo>
                  <a:pt x="914400" y="704850"/>
                </a:lnTo>
                <a:lnTo>
                  <a:pt x="904875" y="704850"/>
                </a:lnTo>
                <a:lnTo>
                  <a:pt x="885825" y="676275"/>
                </a:lnTo>
                <a:lnTo>
                  <a:pt x="838200" y="676275"/>
                </a:lnTo>
                <a:lnTo>
                  <a:pt x="809625" y="676275"/>
                </a:lnTo>
                <a:lnTo>
                  <a:pt x="809625" y="685800"/>
                </a:lnTo>
                <a:lnTo>
                  <a:pt x="781050" y="704850"/>
                </a:lnTo>
                <a:lnTo>
                  <a:pt x="781050" y="723900"/>
                </a:lnTo>
                <a:lnTo>
                  <a:pt x="762000" y="733425"/>
                </a:lnTo>
                <a:lnTo>
                  <a:pt x="762000" y="752475"/>
                </a:lnTo>
                <a:lnTo>
                  <a:pt x="771525" y="752475"/>
                </a:lnTo>
                <a:lnTo>
                  <a:pt x="771525" y="742950"/>
                </a:lnTo>
                <a:lnTo>
                  <a:pt x="847725" y="742950"/>
                </a:lnTo>
                <a:close/>
                <a:moveTo>
                  <a:pt x="933450" y="476250"/>
                </a:moveTo>
                <a:lnTo>
                  <a:pt x="762000" y="476250"/>
                </a:lnTo>
                <a:lnTo>
                  <a:pt x="771525" y="504825"/>
                </a:lnTo>
                <a:lnTo>
                  <a:pt x="781050" y="504825"/>
                </a:lnTo>
                <a:lnTo>
                  <a:pt x="800100" y="533400"/>
                </a:lnTo>
                <a:lnTo>
                  <a:pt x="809625" y="533400"/>
                </a:lnTo>
                <a:lnTo>
                  <a:pt x="838200" y="571500"/>
                </a:lnTo>
                <a:lnTo>
                  <a:pt x="857250" y="571500"/>
                </a:lnTo>
                <a:lnTo>
                  <a:pt x="857250" y="561975"/>
                </a:lnTo>
                <a:lnTo>
                  <a:pt x="866775" y="561975"/>
                </a:lnTo>
                <a:lnTo>
                  <a:pt x="866775" y="552450"/>
                </a:lnTo>
                <a:lnTo>
                  <a:pt x="876300" y="552450"/>
                </a:lnTo>
                <a:lnTo>
                  <a:pt x="876300" y="542925"/>
                </a:lnTo>
                <a:lnTo>
                  <a:pt x="933450" y="495300"/>
                </a:lnTo>
                <a:lnTo>
                  <a:pt x="933450" y="476250"/>
                </a:lnTo>
                <a:close/>
                <a:moveTo>
                  <a:pt x="1038225" y="342900"/>
                </a:moveTo>
                <a:lnTo>
                  <a:pt x="1028700" y="419100"/>
                </a:lnTo>
                <a:lnTo>
                  <a:pt x="1019175" y="419100"/>
                </a:lnTo>
                <a:lnTo>
                  <a:pt x="1019175" y="447675"/>
                </a:lnTo>
                <a:lnTo>
                  <a:pt x="1009650" y="447675"/>
                </a:lnTo>
                <a:lnTo>
                  <a:pt x="1009650" y="466725"/>
                </a:lnTo>
                <a:lnTo>
                  <a:pt x="1000125" y="466725"/>
                </a:lnTo>
                <a:lnTo>
                  <a:pt x="981075" y="523875"/>
                </a:lnTo>
                <a:lnTo>
                  <a:pt x="971550" y="523875"/>
                </a:lnTo>
                <a:lnTo>
                  <a:pt x="971550" y="533400"/>
                </a:lnTo>
                <a:lnTo>
                  <a:pt x="962025" y="533400"/>
                </a:lnTo>
                <a:lnTo>
                  <a:pt x="962025" y="542925"/>
                </a:lnTo>
                <a:lnTo>
                  <a:pt x="952500" y="542925"/>
                </a:lnTo>
                <a:lnTo>
                  <a:pt x="952500" y="552450"/>
                </a:lnTo>
                <a:lnTo>
                  <a:pt x="942975" y="552450"/>
                </a:lnTo>
                <a:lnTo>
                  <a:pt x="942975" y="561975"/>
                </a:lnTo>
                <a:lnTo>
                  <a:pt x="933450" y="561975"/>
                </a:lnTo>
                <a:lnTo>
                  <a:pt x="933450" y="571500"/>
                </a:lnTo>
                <a:lnTo>
                  <a:pt x="876300" y="619125"/>
                </a:lnTo>
                <a:lnTo>
                  <a:pt x="876300" y="628650"/>
                </a:lnTo>
                <a:lnTo>
                  <a:pt x="904875" y="619125"/>
                </a:lnTo>
                <a:lnTo>
                  <a:pt x="904875" y="628650"/>
                </a:lnTo>
                <a:lnTo>
                  <a:pt x="914400" y="628650"/>
                </a:lnTo>
                <a:lnTo>
                  <a:pt x="914400" y="638175"/>
                </a:lnTo>
                <a:lnTo>
                  <a:pt x="971550" y="685800"/>
                </a:lnTo>
                <a:lnTo>
                  <a:pt x="971550" y="704850"/>
                </a:lnTo>
                <a:lnTo>
                  <a:pt x="990600" y="714375"/>
                </a:lnTo>
                <a:lnTo>
                  <a:pt x="990600" y="733425"/>
                </a:lnTo>
                <a:lnTo>
                  <a:pt x="1000125" y="733425"/>
                </a:lnTo>
                <a:lnTo>
                  <a:pt x="1000125" y="752475"/>
                </a:lnTo>
                <a:lnTo>
                  <a:pt x="1009650" y="752475"/>
                </a:lnTo>
                <a:lnTo>
                  <a:pt x="1009650" y="771525"/>
                </a:lnTo>
                <a:lnTo>
                  <a:pt x="1019175" y="771525"/>
                </a:lnTo>
                <a:lnTo>
                  <a:pt x="1019175" y="800100"/>
                </a:lnTo>
                <a:lnTo>
                  <a:pt x="1028700" y="800100"/>
                </a:lnTo>
                <a:lnTo>
                  <a:pt x="1028700" y="847725"/>
                </a:lnTo>
                <a:lnTo>
                  <a:pt x="1038225" y="847725"/>
                </a:lnTo>
                <a:lnTo>
                  <a:pt x="1038225" y="942975"/>
                </a:lnTo>
                <a:lnTo>
                  <a:pt x="1028700" y="942975"/>
                </a:lnTo>
                <a:lnTo>
                  <a:pt x="1028700" y="952500"/>
                </a:lnTo>
                <a:lnTo>
                  <a:pt x="990600" y="952500"/>
                </a:lnTo>
                <a:lnTo>
                  <a:pt x="990600" y="942975"/>
                </a:lnTo>
                <a:lnTo>
                  <a:pt x="981075" y="942975"/>
                </a:lnTo>
                <a:lnTo>
                  <a:pt x="981075" y="895350"/>
                </a:lnTo>
                <a:lnTo>
                  <a:pt x="714375" y="895350"/>
                </a:lnTo>
                <a:lnTo>
                  <a:pt x="714375" y="942975"/>
                </a:lnTo>
                <a:lnTo>
                  <a:pt x="704850" y="942975"/>
                </a:lnTo>
                <a:lnTo>
                  <a:pt x="704850" y="952500"/>
                </a:lnTo>
                <a:lnTo>
                  <a:pt x="666750" y="952500"/>
                </a:lnTo>
                <a:lnTo>
                  <a:pt x="666750" y="895350"/>
                </a:lnTo>
                <a:lnTo>
                  <a:pt x="666750" y="809625"/>
                </a:lnTo>
                <a:lnTo>
                  <a:pt x="676275" y="809625"/>
                </a:lnTo>
                <a:lnTo>
                  <a:pt x="685800" y="752475"/>
                </a:lnTo>
                <a:lnTo>
                  <a:pt x="695325" y="752475"/>
                </a:lnTo>
                <a:lnTo>
                  <a:pt x="695325" y="733425"/>
                </a:lnTo>
                <a:lnTo>
                  <a:pt x="714375" y="723900"/>
                </a:lnTo>
                <a:lnTo>
                  <a:pt x="714375" y="704850"/>
                </a:lnTo>
                <a:lnTo>
                  <a:pt x="733425" y="695325"/>
                </a:lnTo>
                <a:lnTo>
                  <a:pt x="733425" y="676275"/>
                </a:lnTo>
                <a:lnTo>
                  <a:pt x="742950" y="676275"/>
                </a:lnTo>
                <a:lnTo>
                  <a:pt x="742950" y="666750"/>
                </a:lnTo>
                <a:lnTo>
                  <a:pt x="800100" y="619125"/>
                </a:lnTo>
                <a:lnTo>
                  <a:pt x="800100" y="600075"/>
                </a:lnTo>
                <a:lnTo>
                  <a:pt x="790575" y="600075"/>
                </a:lnTo>
                <a:lnTo>
                  <a:pt x="790575" y="590550"/>
                </a:lnTo>
                <a:lnTo>
                  <a:pt x="781050" y="590550"/>
                </a:lnTo>
                <a:lnTo>
                  <a:pt x="781050" y="581025"/>
                </a:lnTo>
                <a:lnTo>
                  <a:pt x="723900" y="533400"/>
                </a:lnTo>
                <a:lnTo>
                  <a:pt x="723900" y="514350"/>
                </a:lnTo>
                <a:lnTo>
                  <a:pt x="704850" y="504825"/>
                </a:lnTo>
                <a:lnTo>
                  <a:pt x="704850" y="485775"/>
                </a:lnTo>
                <a:lnTo>
                  <a:pt x="695325" y="485775"/>
                </a:lnTo>
                <a:lnTo>
                  <a:pt x="695325" y="466725"/>
                </a:lnTo>
                <a:lnTo>
                  <a:pt x="685800" y="466725"/>
                </a:lnTo>
                <a:lnTo>
                  <a:pt x="685800" y="438150"/>
                </a:lnTo>
                <a:lnTo>
                  <a:pt x="676275" y="438150"/>
                </a:lnTo>
                <a:lnTo>
                  <a:pt x="676275" y="409575"/>
                </a:lnTo>
                <a:lnTo>
                  <a:pt x="666750" y="409575"/>
                </a:lnTo>
                <a:lnTo>
                  <a:pt x="666750" y="276225"/>
                </a:lnTo>
                <a:lnTo>
                  <a:pt x="676275" y="276225"/>
                </a:lnTo>
                <a:lnTo>
                  <a:pt x="676275" y="266700"/>
                </a:lnTo>
                <a:lnTo>
                  <a:pt x="714375" y="276225"/>
                </a:lnTo>
                <a:lnTo>
                  <a:pt x="714375" y="323850"/>
                </a:lnTo>
                <a:lnTo>
                  <a:pt x="723900" y="323850"/>
                </a:lnTo>
                <a:lnTo>
                  <a:pt x="723900" y="333375"/>
                </a:lnTo>
                <a:lnTo>
                  <a:pt x="733425" y="333375"/>
                </a:lnTo>
                <a:lnTo>
                  <a:pt x="733425" y="323850"/>
                </a:lnTo>
                <a:lnTo>
                  <a:pt x="847725" y="323850"/>
                </a:lnTo>
                <a:lnTo>
                  <a:pt x="847725" y="333375"/>
                </a:lnTo>
                <a:lnTo>
                  <a:pt x="866775" y="333375"/>
                </a:lnTo>
                <a:lnTo>
                  <a:pt x="866775" y="323850"/>
                </a:lnTo>
                <a:lnTo>
                  <a:pt x="981075" y="323850"/>
                </a:lnTo>
                <a:lnTo>
                  <a:pt x="981075" y="285750"/>
                </a:lnTo>
                <a:lnTo>
                  <a:pt x="990600" y="285750"/>
                </a:lnTo>
                <a:lnTo>
                  <a:pt x="1000125" y="266700"/>
                </a:lnTo>
                <a:lnTo>
                  <a:pt x="1019175" y="266700"/>
                </a:lnTo>
                <a:lnTo>
                  <a:pt x="1019175" y="276225"/>
                </a:lnTo>
                <a:lnTo>
                  <a:pt x="1038225" y="285750"/>
                </a:lnTo>
                <a:lnTo>
                  <a:pt x="1038225" y="342900"/>
                </a:lnTo>
                <a:close/>
                <a:moveTo>
                  <a:pt x="838200" y="666750"/>
                </a:moveTo>
                <a:lnTo>
                  <a:pt x="857250" y="666750"/>
                </a:lnTo>
                <a:lnTo>
                  <a:pt x="857250" y="647700"/>
                </a:lnTo>
                <a:lnTo>
                  <a:pt x="876300" y="638175"/>
                </a:lnTo>
                <a:lnTo>
                  <a:pt x="876300" y="628650"/>
                </a:lnTo>
                <a:lnTo>
                  <a:pt x="866775" y="628650"/>
                </a:lnTo>
                <a:lnTo>
                  <a:pt x="828675" y="657225"/>
                </a:lnTo>
                <a:lnTo>
                  <a:pt x="828675" y="666750"/>
                </a:lnTo>
                <a:lnTo>
                  <a:pt x="838200" y="666750"/>
                </a:lnTo>
                <a:close/>
              </a:path>
            </a:pathLst>
          </a:custGeom>
          <a:solidFill xmlns:a="http://schemas.openxmlformats.org/drawingml/2006/main">
            <a:srgbClr val="102536"/>
          </a:solidFill>
          <a:ln xmlns:a="http://schemas.openxmlformats.org/drawingml/2006/main" w="0">
            <a:noFill/>
          </a:ln>
        </p:spPr>
      </p:sp>
      <p:sp>
        <p:nvSpPr>
          <p:cNvPr id="7" name="lab">
            <a:extLst xmlns:a="http://schemas.openxmlformats.org/drawingml/2006/main">
              <a:ext uri="{FF2B5EF4-FFF2-40B4-BE49-F238E27FC236}">
                <a16:creationId xmlns:a16="http://schemas.microsoft.com/office/drawing/2014/main" id="{4A9E2E93-861E-43EB-92E5-58D69FF5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52875"/>
            <a:ext cx="3476625" cy="1905000"/>
          </a:xfrm>
          <a:custGeom xmlns:a="http://schemas.openxmlformats.org/drawingml/2006/main">
            <a:pathLst>
              <a:path w="3476625" h="1905000">
                <a:moveTo>
                  <a:pt x="1781175" y="1314450"/>
                </a:moveTo>
                <a:lnTo>
                  <a:pt x="1876425" y="1314450"/>
                </a:lnTo>
                <a:lnTo>
                  <a:pt x="1876425" y="1257300"/>
                </a:lnTo>
                <a:lnTo>
                  <a:pt x="1657350" y="1257300"/>
                </a:lnTo>
                <a:lnTo>
                  <a:pt x="1562100" y="1257300"/>
                </a:lnTo>
                <a:lnTo>
                  <a:pt x="1562100" y="1314450"/>
                </a:lnTo>
                <a:lnTo>
                  <a:pt x="1781175" y="1314450"/>
                </a:lnTo>
                <a:close/>
                <a:moveTo>
                  <a:pt x="2362200" y="1800225"/>
                </a:moveTo>
                <a:lnTo>
                  <a:pt x="2362200" y="1819275"/>
                </a:lnTo>
                <a:lnTo>
                  <a:pt x="2352675" y="1819275"/>
                </a:lnTo>
                <a:lnTo>
                  <a:pt x="2343150" y="1838325"/>
                </a:lnTo>
                <a:lnTo>
                  <a:pt x="2324100" y="1838325"/>
                </a:lnTo>
                <a:lnTo>
                  <a:pt x="2324100" y="1847850"/>
                </a:lnTo>
                <a:lnTo>
                  <a:pt x="2200275" y="1847850"/>
                </a:lnTo>
                <a:lnTo>
                  <a:pt x="2200275" y="1838325"/>
                </a:lnTo>
                <a:lnTo>
                  <a:pt x="2171700" y="1828800"/>
                </a:lnTo>
                <a:lnTo>
                  <a:pt x="2171700" y="1495425"/>
                </a:lnTo>
                <a:lnTo>
                  <a:pt x="2190750" y="1485900"/>
                </a:lnTo>
                <a:lnTo>
                  <a:pt x="2190750" y="1447800"/>
                </a:lnTo>
                <a:lnTo>
                  <a:pt x="2171700" y="1447800"/>
                </a:lnTo>
                <a:lnTo>
                  <a:pt x="2171700" y="1371600"/>
                </a:lnTo>
                <a:lnTo>
                  <a:pt x="2171700" y="1343025"/>
                </a:lnTo>
                <a:lnTo>
                  <a:pt x="2181225" y="1343025"/>
                </a:lnTo>
                <a:lnTo>
                  <a:pt x="2181225" y="1333500"/>
                </a:lnTo>
                <a:lnTo>
                  <a:pt x="2343150" y="1333500"/>
                </a:lnTo>
                <a:lnTo>
                  <a:pt x="2343150" y="1343025"/>
                </a:lnTo>
                <a:lnTo>
                  <a:pt x="2362200" y="1352550"/>
                </a:lnTo>
                <a:lnTo>
                  <a:pt x="2362200" y="1438275"/>
                </a:lnTo>
                <a:lnTo>
                  <a:pt x="2333625" y="1457325"/>
                </a:lnTo>
                <a:lnTo>
                  <a:pt x="2333625" y="1485900"/>
                </a:lnTo>
                <a:lnTo>
                  <a:pt x="2343150" y="1485900"/>
                </a:lnTo>
                <a:lnTo>
                  <a:pt x="2352675" y="1514475"/>
                </a:lnTo>
                <a:lnTo>
                  <a:pt x="2362200" y="1514475"/>
                </a:lnTo>
                <a:lnTo>
                  <a:pt x="2362200" y="1800225"/>
                </a:lnTo>
                <a:close/>
                <a:moveTo>
                  <a:pt x="2743200" y="1809750"/>
                </a:moveTo>
                <a:lnTo>
                  <a:pt x="2828925" y="1809750"/>
                </a:lnTo>
                <a:lnTo>
                  <a:pt x="2828925" y="1609725"/>
                </a:lnTo>
                <a:lnTo>
                  <a:pt x="2838450" y="1609725"/>
                </a:lnTo>
                <a:lnTo>
                  <a:pt x="2828925" y="1590675"/>
                </a:lnTo>
                <a:lnTo>
                  <a:pt x="2838450" y="1590675"/>
                </a:lnTo>
                <a:lnTo>
                  <a:pt x="2838450" y="1514475"/>
                </a:lnTo>
                <a:lnTo>
                  <a:pt x="2809875" y="1504950"/>
                </a:lnTo>
                <a:lnTo>
                  <a:pt x="2714625" y="1504950"/>
                </a:lnTo>
                <a:lnTo>
                  <a:pt x="2714625" y="1514475"/>
                </a:lnTo>
                <a:lnTo>
                  <a:pt x="2705100" y="1514475"/>
                </a:lnTo>
                <a:lnTo>
                  <a:pt x="2705100" y="1800225"/>
                </a:lnTo>
                <a:lnTo>
                  <a:pt x="2714625" y="1800225"/>
                </a:lnTo>
                <a:lnTo>
                  <a:pt x="2714625" y="1809750"/>
                </a:lnTo>
                <a:lnTo>
                  <a:pt x="2743200" y="1809750"/>
                </a:lnTo>
                <a:close/>
                <a:moveTo>
                  <a:pt x="1962150" y="1828800"/>
                </a:moveTo>
                <a:lnTo>
                  <a:pt x="1962150" y="1838325"/>
                </a:lnTo>
                <a:lnTo>
                  <a:pt x="971550" y="1838325"/>
                </a:lnTo>
                <a:lnTo>
                  <a:pt x="971550" y="1847850"/>
                </a:lnTo>
                <a:lnTo>
                  <a:pt x="876300" y="1847850"/>
                </a:lnTo>
                <a:lnTo>
                  <a:pt x="876300" y="1838325"/>
                </a:lnTo>
                <a:lnTo>
                  <a:pt x="838200" y="1838325"/>
                </a:lnTo>
                <a:lnTo>
                  <a:pt x="838200" y="1828800"/>
                </a:lnTo>
                <a:lnTo>
                  <a:pt x="819150" y="1828800"/>
                </a:lnTo>
                <a:lnTo>
                  <a:pt x="819150" y="1819275"/>
                </a:lnTo>
                <a:lnTo>
                  <a:pt x="771525" y="1781175"/>
                </a:lnTo>
                <a:lnTo>
                  <a:pt x="771525" y="1762125"/>
                </a:lnTo>
                <a:lnTo>
                  <a:pt x="762000" y="1762125"/>
                </a:lnTo>
                <a:lnTo>
                  <a:pt x="762000" y="1724025"/>
                </a:lnTo>
                <a:lnTo>
                  <a:pt x="752475" y="1724025"/>
                </a:lnTo>
                <a:lnTo>
                  <a:pt x="752475" y="1076325"/>
                </a:lnTo>
                <a:lnTo>
                  <a:pt x="762000" y="1076325"/>
                </a:lnTo>
                <a:lnTo>
                  <a:pt x="762000" y="1028700"/>
                </a:lnTo>
                <a:lnTo>
                  <a:pt x="781050" y="1019175"/>
                </a:lnTo>
                <a:lnTo>
                  <a:pt x="781050" y="1000125"/>
                </a:lnTo>
                <a:lnTo>
                  <a:pt x="790575" y="1000125"/>
                </a:lnTo>
                <a:lnTo>
                  <a:pt x="809625" y="971550"/>
                </a:lnTo>
                <a:lnTo>
                  <a:pt x="828675" y="971550"/>
                </a:lnTo>
                <a:lnTo>
                  <a:pt x="828675" y="962025"/>
                </a:lnTo>
                <a:lnTo>
                  <a:pt x="847725" y="962025"/>
                </a:lnTo>
                <a:lnTo>
                  <a:pt x="847725" y="952500"/>
                </a:lnTo>
                <a:lnTo>
                  <a:pt x="990600" y="952500"/>
                </a:lnTo>
                <a:lnTo>
                  <a:pt x="1181100" y="952500"/>
                </a:lnTo>
                <a:lnTo>
                  <a:pt x="1181100" y="857250"/>
                </a:lnTo>
                <a:lnTo>
                  <a:pt x="1190625" y="857250"/>
                </a:lnTo>
                <a:lnTo>
                  <a:pt x="1190625" y="828675"/>
                </a:lnTo>
                <a:lnTo>
                  <a:pt x="1200150" y="828675"/>
                </a:lnTo>
                <a:lnTo>
                  <a:pt x="1209675" y="800100"/>
                </a:lnTo>
                <a:lnTo>
                  <a:pt x="1228725" y="800100"/>
                </a:lnTo>
                <a:lnTo>
                  <a:pt x="1228725" y="790575"/>
                </a:lnTo>
                <a:lnTo>
                  <a:pt x="1247775" y="790575"/>
                </a:lnTo>
                <a:lnTo>
                  <a:pt x="1247775" y="781050"/>
                </a:lnTo>
                <a:lnTo>
                  <a:pt x="1552575" y="781050"/>
                </a:lnTo>
                <a:lnTo>
                  <a:pt x="1552575" y="790575"/>
                </a:lnTo>
                <a:lnTo>
                  <a:pt x="1581150" y="790575"/>
                </a:lnTo>
                <a:lnTo>
                  <a:pt x="1581150" y="800100"/>
                </a:lnTo>
                <a:lnTo>
                  <a:pt x="1609725" y="819150"/>
                </a:lnTo>
                <a:lnTo>
                  <a:pt x="1609725" y="838200"/>
                </a:lnTo>
                <a:lnTo>
                  <a:pt x="1619250" y="838200"/>
                </a:lnTo>
                <a:lnTo>
                  <a:pt x="1619250" y="952500"/>
                </a:lnTo>
                <a:lnTo>
                  <a:pt x="1952625" y="952500"/>
                </a:lnTo>
                <a:lnTo>
                  <a:pt x="1952625" y="962025"/>
                </a:lnTo>
                <a:lnTo>
                  <a:pt x="1981200" y="962025"/>
                </a:lnTo>
                <a:lnTo>
                  <a:pt x="1990725" y="981075"/>
                </a:lnTo>
                <a:lnTo>
                  <a:pt x="2009775" y="981075"/>
                </a:lnTo>
                <a:lnTo>
                  <a:pt x="2019300" y="1009650"/>
                </a:lnTo>
                <a:lnTo>
                  <a:pt x="2028825" y="1009650"/>
                </a:lnTo>
                <a:lnTo>
                  <a:pt x="2038350" y="1038225"/>
                </a:lnTo>
                <a:lnTo>
                  <a:pt x="2047875" y="1038225"/>
                </a:lnTo>
                <a:lnTo>
                  <a:pt x="2047875" y="1752600"/>
                </a:lnTo>
                <a:lnTo>
                  <a:pt x="2038350" y="1752600"/>
                </a:lnTo>
                <a:lnTo>
                  <a:pt x="2028825" y="1790700"/>
                </a:lnTo>
                <a:lnTo>
                  <a:pt x="2019300" y="1790700"/>
                </a:lnTo>
                <a:lnTo>
                  <a:pt x="2000250" y="1819275"/>
                </a:lnTo>
                <a:lnTo>
                  <a:pt x="1962150" y="1828800"/>
                </a:lnTo>
                <a:close/>
                <a:moveTo>
                  <a:pt x="190500" y="1390650"/>
                </a:moveTo>
                <a:lnTo>
                  <a:pt x="200025" y="1390650"/>
                </a:lnTo>
                <a:lnTo>
                  <a:pt x="200025" y="1371600"/>
                </a:lnTo>
                <a:lnTo>
                  <a:pt x="209550" y="1371600"/>
                </a:lnTo>
                <a:lnTo>
                  <a:pt x="209550" y="1343025"/>
                </a:lnTo>
                <a:lnTo>
                  <a:pt x="219075" y="1343025"/>
                </a:lnTo>
                <a:lnTo>
                  <a:pt x="219075" y="1323975"/>
                </a:lnTo>
                <a:lnTo>
                  <a:pt x="228600" y="1323975"/>
                </a:lnTo>
                <a:lnTo>
                  <a:pt x="228600" y="1295400"/>
                </a:lnTo>
                <a:lnTo>
                  <a:pt x="238125" y="1295400"/>
                </a:lnTo>
                <a:lnTo>
                  <a:pt x="238125" y="1276350"/>
                </a:lnTo>
                <a:lnTo>
                  <a:pt x="247650" y="1276350"/>
                </a:lnTo>
                <a:lnTo>
                  <a:pt x="247650" y="1247775"/>
                </a:lnTo>
                <a:lnTo>
                  <a:pt x="257175" y="1247775"/>
                </a:lnTo>
                <a:lnTo>
                  <a:pt x="257175" y="1228725"/>
                </a:lnTo>
                <a:lnTo>
                  <a:pt x="266700" y="1228725"/>
                </a:lnTo>
                <a:lnTo>
                  <a:pt x="266700" y="1200150"/>
                </a:lnTo>
                <a:lnTo>
                  <a:pt x="276225" y="1200150"/>
                </a:lnTo>
                <a:lnTo>
                  <a:pt x="276225" y="1181100"/>
                </a:lnTo>
                <a:lnTo>
                  <a:pt x="285750" y="1181100"/>
                </a:lnTo>
                <a:lnTo>
                  <a:pt x="285750" y="1162050"/>
                </a:lnTo>
                <a:lnTo>
                  <a:pt x="295275" y="1162050"/>
                </a:lnTo>
                <a:lnTo>
                  <a:pt x="304800" y="1104900"/>
                </a:lnTo>
                <a:lnTo>
                  <a:pt x="314325" y="1104900"/>
                </a:lnTo>
                <a:lnTo>
                  <a:pt x="314325" y="1085850"/>
                </a:lnTo>
                <a:lnTo>
                  <a:pt x="323850" y="1085850"/>
                </a:lnTo>
                <a:lnTo>
                  <a:pt x="323850" y="1066800"/>
                </a:lnTo>
                <a:lnTo>
                  <a:pt x="333375" y="1066800"/>
                </a:lnTo>
                <a:lnTo>
                  <a:pt x="333375" y="1038225"/>
                </a:lnTo>
                <a:lnTo>
                  <a:pt x="342900" y="1038225"/>
                </a:lnTo>
                <a:lnTo>
                  <a:pt x="342900" y="1019175"/>
                </a:lnTo>
                <a:lnTo>
                  <a:pt x="352425" y="1019175"/>
                </a:lnTo>
                <a:lnTo>
                  <a:pt x="352425" y="990600"/>
                </a:lnTo>
                <a:lnTo>
                  <a:pt x="361950" y="990600"/>
                </a:lnTo>
                <a:lnTo>
                  <a:pt x="361950" y="971550"/>
                </a:lnTo>
                <a:lnTo>
                  <a:pt x="371475" y="971550"/>
                </a:lnTo>
                <a:lnTo>
                  <a:pt x="381000" y="923925"/>
                </a:lnTo>
                <a:lnTo>
                  <a:pt x="352425" y="914400"/>
                </a:lnTo>
                <a:lnTo>
                  <a:pt x="361950" y="885825"/>
                </a:lnTo>
                <a:lnTo>
                  <a:pt x="381000" y="885825"/>
                </a:lnTo>
                <a:lnTo>
                  <a:pt x="381000" y="876300"/>
                </a:lnTo>
                <a:lnTo>
                  <a:pt x="400050" y="876300"/>
                </a:lnTo>
                <a:lnTo>
                  <a:pt x="400050" y="866775"/>
                </a:lnTo>
                <a:lnTo>
                  <a:pt x="419100" y="866775"/>
                </a:lnTo>
                <a:lnTo>
                  <a:pt x="419100" y="857250"/>
                </a:lnTo>
                <a:lnTo>
                  <a:pt x="438150" y="857250"/>
                </a:lnTo>
                <a:lnTo>
                  <a:pt x="438150" y="847725"/>
                </a:lnTo>
                <a:lnTo>
                  <a:pt x="457200" y="847725"/>
                </a:lnTo>
                <a:lnTo>
                  <a:pt x="457200" y="838200"/>
                </a:lnTo>
                <a:lnTo>
                  <a:pt x="476250" y="838200"/>
                </a:lnTo>
                <a:lnTo>
                  <a:pt x="476250" y="828675"/>
                </a:lnTo>
                <a:lnTo>
                  <a:pt x="495300" y="828675"/>
                </a:lnTo>
                <a:lnTo>
                  <a:pt x="495300" y="819150"/>
                </a:lnTo>
                <a:lnTo>
                  <a:pt x="514350" y="819150"/>
                </a:lnTo>
                <a:lnTo>
                  <a:pt x="514350" y="809625"/>
                </a:lnTo>
                <a:lnTo>
                  <a:pt x="533400" y="809625"/>
                </a:lnTo>
                <a:lnTo>
                  <a:pt x="533400" y="800100"/>
                </a:lnTo>
                <a:lnTo>
                  <a:pt x="552450" y="800100"/>
                </a:lnTo>
                <a:lnTo>
                  <a:pt x="552450" y="790575"/>
                </a:lnTo>
                <a:lnTo>
                  <a:pt x="571500" y="790575"/>
                </a:lnTo>
                <a:lnTo>
                  <a:pt x="571500" y="781050"/>
                </a:lnTo>
                <a:lnTo>
                  <a:pt x="628650" y="762000"/>
                </a:lnTo>
                <a:lnTo>
                  <a:pt x="638175" y="742950"/>
                </a:lnTo>
                <a:lnTo>
                  <a:pt x="657225" y="742950"/>
                </a:lnTo>
                <a:lnTo>
                  <a:pt x="657225" y="733425"/>
                </a:lnTo>
                <a:lnTo>
                  <a:pt x="714375" y="714375"/>
                </a:lnTo>
                <a:lnTo>
                  <a:pt x="723900" y="695325"/>
                </a:lnTo>
                <a:lnTo>
                  <a:pt x="781050" y="676275"/>
                </a:lnTo>
                <a:lnTo>
                  <a:pt x="790575" y="657225"/>
                </a:lnTo>
                <a:lnTo>
                  <a:pt x="847725" y="638175"/>
                </a:lnTo>
                <a:lnTo>
                  <a:pt x="857250" y="619125"/>
                </a:lnTo>
                <a:lnTo>
                  <a:pt x="895350" y="609600"/>
                </a:lnTo>
                <a:lnTo>
                  <a:pt x="904875" y="590550"/>
                </a:lnTo>
                <a:lnTo>
                  <a:pt x="923925" y="590550"/>
                </a:lnTo>
                <a:lnTo>
                  <a:pt x="923925" y="581025"/>
                </a:lnTo>
                <a:lnTo>
                  <a:pt x="942975" y="581025"/>
                </a:lnTo>
                <a:lnTo>
                  <a:pt x="952500" y="561975"/>
                </a:lnTo>
                <a:lnTo>
                  <a:pt x="990600" y="552450"/>
                </a:lnTo>
                <a:lnTo>
                  <a:pt x="1000125" y="533400"/>
                </a:lnTo>
                <a:lnTo>
                  <a:pt x="1038225" y="523875"/>
                </a:lnTo>
                <a:lnTo>
                  <a:pt x="1038225" y="514350"/>
                </a:lnTo>
                <a:lnTo>
                  <a:pt x="1066800" y="504825"/>
                </a:lnTo>
                <a:lnTo>
                  <a:pt x="1076325" y="485775"/>
                </a:lnTo>
                <a:lnTo>
                  <a:pt x="1114425" y="476250"/>
                </a:lnTo>
                <a:lnTo>
                  <a:pt x="1114425" y="466725"/>
                </a:lnTo>
                <a:lnTo>
                  <a:pt x="1143000" y="457200"/>
                </a:lnTo>
                <a:lnTo>
                  <a:pt x="1152525" y="438150"/>
                </a:lnTo>
                <a:lnTo>
                  <a:pt x="1190625" y="428625"/>
                </a:lnTo>
                <a:lnTo>
                  <a:pt x="1190625" y="419100"/>
                </a:lnTo>
                <a:lnTo>
                  <a:pt x="1219200" y="409575"/>
                </a:lnTo>
                <a:lnTo>
                  <a:pt x="1228725" y="390525"/>
                </a:lnTo>
                <a:lnTo>
                  <a:pt x="1266825" y="381000"/>
                </a:lnTo>
                <a:lnTo>
                  <a:pt x="1276350" y="361950"/>
                </a:lnTo>
                <a:lnTo>
                  <a:pt x="1295400" y="361950"/>
                </a:lnTo>
                <a:lnTo>
                  <a:pt x="1304925" y="342900"/>
                </a:lnTo>
                <a:lnTo>
                  <a:pt x="1323975" y="342900"/>
                </a:lnTo>
                <a:lnTo>
                  <a:pt x="1323975" y="333375"/>
                </a:lnTo>
                <a:lnTo>
                  <a:pt x="1352550" y="323850"/>
                </a:lnTo>
                <a:lnTo>
                  <a:pt x="1362075" y="304800"/>
                </a:lnTo>
                <a:lnTo>
                  <a:pt x="1400175" y="295275"/>
                </a:lnTo>
                <a:lnTo>
                  <a:pt x="1419225" y="266700"/>
                </a:lnTo>
                <a:lnTo>
                  <a:pt x="1457325" y="257175"/>
                </a:lnTo>
                <a:lnTo>
                  <a:pt x="1476375" y="228600"/>
                </a:lnTo>
                <a:lnTo>
                  <a:pt x="1495425" y="228600"/>
                </a:lnTo>
                <a:lnTo>
                  <a:pt x="1504950" y="209550"/>
                </a:lnTo>
                <a:lnTo>
                  <a:pt x="1543050" y="200025"/>
                </a:lnTo>
                <a:lnTo>
                  <a:pt x="1552575" y="180975"/>
                </a:lnTo>
                <a:lnTo>
                  <a:pt x="1571625" y="180975"/>
                </a:lnTo>
                <a:lnTo>
                  <a:pt x="1590675" y="152400"/>
                </a:lnTo>
                <a:lnTo>
                  <a:pt x="1628775" y="142875"/>
                </a:lnTo>
                <a:lnTo>
                  <a:pt x="1638300" y="123825"/>
                </a:lnTo>
                <a:lnTo>
                  <a:pt x="1657350" y="123825"/>
                </a:lnTo>
                <a:lnTo>
                  <a:pt x="1657350" y="114300"/>
                </a:lnTo>
                <a:lnTo>
                  <a:pt x="1685925" y="104775"/>
                </a:lnTo>
                <a:lnTo>
                  <a:pt x="1695450" y="85725"/>
                </a:lnTo>
                <a:lnTo>
                  <a:pt x="1724025" y="85725"/>
                </a:lnTo>
                <a:lnTo>
                  <a:pt x="1733550" y="104775"/>
                </a:lnTo>
                <a:lnTo>
                  <a:pt x="1771650" y="114300"/>
                </a:lnTo>
                <a:lnTo>
                  <a:pt x="1771650" y="123825"/>
                </a:lnTo>
                <a:lnTo>
                  <a:pt x="1800225" y="133350"/>
                </a:lnTo>
                <a:lnTo>
                  <a:pt x="1809750" y="152400"/>
                </a:lnTo>
                <a:lnTo>
                  <a:pt x="1847850" y="161925"/>
                </a:lnTo>
                <a:lnTo>
                  <a:pt x="1857375" y="180975"/>
                </a:lnTo>
                <a:lnTo>
                  <a:pt x="1876425" y="180975"/>
                </a:lnTo>
                <a:lnTo>
                  <a:pt x="1885950" y="200025"/>
                </a:lnTo>
                <a:lnTo>
                  <a:pt x="1924050" y="209550"/>
                </a:lnTo>
                <a:lnTo>
                  <a:pt x="1933575" y="228600"/>
                </a:lnTo>
                <a:lnTo>
                  <a:pt x="1952625" y="228600"/>
                </a:lnTo>
                <a:lnTo>
                  <a:pt x="1952625" y="238125"/>
                </a:lnTo>
                <a:lnTo>
                  <a:pt x="1981200" y="247650"/>
                </a:lnTo>
                <a:lnTo>
                  <a:pt x="1990725" y="266700"/>
                </a:lnTo>
                <a:lnTo>
                  <a:pt x="2009775" y="266700"/>
                </a:lnTo>
                <a:lnTo>
                  <a:pt x="2009775" y="276225"/>
                </a:lnTo>
                <a:lnTo>
                  <a:pt x="2028825" y="276225"/>
                </a:lnTo>
                <a:lnTo>
                  <a:pt x="2038350" y="295275"/>
                </a:lnTo>
                <a:lnTo>
                  <a:pt x="2076450" y="304800"/>
                </a:lnTo>
                <a:lnTo>
                  <a:pt x="2076450" y="314325"/>
                </a:lnTo>
                <a:lnTo>
                  <a:pt x="2105025" y="323850"/>
                </a:lnTo>
                <a:lnTo>
                  <a:pt x="2114550" y="342900"/>
                </a:lnTo>
                <a:lnTo>
                  <a:pt x="2152650" y="352425"/>
                </a:lnTo>
                <a:lnTo>
                  <a:pt x="2152650" y="361950"/>
                </a:lnTo>
                <a:lnTo>
                  <a:pt x="2181225" y="371475"/>
                </a:lnTo>
                <a:lnTo>
                  <a:pt x="2190750" y="390525"/>
                </a:lnTo>
                <a:lnTo>
                  <a:pt x="2209800" y="390525"/>
                </a:lnTo>
                <a:lnTo>
                  <a:pt x="2209800" y="400050"/>
                </a:lnTo>
                <a:lnTo>
                  <a:pt x="2228850" y="400050"/>
                </a:lnTo>
                <a:lnTo>
                  <a:pt x="2238375" y="419100"/>
                </a:lnTo>
                <a:lnTo>
                  <a:pt x="2276475" y="428625"/>
                </a:lnTo>
                <a:lnTo>
                  <a:pt x="2276475" y="438150"/>
                </a:lnTo>
                <a:lnTo>
                  <a:pt x="2305050" y="447675"/>
                </a:lnTo>
                <a:lnTo>
                  <a:pt x="2314575" y="466725"/>
                </a:lnTo>
                <a:lnTo>
                  <a:pt x="2352675" y="476250"/>
                </a:lnTo>
                <a:lnTo>
                  <a:pt x="2362200" y="495300"/>
                </a:lnTo>
                <a:lnTo>
                  <a:pt x="2400300" y="504825"/>
                </a:lnTo>
                <a:lnTo>
                  <a:pt x="2409825" y="523875"/>
                </a:lnTo>
                <a:lnTo>
                  <a:pt x="2447925" y="533400"/>
                </a:lnTo>
                <a:lnTo>
                  <a:pt x="2457450" y="552450"/>
                </a:lnTo>
                <a:lnTo>
                  <a:pt x="2495550" y="561975"/>
                </a:lnTo>
                <a:lnTo>
                  <a:pt x="2505075" y="581025"/>
                </a:lnTo>
                <a:lnTo>
                  <a:pt x="2543175" y="590550"/>
                </a:lnTo>
                <a:lnTo>
                  <a:pt x="2552700" y="609600"/>
                </a:lnTo>
                <a:lnTo>
                  <a:pt x="2590800" y="619125"/>
                </a:lnTo>
                <a:lnTo>
                  <a:pt x="2600325" y="638175"/>
                </a:lnTo>
                <a:lnTo>
                  <a:pt x="2657475" y="657225"/>
                </a:lnTo>
                <a:lnTo>
                  <a:pt x="2667000" y="676275"/>
                </a:lnTo>
                <a:lnTo>
                  <a:pt x="2705100" y="685800"/>
                </a:lnTo>
                <a:lnTo>
                  <a:pt x="2714625" y="704850"/>
                </a:lnTo>
                <a:lnTo>
                  <a:pt x="2771775" y="723900"/>
                </a:lnTo>
                <a:lnTo>
                  <a:pt x="2781300" y="742950"/>
                </a:lnTo>
                <a:lnTo>
                  <a:pt x="2800350" y="742950"/>
                </a:lnTo>
                <a:lnTo>
                  <a:pt x="2800350" y="752475"/>
                </a:lnTo>
                <a:lnTo>
                  <a:pt x="2857500" y="771525"/>
                </a:lnTo>
                <a:lnTo>
                  <a:pt x="2867025" y="790575"/>
                </a:lnTo>
                <a:lnTo>
                  <a:pt x="2886075" y="790575"/>
                </a:lnTo>
                <a:lnTo>
                  <a:pt x="2886075" y="800100"/>
                </a:lnTo>
                <a:lnTo>
                  <a:pt x="2943225" y="819150"/>
                </a:lnTo>
                <a:lnTo>
                  <a:pt x="2952750" y="838200"/>
                </a:lnTo>
                <a:lnTo>
                  <a:pt x="2971800" y="838200"/>
                </a:lnTo>
                <a:lnTo>
                  <a:pt x="2971800" y="847725"/>
                </a:lnTo>
                <a:lnTo>
                  <a:pt x="2990850" y="847725"/>
                </a:lnTo>
                <a:lnTo>
                  <a:pt x="2990850" y="857250"/>
                </a:lnTo>
                <a:lnTo>
                  <a:pt x="3009900" y="857250"/>
                </a:lnTo>
                <a:lnTo>
                  <a:pt x="3009900" y="866775"/>
                </a:lnTo>
                <a:lnTo>
                  <a:pt x="3028950" y="866775"/>
                </a:lnTo>
                <a:lnTo>
                  <a:pt x="3028950" y="876300"/>
                </a:lnTo>
                <a:lnTo>
                  <a:pt x="3048000" y="876300"/>
                </a:lnTo>
                <a:lnTo>
                  <a:pt x="3048000" y="885825"/>
                </a:lnTo>
                <a:lnTo>
                  <a:pt x="3067050" y="895350"/>
                </a:lnTo>
                <a:lnTo>
                  <a:pt x="3067050" y="914400"/>
                </a:lnTo>
                <a:lnTo>
                  <a:pt x="3038475" y="923925"/>
                </a:lnTo>
                <a:lnTo>
                  <a:pt x="3048000" y="971550"/>
                </a:lnTo>
                <a:lnTo>
                  <a:pt x="3057525" y="971550"/>
                </a:lnTo>
                <a:lnTo>
                  <a:pt x="3057525" y="1000125"/>
                </a:lnTo>
                <a:lnTo>
                  <a:pt x="3067050" y="1000125"/>
                </a:lnTo>
                <a:lnTo>
                  <a:pt x="3076575" y="1047750"/>
                </a:lnTo>
                <a:lnTo>
                  <a:pt x="3086100" y="1047750"/>
                </a:lnTo>
                <a:lnTo>
                  <a:pt x="3086100" y="1066800"/>
                </a:lnTo>
                <a:lnTo>
                  <a:pt x="3095625" y="1066800"/>
                </a:lnTo>
                <a:lnTo>
                  <a:pt x="3095625" y="1085850"/>
                </a:lnTo>
                <a:lnTo>
                  <a:pt x="3105150" y="1085850"/>
                </a:lnTo>
                <a:lnTo>
                  <a:pt x="3114675" y="1143000"/>
                </a:lnTo>
                <a:lnTo>
                  <a:pt x="3124200" y="1143000"/>
                </a:lnTo>
                <a:lnTo>
                  <a:pt x="3133725" y="1190625"/>
                </a:lnTo>
                <a:lnTo>
                  <a:pt x="3143250" y="1190625"/>
                </a:lnTo>
                <a:lnTo>
                  <a:pt x="3143250" y="1209675"/>
                </a:lnTo>
                <a:lnTo>
                  <a:pt x="3152775" y="1209675"/>
                </a:lnTo>
                <a:lnTo>
                  <a:pt x="3152775" y="1228725"/>
                </a:lnTo>
                <a:lnTo>
                  <a:pt x="3162300" y="1228725"/>
                </a:lnTo>
                <a:lnTo>
                  <a:pt x="3162300" y="1257300"/>
                </a:lnTo>
                <a:lnTo>
                  <a:pt x="3171825" y="1257300"/>
                </a:lnTo>
                <a:lnTo>
                  <a:pt x="3171825" y="1276350"/>
                </a:lnTo>
                <a:lnTo>
                  <a:pt x="3181350" y="1276350"/>
                </a:lnTo>
                <a:lnTo>
                  <a:pt x="3181350" y="1304925"/>
                </a:lnTo>
                <a:lnTo>
                  <a:pt x="3190875" y="1304925"/>
                </a:lnTo>
                <a:lnTo>
                  <a:pt x="3190875" y="1323975"/>
                </a:lnTo>
                <a:lnTo>
                  <a:pt x="3200400" y="1323975"/>
                </a:lnTo>
                <a:lnTo>
                  <a:pt x="3200400" y="1352550"/>
                </a:lnTo>
                <a:lnTo>
                  <a:pt x="3209925" y="1352550"/>
                </a:lnTo>
                <a:lnTo>
                  <a:pt x="3209925" y="1371600"/>
                </a:lnTo>
                <a:lnTo>
                  <a:pt x="3219450" y="1371600"/>
                </a:lnTo>
                <a:lnTo>
                  <a:pt x="3219450" y="1400175"/>
                </a:lnTo>
                <a:lnTo>
                  <a:pt x="3228975" y="1400175"/>
                </a:lnTo>
                <a:lnTo>
                  <a:pt x="3228975" y="1419225"/>
                </a:lnTo>
                <a:lnTo>
                  <a:pt x="3238500" y="1419225"/>
                </a:lnTo>
                <a:lnTo>
                  <a:pt x="3238500" y="1447800"/>
                </a:lnTo>
                <a:lnTo>
                  <a:pt x="3248025" y="1447800"/>
                </a:lnTo>
                <a:lnTo>
                  <a:pt x="3248025" y="1466850"/>
                </a:lnTo>
                <a:lnTo>
                  <a:pt x="3257550" y="1466850"/>
                </a:lnTo>
                <a:lnTo>
                  <a:pt x="3257550" y="1495425"/>
                </a:lnTo>
                <a:lnTo>
                  <a:pt x="3267075" y="1495425"/>
                </a:lnTo>
                <a:lnTo>
                  <a:pt x="3267075" y="1514475"/>
                </a:lnTo>
                <a:lnTo>
                  <a:pt x="3276600" y="1514475"/>
                </a:lnTo>
                <a:lnTo>
                  <a:pt x="3276600" y="1543050"/>
                </a:lnTo>
                <a:lnTo>
                  <a:pt x="3286125" y="1543050"/>
                </a:lnTo>
                <a:lnTo>
                  <a:pt x="3286125" y="1562100"/>
                </a:lnTo>
                <a:lnTo>
                  <a:pt x="3295650" y="1562100"/>
                </a:lnTo>
                <a:lnTo>
                  <a:pt x="3295650" y="1590675"/>
                </a:lnTo>
                <a:lnTo>
                  <a:pt x="3305175" y="1590675"/>
                </a:lnTo>
                <a:lnTo>
                  <a:pt x="3305175" y="1609725"/>
                </a:lnTo>
                <a:lnTo>
                  <a:pt x="3314700" y="1609725"/>
                </a:lnTo>
                <a:lnTo>
                  <a:pt x="3314700" y="1638300"/>
                </a:lnTo>
                <a:lnTo>
                  <a:pt x="3324225" y="1638300"/>
                </a:lnTo>
                <a:lnTo>
                  <a:pt x="3324225" y="1657350"/>
                </a:lnTo>
                <a:lnTo>
                  <a:pt x="3333750" y="1657350"/>
                </a:lnTo>
                <a:lnTo>
                  <a:pt x="3333750" y="1685925"/>
                </a:lnTo>
                <a:lnTo>
                  <a:pt x="3343275" y="1685925"/>
                </a:lnTo>
                <a:lnTo>
                  <a:pt x="3343275" y="1704975"/>
                </a:lnTo>
                <a:lnTo>
                  <a:pt x="3352800" y="1704975"/>
                </a:lnTo>
                <a:lnTo>
                  <a:pt x="3352800" y="1724025"/>
                </a:lnTo>
                <a:lnTo>
                  <a:pt x="3362325" y="1724025"/>
                </a:lnTo>
                <a:lnTo>
                  <a:pt x="3362325" y="1752600"/>
                </a:lnTo>
                <a:lnTo>
                  <a:pt x="3371850" y="1752600"/>
                </a:lnTo>
                <a:lnTo>
                  <a:pt x="3371850" y="1771650"/>
                </a:lnTo>
                <a:lnTo>
                  <a:pt x="3381375" y="1771650"/>
                </a:lnTo>
                <a:lnTo>
                  <a:pt x="3390900" y="1828800"/>
                </a:lnTo>
                <a:lnTo>
                  <a:pt x="3362325" y="1838325"/>
                </a:lnTo>
                <a:lnTo>
                  <a:pt x="3352800" y="1809750"/>
                </a:lnTo>
                <a:lnTo>
                  <a:pt x="3343275" y="1809750"/>
                </a:lnTo>
                <a:lnTo>
                  <a:pt x="3343275" y="1781175"/>
                </a:lnTo>
                <a:lnTo>
                  <a:pt x="3333750" y="1781175"/>
                </a:lnTo>
                <a:lnTo>
                  <a:pt x="3324225" y="1733550"/>
                </a:lnTo>
                <a:lnTo>
                  <a:pt x="3314700" y="1733550"/>
                </a:lnTo>
                <a:lnTo>
                  <a:pt x="3314700" y="1714500"/>
                </a:lnTo>
                <a:lnTo>
                  <a:pt x="3305175" y="1714500"/>
                </a:lnTo>
                <a:lnTo>
                  <a:pt x="3305175" y="1695450"/>
                </a:lnTo>
                <a:lnTo>
                  <a:pt x="3295650" y="1695450"/>
                </a:lnTo>
                <a:lnTo>
                  <a:pt x="3286125" y="1638300"/>
                </a:lnTo>
                <a:lnTo>
                  <a:pt x="3276600" y="1638300"/>
                </a:lnTo>
                <a:lnTo>
                  <a:pt x="3267075" y="1590675"/>
                </a:lnTo>
                <a:lnTo>
                  <a:pt x="3257550" y="1590675"/>
                </a:lnTo>
                <a:lnTo>
                  <a:pt x="3257550" y="1571625"/>
                </a:lnTo>
                <a:lnTo>
                  <a:pt x="3248025" y="1571625"/>
                </a:lnTo>
                <a:lnTo>
                  <a:pt x="3248025" y="1552575"/>
                </a:lnTo>
                <a:lnTo>
                  <a:pt x="3238500" y="1552575"/>
                </a:lnTo>
                <a:lnTo>
                  <a:pt x="3238500" y="1524000"/>
                </a:lnTo>
                <a:lnTo>
                  <a:pt x="3228975" y="1524000"/>
                </a:lnTo>
                <a:lnTo>
                  <a:pt x="3228975" y="1504950"/>
                </a:lnTo>
                <a:lnTo>
                  <a:pt x="3219450" y="1504950"/>
                </a:lnTo>
                <a:lnTo>
                  <a:pt x="3219450" y="1476375"/>
                </a:lnTo>
                <a:lnTo>
                  <a:pt x="3209925" y="1476375"/>
                </a:lnTo>
                <a:lnTo>
                  <a:pt x="3209925" y="1457325"/>
                </a:lnTo>
                <a:lnTo>
                  <a:pt x="3200400" y="1457325"/>
                </a:lnTo>
                <a:lnTo>
                  <a:pt x="3200400" y="1428750"/>
                </a:lnTo>
                <a:lnTo>
                  <a:pt x="3190875" y="1428750"/>
                </a:lnTo>
                <a:lnTo>
                  <a:pt x="3190875" y="1409700"/>
                </a:lnTo>
                <a:lnTo>
                  <a:pt x="3181350" y="1409700"/>
                </a:lnTo>
                <a:lnTo>
                  <a:pt x="3181350" y="1381125"/>
                </a:lnTo>
                <a:lnTo>
                  <a:pt x="3171825" y="1381125"/>
                </a:lnTo>
                <a:lnTo>
                  <a:pt x="3171825" y="1362075"/>
                </a:lnTo>
                <a:lnTo>
                  <a:pt x="3162300" y="1362075"/>
                </a:lnTo>
                <a:lnTo>
                  <a:pt x="3162300" y="1333500"/>
                </a:lnTo>
                <a:lnTo>
                  <a:pt x="3152775" y="1333500"/>
                </a:lnTo>
                <a:lnTo>
                  <a:pt x="3152775" y="1314450"/>
                </a:lnTo>
                <a:lnTo>
                  <a:pt x="3143250" y="1314450"/>
                </a:lnTo>
                <a:lnTo>
                  <a:pt x="3143250" y="1285875"/>
                </a:lnTo>
                <a:lnTo>
                  <a:pt x="3133725" y="1285875"/>
                </a:lnTo>
                <a:lnTo>
                  <a:pt x="3133725" y="1266825"/>
                </a:lnTo>
                <a:lnTo>
                  <a:pt x="3124200" y="1266825"/>
                </a:lnTo>
                <a:lnTo>
                  <a:pt x="3124200" y="1238250"/>
                </a:lnTo>
                <a:lnTo>
                  <a:pt x="3114675" y="1238250"/>
                </a:lnTo>
                <a:lnTo>
                  <a:pt x="3114675" y="1219200"/>
                </a:lnTo>
                <a:lnTo>
                  <a:pt x="3105150" y="1219200"/>
                </a:lnTo>
                <a:lnTo>
                  <a:pt x="3095625" y="1162050"/>
                </a:lnTo>
                <a:lnTo>
                  <a:pt x="3086100" y="1162050"/>
                </a:lnTo>
                <a:lnTo>
                  <a:pt x="3086100" y="1143000"/>
                </a:lnTo>
                <a:lnTo>
                  <a:pt x="3076575" y="1143000"/>
                </a:lnTo>
                <a:lnTo>
                  <a:pt x="3076575" y="1123950"/>
                </a:lnTo>
                <a:lnTo>
                  <a:pt x="3067050" y="1123950"/>
                </a:lnTo>
                <a:lnTo>
                  <a:pt x="3057525" y="1066800"/>
                </a:lnTo>
                <a:lnTo>
                  <a:pt x="3048000" y="1066800"/>
                </a:lnTo>
                <a:lnTo>
                  <a:pt x="3048000" y="1047750"/>
                </a:lnTo>
                <a:lnTo>
                  <a:pt x="3038475" y="1047750"/>
                </a:lnTo>
                <a:lnTo>
                  <a:pt x="3038475" y="1028700"/>
                </a:lnTo>
                <a:lnTo>
                  <a:pt x="3028950" y="1028700"/>
                </a:lnTo>
                <a:lnTo>
                  <a:pt x="3028950" y="990600"/>
                </a:lnTo>
                <a:lnTo>
                  <a:pt x="3019425" y="990600"/>
                </a:lnTo>
                <a:lnTo>
                  <a:pt x="3019425" y="1828800"/>
                </a:lnTo>
                <a:lnTo>
                  <a:pt x="3009900" y="1828800"/>
                </a:lnTo>
                <a:lnTo>
                  <a:pt x="3009900" y="1838325"/>
                </a:lnTo>
                <a:lnTo>
                  <a:pt x="2981325" y="1838325"/>
                </a:lnTo>
                <a:lnTo>
                  <a:pt x="2981325" y="1743075"/>
                </a:lnTo>
                <a:lnTo>
                  <a:pt x="2971800" y="1743075"/>
                </a:lnTo>
                <a:lnTo>
                  <a:pt x="2971800" y="1714500"/>
                </a:lnTo>
                <a:lnTo>
                  <a:pt x="2981325" y="1714500"/>
                </a:lnTo>
                <a:lnTo>
                  <a:pt x="2981325" y="1600200"/>
                </a:lnTo>
                <a:lnTo>
                  <a:pt x="2971800" y="1600200"/>
                </a:lnTo>
                <a:lnTo>
                  <a:pt x="2981325" y="1343025"/>
                </a:lnTo>
                <a:lnTo>
                  <a:pt x="2971800" y="1343025"/>
                </a:lnTo>
                <a:lnTo>
                  <a:pt x="2971800" y="1276350"/>
                </a:lnTo>
                <a:lnTo>
                  <a:pt x="2971800" y="1238250"/>
                </a:lnTo>
                <a:lnTo>
                  <a:pt x="2981325" y="1238250"/>
                </a:lnTo>
                <a:lnTo>
                  <a:pt x="2981325" y="1171575"/>
                </a:lnTo>
                <a:lnTo>
                  <a:pt x="2971800" y="1171575"/>
                </a:lnTo>
                <a:lnTo>
                  <a:pt x="2971800" y="1123950"/>
                </a:lnTo>
                <a:lnTo>
                  <a:pt x="2981325" y="1123950"/>
                </a:lnTo>
                <a:lnTo>
                  <a:pt x="2981325" y="1095375"/>
                </a:lnTo>
                <a:lnTo>
                  <a:pt x="2971800" y="1095375"/>
                </a:lnTo>
                <a:lnTo>
                  <a:pt x="2971800" y="1057275"/>
                </a:lnTo>
                <a:lnTo>
                  <a:pt x="2981325" y="1057275"/>
                </a:lnTo>
                <a:lnTo>
                  <a:pt x="2971800" y="904875"/>
                </a:lnTo>
                <a:lnTo>
                  <a:pt x="2981325" y="904875"/>
                </a:lnTo>
                <a:lnTo>
                  <a:pt x="2981325" y="895350"/>
                </a:lnTo>
                <a:lnTo>
                  <a:pt x="2971800" y="895350"/>
                </a:lnTo>
                <a:lnTo>
                  <a:pt x="2962275" y="876300"/>
                </a:lnTo>
                <a:lnTo>
                  <a:pt x="2905125" y="857250"/>
                </a:lnTo>
                <a:lnTo>
                  <a:pt x="2895600" y="838200"/>
                </a:lnTo>
                <a:lnTo>
                  <a:pt x="2876550" y="838200"/>
                </a:lnTo>
                <a:lnTo>
                  <a:pt x="2876550" y="828675"/>
                </a:lnTo>
                <a:lnTo>
                  <a:pt x="2819400" y="809625"/>
                </a:lnTo>
                <a:lnTo>
                  <a:pt x="2809875" y="790575"/>
                </a:lnTo>
                <a:lnTo>
                  <a:pt x="2790825" y="790575"/>
                </a:lnTo>
                <a:lnTo>
                  <a:pt x="2790825" y="781050"/>
                </a:lnTo>
                <a:lnTo>
                  <a:pt x="2733675" y="762000"/>
                </a:lnTo>
                <a:lnTo>
                  <a:pt x="2724150" y="742950"/>
                </a:lnTo>
                <a:lnTo>
                  <a:pt x="2667000" y="723900"/>
                </a:lnTo>
                <a:lnTo>
                  <a:pt x="2657475" y="704850"/>
                </a:lnTo>
                <a:lnTo>
                  <a:pt x="2600325" y="685800"/>
                </a:lnTo>
                <a:lnTo>
                  <a:pt x="2590800" y="666750"/>
                </a:lnTo>
                <a:lnTo>
                  <a:pt x="2552700" y="657225"/>
                </a:lnTo>
                <a:lnTo>
                  <a:pt x="2543175" y="638175"/>
                </a:lnTo>
                <a:lnTo>
                  <a:pt x="2505075" y="628650"/>
                </a:lnTo>
                <a:lnTo>
                  <a:pt x="2495550" y="609600"/>
                </a:lnTo>
                <a:lnTo>
                  <a:pt x="2476500" y="609600"/>
                </a:lnTo>
                <a:lnTo>
                  <a:pt x="2476500" y="600075"/>
                </a:lnTo>
                <a:lnTo>
                  <a:pt x="2457450" y="600075"/>
                </a:lnTo>
                <a:lnTo>
                  <a:pt x="2447925" y="581025"/>
                </a:lnTo>
                <a:lnTo>
                  <a:pt x="2409825" y="571500"/>
                </a:lnTo>
                <a:lnTo>
                  <a:pt x="2400300" y="552450"/>
                </a:lnTo>
                <a:lnTo>
                  <a:pt x="2362200" y="542925"/>
                </a:lnTo>
                <a:lnTo>
                  <a:pt x="2362200" y="533400"/>
                </a:lnTo>
                <a:lnTo>
                  <a:pt x="2333625" y="523875"/>
                </a:lnTo>
                <a:lnTo>
                  <a:pt x="2324100" y="504825"/>
                </a:lnTo>
                <a:lnTo>
                  <a:pt x="2305050" y="504825"/>
                </a:lnTo>
                <a:lnTo>
                  <a:pt x="2305050" y="495300"/>
                </a:lnTo>
                <a:lnTo>
                  <a:pt x="2286000" y="495300"/>
                </a:lnTo>
                <a:lnTo>
                  <a:pt x="2276475" y="476250"/>
                </a:lnTo>
                <a:lnTo>
                  <a:pt x="2238375" y="466725"/>
                </a:lnTo>
                <a:lnTo>
                  <a:pt x="2238375" y="457200"/>
                </a:lnTo>
                <a:lnTo>
                  <a:pt x="2209800" y="447675"/>
                </a:lnTo>
                <a:lnTo>
                  <a:pt x="2200275" y="428625"/>
                </a:lnTo>
                <a:lnTo>
                  <a:pt x="2162175" y="419100"/>
                </a:lnTo>
                <a:lnTo>
                  <a:pt x="2152650" y="400050"/>
                </a:lnTo>
                <a:lnTo>
                  <a:pt x="2114550" y="390525"/>
                </a:lnTo>
                <a:lnTo>
                  <a:pt x="2114550" y="381000"/>
                </a:lnTo>
                <a:lnTo>
                  <a:pt x="2085975" y="371475"/>
                </a:lnTo>
                <a:lnTo>
                  <a:pt x="2076450" y="352425"/>
                </a:lnTo>
                <a:lnTo>
                  <a:pt x="2038350" y="342900"/>
                </a:lnTo>
                <a:lnTo>
                  <a:pt x="2028825" y="323850"/>
                </a:lnTo>
                <a:lnTo>
                  <a:pt x="1990725" y="314325"/>
                </a:lnTo>
                <a:lnTo>
                  <a:pt x="1981200" y="295275"/>
                </a:lnTo>
                <a:lnTo>
                  <a:pt x="1962150" y="295275"/>
                </a:lnTo>
                <a:lnTo>
                  <a:pt x="1962150" y="285750"/>
                </a:lnTo>
                <a:lnTo>
                  <a:pt x="1933575" y="276225"/>
                </a:lnTo>
                <a:lnTo>
                  <a:pt x="1924050" y="257175"/>
                </a:lnTo>
                <a:lnTo>
                  <a:pt x="1885950" y="247650"/>
                </a:lnTo>
                <a:lnTo>
                  <a:pt x="1876425" y="228600"/>
                </a:lnTo>
                <a:lnTo>
                  <a:pt x="1857375" y="228600"/>
                </a:lnTo>
                <a:lnTo>
                  <a:pt x="1857375" y="219075"/>
                </a:lnTo>
                <a:lnTo>
                  <a:pt x="1828800" y="209550"/>
                </a:lnTo>
                <a:lnTo>
                  <a:pt x="1819275" y="190500"/>
                </a:lnTo>
                <a:lnTo>
                  <a:pt x="1800225" y="190500"/>
                </a:lnTo>
                <a:lnTo>
                  <a:pt x="1800225" y="180975"/>
                </a:lnTo>
                <a:lnTo>
                  <a:pt x="1781175" y="180975"/>
                </a:lnTo>
                <a:lnTo>
                  <a:pt x="1771650" y="161925"/>
                </a:lnTo>
                <a:lnTo>
                  <a:pt x="1752600" y="161925"/>
                </a:lnTo>
                <a:lnTo>
                  <a:pt x="1743075" y="142875"/>
                </a:lnTo>
                <a:lnTo>
                  <a:pt x="1724025" y="142875"/>
                </a:lnTo>
                <a:lnTo>
                  <a:pt x="1724025" y="552450"/>
                </a:lnTo>
                <a:lnTo>
                  <a:pt x="1714500" y="552450"/>
                </a:lnTo>
                <a:lnTo>
                  <a:pt x="1714500" y="561975"/>
                </a:lnTo>
                <a:lnTo>
                  <a:pt x="1685925" y="552450"/>
                </a:lnTo>
                <a:lnTo>
                  <a:pt x="1685925" y="152400"/>
                </a:lnTo>
                <a:lnTo>
                  <a:pt x="1666875" y="152400"/>
                </a:lnTo>
                <a:lnTo>
                  <a:pt x="1666875" y="161925"/>
                </a:lnTo>
                <a:lnTo>
                  <a:pt x="1647825" y="161925"/>
                </a:lnTo>
                <a:lnTo>
                  <a:pt x="1638300" y="180975"/>
                </a:lnTo>
                <a:lnTo>
                  <a:pt x="1619250" y="180975"/>
                </a:lnTo>
                <a:lnTo>
                  <a:pt x="1609725" y="200025"/>
                </a:lnTo>
                <a:lnTo>
                  <a:pt x="1590675" y="200025"/>
                </a:lnTo>
                <a:lnTo>
                  <a:pt x="1571625" y="228600"/>
                </a:lnTo>
                <a:lnTo>
                  <a:pt x="1533525" y="238125"/>
                </a:lnTo>
                <a:lnTo>
                  <a:pt x="1524000" y="257175"/>
                </a:lnTo>
                <a:lnTo>
                  <a:pt x="1504950" y="257175"/>
                </a:lnTo>
                <a:lnTo>
                  <a:pt x="1495425" y="276225"/>
                </a:lnTo>
                <a:lnTo>
                  <a:pt x="1476375" y="276225"/>
                </a:lnTo>
                <a:lnTo>
                  <a:pt x="1466850" y="295275"/>
                </a:lnTo>
                <a:lnTo>
                  <a:pt x="1447800" y="295275"/>
                </a:lnTo>
                <a:lnTo>
                  <a:pt x="1438275" y="314325"/>
                </a:lnTo>
                <a:lnTo>
                  <a:pt x="1419225" y="314325"/>
                </a:lnTo>
                <a:lnTo>
                  <a:pt x="1409700" y="333375"/>
                </a:lnTo>
                <a:lnTo>
                  <a:pt x="1390650" y="333375"/>
                </a:lnTo>
                <a:lnTo>
                  <a:pt x="1381125" y="352425"/>
                </a:lnTo>
                <a:lnTo>
                  <a:pt x="1362075" y="352425"/>
                </a:lnTo>
                <a:lnTo>
                  <a:pt x="1352550" y="371475"/>
                </a:lnTo>
                <a:lnTo>
                  <a:pt x="1333500" y="371475"/>
                </a:lnTo>
                <a:lnTo>
                  <a:pt x="1323975" y="390525"/>
                </a:lnTo>
                <a:lnTo>
                  <a:pt x="1304925" y="390525"/>
                </a:lnTo>
                <a:lnTo>
                  <a:pt x="1295400" y="409575"/>
                </a:lnTo>
                <a:lnTo>
                  <a:pt x="1257300" y="419100"/>
                </a:lnTo>
                <a:lnTo>
                  <a:pt x="1247775" y="438150"/>
                </a:lnTo>
                <a:lnTo>
                  <a:pt x="1228725" y="438150"/>
                </a:lnTo>
                <a:lnTo>
                  <a:pt x="1228725" y="447675"/>
                </a:lnTo>
                <a:lnTo>
                  <a:pt x="1200150" y="457200"/>
                </a:lnTo>
                <a:lnTo>
                  <a:pt x="1190625" y="476250"/>
                </a:lnTo>
                <a:lnTo>
                  <a:pt x="1171575" y="476250"/>
                </a:lnTo>
                <a:lnTo>
                  <a:pt x="1171575" y="485775"/>
                </a:lnTo>
                <a:lnTo>
                  <a:pt x="1152525" y="485775"/>
                </a:lnTo>
                <a:lnTo>
                  <a:pt x="1143000" y="504825"/>
                </a:lnTo>
                <a:lnTo>
                  <a:pt x="1123950" y="504825"/>
                </a:lnTo>
                <a:lnTo>
                  <a:pt x="1114425" y="523875"/>
                </a:lnTo>
                <a:lnTo>
                  <a:pt x="1076325" y="533400"/>
                </a:lnTo>
                <a:lnTo>
                  <a:pt x="1066800" y="552450"/>
                </a:lnTo>
                <a:lnTo>
                  <a:pt x="1028700" y="561975"/>
                </a:lnTo>
                <a:lnTo>
                  <a:pt x="1019175" y="581025"/>
                </a:lnTo>
                <a:lnTo>
                  <a:pt x="981075" y="590550"/>
                </a:lnTo>
                <a:lnTo>
                  <a:pt x="971550" y="609600"/>
                </a:lnTo>
                <a:lnTo>
                  <a:pt x="933450" y="619125"/>
                </a:lnTo>
                <a:lnTo>
                  <a:pt x="923925" y="638175"/>
                </a:lnTo>
                <a:lnTo>
                  <a:pt x="885825" y="647700"/>
                </a:lnTo>
                <a:lnTo>
                  <a:pt x="876300" y="666750"/>
                </a:lnTo>
                <a:lnTo>
                  <a:pt x="819150" y="685800"/>
                </a:lnTo>
                <a:lnTo>
                  <a:pt x="809625" y="704850"/>
                </a:lnTo>
                <a:lnTo>
                  <a:pt x="752475" y="723900"/>
                </a:lnTo>
                <a:lnTo>
                  <a:pt x="742950" y="742950"/>
                </a:lnTo>
                <a:lnTo>
                  <a:pt x="723900" y="742950"/>
                </a:lnTo>
                <a:lnTo>
                  <a:pt x="723900" y="752475"/>
                </a:lnTo>
                <a:lnTo>
                  <a:pt x="704850" y="752475"/>
                </a:lnTo>
                <a:lnTo>
                  <a:pt x="704850" y="762000"/>
                </a:lnTo>
                <a:lnTo>
                  <a:pt x="647700" y="781050"/>
                </a:lnTo>
                <a:lnTo>
                  <a:pt x="638175" y="800100"/>
                </a:lnTo>
                <a:lnTo>
                  <a:pt x="619125" y="800100"/>
                </a:lnTo>
                <a:lnTo>
                  <a:pt x="619125" y="809625"/>
                </a:lnTo>
                <a:lnTo>
                  <a:pt x="600075" y="809625"/>
                </a:lnTo>
                <a:lnTo>
                  <a:pt x="600075" y="819150"/>
                </a:lnTo>
                <a:lnTo>
                  <a:pt x="581025" y="819150"/>
                </a:lnTo>
                <a:lnTo>
                  <a:pt x="581025" y="828675"/>
                </a:lnTo>
                <a:lnTo>
                  <a:pt x="523875" y="847725"/>
                </a:lnTo>
                <a:lnTo>
                  <a:pt x="514350" y="866775"/>
                </a:lnTo>
                <a:lnTo>
                  <a:pt x="476250" y="876300"/>
                </a:lnTo>
                <a:lnTo>
                  <a:pt x="476250" y="1828800"/>
                </a:lnTo>
                <a:lnTo>
                  <a:pt x="466725" y="1828800"/>
                </a:lnTo>
                <a:lnTo>
                  <a:pt x="466725" y="1838325"/>
                </a:lnTo>
                <a:lnTo>
                  <a:pt x="438150" y="1838325"/>
                </a:lnTo>
                <a:lnTo>
                  <a:pt x="438150" y="1828800"/>
                </a:lnTo>
                <a:lnTo>
                  <a:pt x="428625" y="1828800"/>
                </a:lnTo>
                <a:lnTo>
                  <a:pt x="428625" y="933450"/>
                </a:lnTo>
                <a:lnTo>
                  <a:pt x="419100" y="933450"/>
                </a:lnTo>
                <a:lnTo>
                  <a:pt x="419100" y="952500"/>
                </a:lnTo>
                <a:lnTo>
                  <a:pt x="409575" y="952500"/>
                </a:lnTo>
                <a:lnTo>
                  <a:pt x="409575" y="981075"/>
                </a:lnTo>
                <a:lnTo>
                  <a:pt x="400050" y="981075"/>
                </a:lnTo>
                <a:lnTo>
                  <a:pt x="400050" y="1000125"/>
                </a:lnTo>
                <a:lnTo>
                  <a:pt x="390525" y="1000125"/>
                </a:lnTo>
                <a:lnTo>
                  <a:pt x="390525" y="1028700"/>
                </a:lnTo>
                <a:lnTo>
                  <a:pt x="381000" y="1028700"/>
                </a:lnTo>
                <a:lnTo>
                  <a:pt x="381000" y="1047750"/>
                </a:lnTo>
                <a:lnTo>
                  <a:pt x="371475" y="1047750"/>
                </a:lnTo>
                <a:lnTo>
                  <a:pt x="371475" y="1076325"/>
                </a:lnTo>
                <a:lnTo>
                  <a:pt x="361950" y="1076325"/>
                </a:lnTo>
                <a:lnTo>
                  <a:pt x="361950" y="1095375"/>
                </a:lnTo>
                <a:lnTo>
                  <a:pt x="352425" y="1095375"/>
                </a:lnTo>
                <a:lnTo>
                  <a:pt x="352425" y="1114425"/>
                </a:lnTo>
                <a:lnTo>
                  <a:pt x="342900" y="1114425"/>
                </a:lnTo>
                <a:lnTo>
                  <a:pt x="333375" y="1171575"/>
                </a:lnTo>
                <a:lnTo>
                  <a:pt x="323850" y="1171575"/>
                </a:lnTo>
                <a:lnTo>
                  <a:pt x="323850" y="1190625"/>
                </a:lnTo>
                <a:lnTo>
                  <a:pt x="314325" y="1190625"/>
                </a:lnTo>
                <a:lnTo>
                  <a:pt x="314325" y="1209675"/>
                </a:lnTo>
                <a:lnTo>
                  <a:pt x="304800" y="1209675"/>
                </a:lnTo>
                <a:lnTo>
                  <a:pt x="304800" y="1238250"/>
                </a:lnTo>
                <a:lnTo>
                  <a:pt x="295275" y="1238250"/>
                </a:lnTo>
                <a:lnTo>
                  <a:pt x="295275" y="1257300"/>
                </a:lnTo>
                <a:lnTo>
                  <a:pt x="285750" y="1257300"/>
                </a:lnTo>
                <a:lnTo>
                  <a:pt x="285750" y="1285875"/>
                </a:lnTo>
                <a:lnTo>
                  <a:pt x="276225" y="1285875"/>
                </a:lnTo>
                <a:lnTo>
                  <a:pt x="276225" y="1304925"/>
                </a:lnTo>
                <a:lnTo>
                  <a:pt x="266700" y="1304925"/>
                </a:lnTo>
                <a:lnTo>
                  <a:pt x="266700" y="1333500"/>
                </a:lnTo>
                <a:lnTo>
                  <a:pt x="257175" y="1333500"/>
                </a:lnTo>
                <a:lnTo>
                  <a:pt x="257175" y="1352550"/>
                </a:lnTo>
                <a:lnTo>
                  <a:pt x="247650" y="1352550"/>
                </a:lnTo>
                <a:lnTo>
                  <a:pt x="247650" y="1371600"/>
                </a:lnTo>
                <a:lnTo>
                  <a:pt x="238125" y="1371600"/>
                </a:lnTo>
                <a:lnTo>
                  <a:pt x="238125" y="1400175"/>
                </a:lnTo>
                <a:lnTo>
                  <a:pt x="228600" y="1400175"/>
                </a:lnTo>
                <a:lnTo>
                  <a:pt x="228600" y="1419225"/>
                </a:lnTo>
                <a:lnTo>
                  <a:pt x="219075" y="1419225"/>
                </a:lnTo>
                <a:lnTo>
                  <a:pt x="209550" y="1476375"/>
                </a:lnTo>
                <a:lnTo>
                  <a:pt x="200025" y="1476375"/>
                </a:lnTo>
                <a:lnTo>
                  <a:pt x="200025" y="1495425"/>
                </a:lnTo>
                <a:lnTo>
                  <a:pt x="190500" y="1495425"/>
                </a:lnTo>
                <a:lnTo>
                  <a:pt x="190500" y="1514475"/>
                </a:lnTo>
                <a:lnTo>
                  <a:pt x="180975" y="1514475"/>
                </a:lnTo>
                <a:lnTo>
                  <a:pt x="180975" y="1543050"/>
                </a:lnTo>
                <a:lnTo>
                  <a:pt x="171450" y="1543050"/>
                </a:lnTo>
                <a:lnTo>
                  <a:pt x="171450" y="1562100"/>
                </a:lnTo>
                <a:lnTo>
                  <a:pt x="161925" y="1562100"/>
                </a:lnTo>
                <a:lnTo>
                  <a:pt x="161925" y="1590675"/>
                </a:lnTo>
                <a:lnTo>
                  <a:pt x="152400" y="1590675"/>
                </a:lnTo>
                <a:lnTo>
                  <a:pt x="152400" y="1609725"/>
                </a:lnTo>
                <a:lnTo>
                  <a:pt x="142875" y="1609725"/>
                </a:lnTo>
                <a:lnTo>
                  <a:pt x="142875" y="1638300"/>
                </a:lnTo>
                <a:lnTo>
                  <a:pt x="133350" y="1638300"/>
                </a:lnTo>
                <a:lnTo>
                  <a:pt x="133350" y="1657350"/>
                </a:lnTo>
                <a:lnTo>
                  <a:pt x="123825" y="1657350"/>
                </a:lnTo>
                <a:lnTo>
                  <a:pt x="123825" y="1685925"/>
                </a:lnTo>
                <a:lnTo>
                  <a:pt x="114300" y="1685925"/>
                </a:lnTo>
                <a:lnTo>
                  <a:pt x="114300" y="1704975"/>
                </a:lnTo>
                <a:lnTo>
                  <a:pt x="104775" y="1704975"/>
                </a:lnTo>
                <a:lnTo>
                  <a:pt x="104775" y="1733550"/>
                </a:lnTo>
                <a:lnTo>
                  <a:pt x="95250" y="1733550"/>
                </a:lnTo>
                <a:lnTo>
                  <a:pt x="95250" y="1752600"/>
                </a:lnTo>
                <a:lnTo>
                  <a:pt x="85725" y="1752600"/>
                </a:lnTo>
                <a:lnTo>
                  <a:pt x="85725" y="1781175"/>
                </a:lnTo>
                <a:lnTo>
                  <a:pt x="76200" y="1781175"/>
                </a:lnTo>
                <a:lnTo>
                  <a:pt x="76200" y="1800225"/>
                </a:lnTo>
                <a:lnTo>
                  <a:pt x="66675" y="1800225"/>
                </a:lnTo>
                <a:lnTo>
                  <a:pt x="66675" y="1828800"/>
                </a:lnTo>
                <a:lnTo>
                  <a:pt x="57150" y="1828800"/>
                </a:lnTo>
                <a:lnTo>
                  <a:pt x="57150" y="1838325"/>
                </a:lnTo>
                <a:lnTo>
                  <a:pt x="28575" y="1838325"/>
                </a:lnTo>
                <a:lnTo>
                  <a:pt x="19050" y="1819275"/>
                </a:lnTo>
                <a:lnTo>
                  <a:pt x="28575" y="1819275"/>
                </a:lnTo>
                <a:lnTo>
                  <a:pt x="28575" y="1790700"/>
                </a:lnTo>
                <a:lnTo>
                  <a:pt x="38100" y="1790700"/>
                </a:lnTo>
                <a:lnTo>
                  <a:pt x="47625" y="1743075"/>
                </a:lnTo>
                <a:lnTo>
                  <a:pt x="57150" y="1743075"/>
                </a:lnTo>
                <a:lnTo>
                  <a:pt x="57150" y="1724025"/>
                </a:lnTo>
                <a:lnTo>
                  <a:pt x="66675" y="1724025"/>
                </a:lnTo>
                <a:lnTo>
                  <a:pt x="66675" y="1695450"/>
                </a:lnTo>
                <a:lnTo>
                  <a:pt x="76200" y="1695450"/>
                </a:lnTo>
                <a:lnTo>
                  <a:pt x="76200" y="1676400"/>
                </a:lnTo>
                <a:lnTo>
                  <a:pt x="85725" y="1676400"/>
                </a:lnTo>
                <a:lnTo>
                  <a:pt x="85725" y="1657350"/>
                </a:lnTo>
                <a:lnTo>
                  <a:pt x="95250" y="1657350"/>
                </a:lnTo>
                <a:lnTo>
                  <a:pt x="95250" y="1628775"/>
                </a:lnTo>
                <a:lnTo>
                  <a:pt x="104775" y="1628775"/>
                </a:lnTo>
                <a:lnTo>
                  <a:pt x="104775" y="1609725"/>
                </a:lnTo>
                <a:lnTo>
                  <a:pt x="114300" y="1609725"/>
                </a:lnTo>
                <a:lnTo>
                  <a:pt x="114300" y="1581150"/>
                </a:lnTo>
                <a:lnTo>
                  <a:pt x="123825" y="1581150"/>
                </a:lnTo>
                <a:lnTo>
                  <a:pt x="123825" y="1562100"/>
                </a:lnTo>
                <a:lnTo>
                  <a:pt x="133350" y="1562100"/>
                </a:lnTo>
                <a:lnTo>
                  <a:pt x="133350" y="1533525"/>
                </a:lnTo>
                <a:lnTo>
                  <a:pt x="142875" y="1533525"/>
                </a:lnTo>
                <a:lnTo>
                  <a:pt x="142875" y="1504950"/>
                </a:lnTo>
                <a:lnTo>
                  <a:pt x="152400" y="1504950"/>
                </a:lnTo>
                <a:lnTo>
                  <a:pt x="152400" y="1485900"/>
                </a:lnTo>
                <a:lnTo>
                  <a:pt x="161925" y="1485900"/>
                </a:lnTo>
                <a:lnTo>
                  <a:pt x="161925" y="1466850"/>
                </a:lnTo>
                <a:lnTo>
                  <a:pt x="171450" y="1466850"/>
                </a:lnTo>
                <a:lnTo>
                  <a:pt x="171450" y="1438275"/>
                </a:lnTo>
                <a:lnTo>
                  <a:pt x="180975" y="1438275"/>
                </a:lnTo>
                <a:lnTo>
                  <a:pt x="190500" y="1390650"/>
                </a:lnTo>
                <a:close/>
                <a:moveTo>
                  <a:pt x="2676525" y="1790700"/>
                </a:moveTo>
                <a:lnTo>
                  <a:pt x="2676525" y="1504950"/>
                </a:lnTo>
                <a:lnTo>
                  <a:pt x="2686050" y="1504950"/>
                </a:lnTo>
                <a:lnTo>
                  <a:pt x="2686050" y="1485900"/>
                </a:lnTo>
                <a:lnTo>
                  <a:pt x="2705100" y="1476375"/>
                </a:lnTo>
                <a:lnTo>
                  <a:pt x="2705100" y="1457325"/>
                </a:lnTo>
                <a:lnTo>
                  <a:pt x="2676525" y="1447800"/>
                </a:lnTo>
                <a:lnTo>
                  <a:pt x="2676525" y="1343025"/>
                </a:lnTo>
                <a:lnTo>
                  <a:pt x="2686050" y="1343025"/>
                </a:lnTo>
                <a:lnTo>
                  <a:pt x="2686050" y="1333500"/>
                </a:lnTo>
                <a:lnTo>
                  <a:pt x="2857500" y="1333500"/>
                </a:lnTo>
                <a:lnTo>
                  <a:pt x="2857500" y="1343025"/>
                </a:lnTo>
                <a:lnTo>
                  <a:pt x="2867025" y="1343025"/>
                </a:lnTo>
                <a:lnTo>
                  <a:pt x="2867025" y="1390650"/>
                </a:lnTo>
                <a:lnTo>
                  <a:pt x="2867025" y="1447800"/>
                </a:lnTo>
                <a:lnTo>
                  <a:pt x="2838450" y="1457325"/>
                </a:lnTo>
                <a:lnTo>
                  <a:pt x="2838450" y="1485900"/>
                </a:lnTo>
                <a:lnTo>
                  <a:pt x="2867025" y="1504950"/>
                </a:lnTo>
                <a:lnTo>
                  <a:pt x="2867025" y="1828800"/>
                </a:lnTo>
                <a:lnTo>
                  <a:pt x="2838450" y="1838325"/>
                </a:lnTo>
                <a:lnTo>
                  <a:pt x="2838450" y="1847850"/>
                </a:lnTo>
                <a:lnTo>
                  <a:pt x="2705100" y="1847850"/>
                </a:lnTo>
                <a:lnTo>
                  <a:pt x="2705100" y="1838325"/>
                </a:lnTo>
                <a:lnTo>
                  <a:pt x="2676525" y="1828800"/>
                </a:lnTo>
                <a:lnTo>
                  <a:pt x="2676525" y="1790700"/>
                </a:lnTo>
                <a:close/>
                <a:moveTo>
                  <a:pt x="2562225" y="1809750"/>
                </a:moveTo>
                <a:lnTo>
                  <a:pt x="2581275" y="1809750"/>
                </a:lnTo>
                <a:lnTo>
                  <a:pt x="2581275" y="1514475"/>
                </a:lnTo>
                <a:lnTo>
                  <a:pt x="2571750" y="1514475"/>
                </a:lnTo>
                <a:lnTo>
                  <a:pt x="2571750" y="1504950"/>
                </a:lnTo>
                <a:lnTo>
                  <a:pt x="2476500" y="1504950"/>
                </a:lnTo>
                <a:lnTo>
                  <a:pt x="2457450" y="1504950"/>
                </a:lnTo>
                <a:lnTo>
                  <a:pt x="2457450" y="1809750"/>
                </a:lnTo>
                <a:lnTo>
                  <a:pt x="2562225" y="1809750"/>
                </a:lnTo>
                <a:close/>
                <a:moveTo>
                  <a:pt x="1524000" y="1333500"/>
                </a:moveTo>
                <a:lnTo>
                  <a:pt x="1524000" y="1219200"/>
                </a:lnTo>
                <a:lnTo>
                  <a:pt x="1914525" y="1219200"/>
                </a:lnTo>
                <a:lnTo>
                  <a:pt x="1914525" y="1228725"/>
                </a:lnTo>
                <a:lnTo>
                  <a:pt x="1924050" y="1228725"/>
                </a:lnTo>
                <a:lnTo>
                  <a:pt x="1924050" y="1343025"/>
                </a:lnTo>
                <a:lnTo>
                  <a:pt x="1924050" y="1447800"/>
                </a:lnTo>
                <a:lnTo>
                  <a:pt x="1914525" y="1447800"/>
                </a:lnTo>
                <a:lnTo>
                  <a:pt x="1914525" y="1457325"/>
                </a:lnTo>
                <a:lnTo>
                  <a:pt x="1533525" y="1457325"/>
                </a:lnTo>
                <a:lnTo>
                  <a:pt x="1533525" y="1447800"/>
                </a:lnTo>
                <a:lnTo>
                  <a:pt x="1524000" y="1447800"/>
                </a:lnTo>
                <a:lnTo>
                  <a:pt x="1524000" y="1333500"/>
                </a:lnTo>
                <a:close/>
                <a:moveTo>
                  <a:pt x="1562100" y="1371600"/>
                </a:moveTo>
                <a:lnTo>
                  <a:pt x="1562100" y="1409700"/>
                </a:lnTo>
                <a:lnTo>
                  <a:pt x="1876425" y="1409700"/>
                </a:lnTo>
                <a:lnTo>
                  <a:pt x="1876425" y="1381125"/>
                </a:lnTo>
                <a:lnTo>
                  <a:pt x="1876425" y="1343025"/>
                </a:lnTo>
                <a:lnTo>
                  <a:pt x="1562100" y="1343025"/>
                </a:lnTo>
                <a:lnTo>
                  <a:pt x="1562100" y="1371600"/>
                </a:lnTo>
                <a:close/>
                <a:moveTo>
                  <a:pt x="2457450" y="1847850"/>
                </a:moveTo>
                <a:lnTo>
                  <a:pt x="2428875" y="1838325"/>
                </a:lnTo>
                <a:lnTo>
                  <a:pt x="2428875" y="1819275"/>
                </a:lnTo>
                <a:lnTo>
                  <a:pt x="2419350" y="1819275"/>
                </a:lnTo>
                <a:lnTo>
                  <a:pt x="2419350" y="1504950"/>
                </a:lnTo>
                <a:lnTo>
                  <a:pt x="2447925" y="1485900"/>
                </a:lnTo>
                <a:lnTo>
                  <a:pt x="2447925" y="1457325"/>
                </a:lnTo>
                <a:lnTo>
                  <a:pt x="2419350" y="1447800"/>
                </a:lnTo>
                <a:lnTo>
                  <a:pt x="2419350" y="1352550"/>
                </a:lnTo>
                <a:lnTo>
                  <a:pt x="2428875" y="1352550"/>
                </a:lnTo>
                <a:lnTo>
                  <a:pt x="2428875" y="1333500"/>
                </a:lnTo>
                <a:lnTo>
                  <a:pt x="2562225" y="1333500"/>
                </a:lnTo>
                <a:lnTo>
                  <a:pt x="2600325" y="1333500"/>
                </a:lnTo>
                <a:lnTo>
                  <a:pt x="2600325" y="1343025"/>
                </a:lnTo>
                <a:lnTo>
                  <a:pt x="2609850" y="1343025"/>
                </a:lnTo>
                <a:lnTo>
                  <a:pt x="2609850" y="1447800"/>
                </a:lnTo>
                <a:lnTo>
                  <a:pt x="2590800" y="1447800"/>
                </a:lnTo>
                <a:lnTo>
                  <a:pt x="2590800" y="1485900"/>
                </a:lnTo>
                <a:lnTo>
                  <a:pt x="2609850" y="1495425"/>
                </a:lnTo>
                <a:lnTo>
                  <a:pt x="2609850" y="1828800"/>
                </a:lnTo>
                <a:lnTo>
                  <a:pt x="2581275" y="1838325"/>
                </a:lnTo>
                <a:lnTo>
                  <a:pt x="2581275" y="1847850"/>
                </a:lnTo>
                <a:lnTo>
                  <a:pt x="2457450" y="1847850"/>
                </a:lnTo>
                <a:close/>
                <a:moveTo>
                  <a:pt x="1247775" y="838200"/>
                </a:moveTo>
                <a:lnTo>
                  <a:pt x="1247775" y="847725"/>
                </a:lnTo>
                <a:lnTo>
                  <a:pt x="1238250" y="847725"/>
                </a:lnTo>
                <a:lnTo>
                  <a:pt x="1238250" y="952500"/>
                </a:lnTo>
                <a:lnTo>
                  <a:pt x="1571625" y="952500"/>
                </a:lnTo>
                <a:lnTo>
                  <a:pt x="1571625" y="866775"/>
                </a:lnTo>
                <a:lnTo>
                  <a:pt x="1562100" y="866775"/>
                </a:lnTo>
                <a:lnTo>
                  <a:pt x="1562100" y="847725"/>
                </a:lnTo>
                <a:lnTo>
                  <a:pt x="1533525" y="838200"/>
                </a:lnTo>
                <a:lnTo>
                  <a:pt x="1533525" y="828675"/>
                </a:lnTo>
                <a:lnTo>
                  <a:pt x="1266825" y="828675"/>
                </a:lnTo>
                <a:lnTo>
                  <a:pt x="1266825" y="838200"/>
                </a:lnTo>
                <a:lnTo>
                  <a:pt x="1247775" y="838200"/>
                </a:lnTo>
                <a:close/>
                <a:moveTo>
                  <a:pt x="1028700" y="1000125"/>
                </a:moveTo>
                <a:lnTo>
                  <a:pt x="866775" y="1000125"/>
                </a:lnTo>
                <a:lnTo>
                  <a:pt x="866775" y="1009650"/>
                </a:lnTo>
                <a:lnTo>
                  <a:pt x="847725" y="1009650"/>
                </a:lnTo>
                <a:lnTo>
                  <a:pt x="847725" y="1019175"/>
                </a:lnTo>
                <a:lnTo>
                  <a:pt x="819150" y="1028700"/>
                </a:lnTo>
                <a:lnTo>
                  <a:pt x="819150" y="1047750"/>
                </a:lnTo>
                <a:lnTo>
                  <a:pt x="809625" y="1047750"/>
                </a:lnTo>
                <a:lnTo>
                  <a:pt x="809625" y="1085850"/>
                </a:lnTo>
                <a:lnTo>
                  <a:pt x="800100" y="1085850"/>
                </a:lnTo>
                <a:lnTo>
                  <a:pt x="809625" y="1104900"/>
                </a:lnTo>
                <a:lnTo>
                  <a:pt x="1438275" y="1104900"/>
                </a:lnTo>
                <a:lnTo>
                  <a:pt x="1438275" y="1095375"/>
                </a:lnTo>
                <a:lnTo>
                  <a:pt x="1514475" y="1095375"/>
                </a:lnTo>
                <a:lnTo>
                  <a:pt x="1514475" y="1104900"/>
                </a:lnTo>
                <a:lnTo>
                  <a:pt x="1771650" y="1104900"/>
                </a:lnTo>
                <a:lnTo>
                  <a:pt x="1857375" y="1104900"/>
                </a:lnTo>
                <a:lnTo>
                  <a:pt x="1857375" y="1095375"/>
                </a:lnTo>
                <a:lnTo>
                  <a:pt x="1990725" y="1095375"/>
                </a:lnTo>
                <a:lnTo>
                  <a:pt x="1990725" y="1104900"/>
                </a:lnTo>
                <a:lnTo>
                  <a:pt x="2000250" y="1104900"/>
                </a:lnTo>
                <a:lnTo>
                  <a:pt x="2000250" y="1047750"/>
                </a:lnTo>
                <a:lnTo>
                  <a:pt x="1981200" y="1038225"/>
                </a:lnTo>
                <a:lnTo>
                  <a:pt x="1981200" y="1019175"/>
                </a:lnTo>
                <a:lnTo>
                  <a:pt x="1962150" y="1019175"/>
                </a:lnTo>
                <a:lnTo>
                  <a:pt x="1962150" y="1009650"/>
                </a:lnTo>
                <a:lnTo>
                  <a:pt x="1943100" y="1009650"/>
                </a:lnTo>
                <a:lnTo>
                  <a:pt x="1943100" y="1000125"/>
                </a:lnTo>
                <a:lnTo>
                  <a:pt x="1028700" y="1000125"/>
                </a:lnTo>
                <a:close/>
                <a:moveTo>
                  <a:pt x="800100" y="1171575"/>
                </a:moveTo>
                <a:lnTo>
                  <a:pt x="800100" y="1714500"/>
                </a:lnTo>
                <a:lnTo>
                  <a:pt x="809625" y="1714500"/>
                </a:lnTo>
                <a:lnTo>
                  <a:pt x="809625" y="1743075"/>
                </a:lnTo>
                <a:lnTo>
                  <a:pt x="819150" y="1743075"/>
                </a:lnTo>
                <a:lnTo>
                  <a:pt x="819150" y="1762125"/>
                </a:lnTo>
                <a:lnTo>
                  <a:pt x="828675" y="1762125"/>
                </a:lnTo>
                <a:lnTo>
                  <a:pt x="838200" y="1781175"/>
                </a:lnTo>
                <a:lnTo>
                  <a:pt x="885825" y="1790700"/>
                </a:lnTo>
                <a:lnTo>
                  <a:pt x="885825" y="1800225"/>
                </a:lnTo>
                <a:lnTo>
                  <a:pt x="1009650" y="1800225"/>
                </a:lnTo>
                <a:lnTo>
                  <a:pt x="1009650" y="1790700"/>
                </a:lnTo>
                <a:lnTo>
                  <a:pt x="1200150" y="1790700"/>
                </a:lnTo>
                <a:lnTo>
                  <a:pt x="1200150" y="1800225"/>
                </a:lnTo>
                <a:lnTo>
                  <a:pt x="1228725" y="1800225"/>
                </a:lnTo>
                <a:lnTo>
                  <a:pt x="1228725" y="1790700"/>
                </a:lnTo>
                <a:lnTo>
                  <a:pt x="1257300" y="1790700"/>
                </a:lnTo>
                <a:lnTo>
                  <a:pt x="1257300" y="1800225"/>
                </a:lnTo>
                <a:lnTo>
                  <a:pt x="1514475" y="1800225"/>
                </a:lnTo>
                <a:lnTo>
                  <a:pt x="1514475" y="1790700"/>
                </a:lnTo>
                <a:lnTo>
                  <a:pt x="1628775" y="1790700"/>
                </a:lnTo>
                <a:lnTo>
                  <a:pt x="1628775" y="1800225"/>
                </a:lnTo>
                <a:lnTo>
                  <a:pt x="1685925" y="1800225"/>
                </a:lnTo>
                <a:lnTo>
                  <a:pt x="1685925" y="1790700"/>
                </a:lnTo>
                <a:lnTo>
                  <a:pt x="1704975" y="1790700"/>
                </a:lnTo>
                <a:lnTo>
                  <a:pt x="1704975" y="1800225"/>
                </a:lnTo>
                <a:lnTo>
                  <a:pt x="1762125" y="1800225"/>
                </a:lnTo>
                <a:lnTo>
                  <a:pt x="1762125" y="1790700"/>
                </a:lnTo>
                <a:lnTo>
                  <a:pt x="1952625" y="1790700"/>
                </a:lnTo>
                <a:lnTo>
                  <a:pt x="1952625" y="1781175"/>
                </a:lnTo>
                <a:lnTo>
                  <a:pt x="1971675" y="1781175"/>
                </a:lnTo>
                <a:lnTo>
                  <a:pt x="1971675" y="1771650"/>
                </a:lnTo>
                <a:lnTo>
                  <a:pt x="1990725" y="1762125"/>
                </a:lnTo>
                <a:lnTo>
                  <a:pt x="1990725" y="1743075"/>
                </a:lnTo>
                <a:lnTo>
                  <a:pt x="2000250" y="1743075"/>
                </a:lnTo>
                <a:lnTo>
                  <a:pt x="2000250" y="1143000"/>
                </a:lnTo>
                <a:lnTo>
                  <a:pt x="809625" y="1143000"/>
                </a:lnTo>
                <a:lnTo>
                  <a:pt x="800100" y="1171575"/>
                </a:lnTo>
                <a:close/>
                <a:moveTo>
                  <a:pt x="2324100" y="1800225"/>
                </a:moveTo>
                <a:lnTo>
                  <a:pt x="2324100" y="1514475"/>
                </a:lnTo>
                <a:lnTo>
                  <a:pt x="2314575" y="1514475"/>
                </a:lnTo>
                <a:lnTo>
                  <a:pt x="2314575" y="1504950"/>
                </a:lnTo>
                <a:lnTo>
                  <a:pt x="2209800" y="1504950"/>
                </a:lnTo>
                <a:lnTo>
                  <a:pt x="2209800" y="1514475"/>
                </a:lnTo>
                <a:lnTo>
                  <a:pt x="2200275" y="1514475"/>
                </a:lnTo>
                <a:lnTo>
                  <a:pt x="2200275" y="1809750"/>
                </a:lnTo>
                <a:lnTo>
                  <a:pt x="2324100" y="1809750"/>
                </a:lnTo>
                <a:lnTo>
                  <a:pt x="2324100" y="1800225"/>
                </a:lnTo>
                <a:close/>
                <a:moveTo>
                  <a:pt x="2809875" y="1466850"/>
                </a:moveTo>
                <a:lnTo>
                  <a:pt x="2809875" y="1447800"/>
                </a:lnTo>
                <a:lnTo>
                  <a:pt x="2800350" y="1447800"/>
                </a:lnTo>
                <a:lnTo>
                  <a:pt x="2800350" y="1457325"/>
                </a:lnTo>
                <a:lnTo>
                  <a:pt x="2743200" y="1457325"/>
                </a:lnTo>
                <a:lnTo>
                  <a:pt x="2743200" y="1447800"/>
                </a:lnTo>
                <a:lnTo>
                  <a:pt x="2733675" y="1447800"/>
                </a:lnTo>
                <a:lnTo>
                  <a:pt x="2733675" y="1476375"/>
                </a:lnTo>
                <a:lnTo>
                  <a:pt x="2809875" y="1476375"/>
                </a:lnTo>
                <a:lnTo>
                  <a:pt x="2809875" y="1466850"/>
                </a:lnTo>
                <a:close/>
                <a:moveTo>
                  <a:pt x="1743075" y="1590675"/>
                </a:moveTo>
                <a:lnTo>
                  <a:pt x="1752600" y="1590675"/>
                </a:lnTo>
                <a:lnTo>
                  <a:pt x="1771650" y="1562100"/>
                </a:lnTo>
                <a:lnTo>
                  <a:pt x="1800225" y="1562100"/>
                </a:lnTo>
                <a:lnTo>
                  <a:pt x="1800225" y="1552575"/>
                </a:lnTo>
                <a:lnTo>
                  <a:pt x="1809750" y="1552575"/>
                </a:lnTo>
                <a:lnTo>
                  <a:pt x="1809750" y="1562100"/>
                </a:lnTo>
                <a:lnTo>
                  <a:pt x="1838325" y="1562100"/>
                </a:lnTo>
                <a:lnTo>
                  <a:pt x="1838325" y="1571625"/>
                </a:lnTo>
                <a:lnTo>
                  <a:pt x="1866900" y="1590675"/>
                </a:lnTo>
                <a:lnTo>
                  <a:pt x="1866900" y="1657350"/>
                </a:lnTo>
                <a:lnTo>
                  <a:pt x="1857375" y="1657350"/>
                </a:lnTo>
                <a:lnTo>
                  <a:pt x="1838325" y="1685925"/>
                </a:lnTo>
                <a:lnTo>
                  <a:pt x="1809750" y="1685925"/>
                </a:lnTo>
                <a:lnTo>
                  <a:pt x="1809750" y="1695450"/>
                </a:lnTo>
                <a:lnTo>
                  <a:pt x="1771650" y="1685925"/>
                </a:lnTo>
                <a:lnTo>
                  <a:pt x="1771650" y="1676400"/>
                </a:lnTo>
                <a:lnTo>
                  <a:pt x="1743075" y="1657350"/>
                </a:lnTo>
                <a:lnTo>
                  <a:pt x="1743075" y="1638300"/>
                </a:lnTo>
                <a:lnTo>
                  <a:pt x="1733550" y="1638300"/>
                </a:lnTo>
                <a:lnTo>
                  <a:pt x="1743075" y="1590675"/>
                </a:lnTo>
                <a:close/>
                <a:moveTo>
                  <a:pt x="1781175" y="1600200"/>
                </a:moveTo>
                <a:lnTo>
                  <a:pt x="1781175" y="1619250"/>
                </a:lnTo>
                <a:lnTo>
                  <a:pt x="1771650" y="1619250"/>
                </a:lnTo>
                <a:lnTo>
                  <a:pt x="1781175" y="1647825"/>
                </a:lnTo>
                <a:lnTo>
                  <a:pt x="1819275" y="1647825"/>
                </a:lnTo>
                <a:lnTo>
                  <a:pt x="1819275" y="1638300"/>
                </a:lnTo>
                <a:lnTo>
                  <a:pt x="1828800" y="1638300"/>
                </a:lnTo>
                <a:lnTo>
                  <a:pt x="1828800" y="1600200"/>
                </a:lnTo>
                <a:lnTo>
                  <a:pt x="1809750" y="1600200"/>
                </a:lnTo>
                <a:lnTo>
                  <a:pt x="1809750" y="1590675"/>
                </a:lnTo>
                <a:lnTo>
                  <a:pt x="1781175" y="1600200"/>
                </a:lnTo>
                <a:close/>
                <a:moveTo>
                  <a:pt x="2486025" y="1476375"/>
                </a:moveTo>
                <a:lnTo>
                  <a:pt x="2552700" y="1476375"/>
                </a:lnTo>
                <a:lnTo>
                  <a:pt x="2552700" y="1466850"/>
                </a:lnTo>
                <a:lnTo>
                  <a:pt x="2562225" y="1466850"/>
                </a:lnTo>
                <a:lnTo>
                  <a:pt x="2552700" y="1447800"/>
                </a:lnTo>
                <a:lnTo>
                  <a:pt x="2476500" y="1447800"/>
                </a:lnTo>
                <a:lnTo>
                  <a:pt x="2476500" y="1476375"/>
                </a:lnTo>
                <a:lnTo>
                  <a:pt x="2486025" y="1476375"/>
                </a:lnTo>
                <a:close/>
                <a:moveTo>
                  <a:pt x="2295525" y="1447800"/>
                </a:moveTo>
                <a:lnTo>
                  <a:pt x="2228850" y="1447800"/>
                </a:lnTo>
                <a:lnTo>
                  <a:pt x="2228850" y="1457325"/>
                </a:lnTo>
                <a:lnTo>
                  <a:pt x="2219325" y="1457325"/>
                </a:lnTo>
                <a:lnTo>
                  <a:pt x="2228850" y="1476375"/>
                </a:lnTo>
                <a:lnTo>
                  <a:pt x="2305050" y="1476375"/>
                </a:lnTo>
                <a:lnTo>
                  <a:pt x="2305050" y="1447800"/>
                </a:lnTo>
                <a:lnTo>
                  <a:pt x="2295525" y="1447800"/>
                </a:lnTo>
                <a:close/>
              </a:path>
            </a:pathLst>
          </a:custGeom>
          <a:solidFill xmlns:a="http://schemas.openxmlformats.org/drawingml/2006/main">
            <a:srgbClr val="102536"/>
          </a:solidFill>
          <a:ln xmlns:a="http://schemas.openxmlformats.org/drawingml/2006/main" w="0">
            <a:noFill/>
          </a:ln>
        </p:spPr>
      </p:sp>
      <p:sp>
        <p:nvSpPr>
          <p:cNvPr id="8" name="lab">
            <a:extLst xmlns:a="http://schemas.openxmlformats.org/drawingml/2006/main">
              <a:ext uri="{FF2B5EF4-FFF2-40B4-BE49-F238E27FC236}">
                <a16:creationId xmlns:a16="http://schemas.microsoft.com/office/drawing/2014/main" id="{A4EB1F96-8918-46FA-AECB-BF257DFC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52875"/>
            <a:ext cx="3476625" cy="1905000"/>
          </a:xfrm>
          <a:custGeom xmlns:a="http://schemas.openxmlformats.org/drawingml/2006/main">
            <a:pathLst>
              <a:path w="3476625" h="1905000">
                <a:moveTo>
                  <a:pt x="3209925" y="790575"/>
                </a:moveTo>
                <a:lnTo>
                  <a:pt x="3209925" y="752475"/>
                </a:lnTo>
                <a:lnTo>
                  <a:pt x="3219450" y="752475"/>
                </a:lnTo>
                <a:lnTo>
                  <a:pt x="3219450" y="514350"/>
                </a:lnTo>
                <a:lnTo>
                  <a:pt x="3228975" y="514350"/>
                </a:lnTo>
                <a:lnTo>
                  <a:pt x="3228975" y="419100"/>
                </a:lnTo>
                <a:lnTo>
                  <a:pt x="3257550" y="419100"/>
                </a:lnTo>
                <a:lnTo>
                  <a:pt x="3257550" y="428625"/>
                </a:lnTo>
                <a:lnTo>
                  <a:pt x="3276600" y="428625"/>
                </a:lnTo>
                <a:lnTo>
                  <a:pt x="3286125" y="447675"/>
                </a:lnTo>
                <a:lnTo>
                  <a:pt x="3305175" y="447675"/>
                </a:lnTo>
                <a:lnTo>
                  <a:pt x="3305175" y="457200"/>
                </a:lnTo>
                <a:lnTo>
                  <a:pt x="3362325" y="476250"/>
                </a:lnTo>
                <a:lnTo>
                  <a:pt x="3362325" y="457200"/>
                </a:lnTo>
                <a:lnTo>
                  <a:pt x="3381375" y="447675"/>
                </a:lnTo>
                <a:lnTo>
                  <a:pt x="3381375" y="428625"/>
                </a:lnTo>
                <a:lnTo>
                  <a:pt x="3390900" y="428625"/>
                </a:lnTo>
                <a:lnTo>
                  <a:pt x="3390900" y="409575"/>
                </a:lnTo>
                <a:lnTo>
                  <a:pt x="3400425" y="409575"/>
                </a:lnTo>
                <a:lnTo>
                  <a:pt x="3400425" y="390525"/>
                </a:lnTo>
                <a:lnTo>
                  <a:pt x="3409950" y="390525"/>
                </a:lnTo>
                <a:lnTo>
                  <a:pt x="3409950" y="371475"/>
                </a:lnTo>
                <a:lnTo>
                  <a:pt x="3419475" y="371475"/>
                </a:lnTo>
                <a:lnTo>
                  <a:pt x="3419475" y="352425"/>
                </a:lnTo>
                <a:lnTo>
                  <a:pt x="3429000" y="352425"/>
                </a:lnTo>
                <a:lnTo>
                  <a:pt x="3429000" y="323850"/>
                </a:lnTo>
                <a:lnTo>
                  <a:pt x="3438525" y="323850"/>
                </a:lnTo>
                <a:lnTo>
                  <a:pt x="3438525" y="304800"/>
                </a:lnTo>
                <a:lnTo>
                  <a:pt x="3448050" y="304800"/>
                </a:lnTo>
                <a:lnTo>
                  <a:pt x="3448050" y="285750"/>
                </a:lnTo>
                <a:lnTo>
                  <a:pt x="3457575" y="285750"/>
                </a:lnTo>
                <a:lnTo>
                  <a:pt x="3457575" y="266700"/>
                </a:lnTo>
                <a:lnTo>
                  <a:pt x="3467100" y="266700"/>
                </a:lnTo>
                <a:lnTo>
                  <a:pt x="3467100" y="238125"/>
                </a:lnTo>
                <a:lnTo>
                  <a:pt x="3476625" y="238125"/>
                </a:lnTo>
                <a:lnTo>
                  <a:pt x="3476625" y="704850"/>
                </a:lnTo>
                <a:lnTo>
                  <a:pt x="3438525" y="714375"/>
                </a:lnTo>
                <a:lnTo>
                  <a:pt x="3429000" y="733425"/>
                </a:lnTo>
                <a:lnTo>
                  <a:pt x="3390900" y="742950"/>
                </a:lnTo>
                <a:lnTo>
                  <a:pt x="3381375" y="762000"/>
                </a:lnTo>
                <a:lnTo>
                  <a:pt x="3343275" y="771525"/>
                </a:lnTo>
                <a:lnTo>
                  <a:pt x="3333750" y="790575"/>
                </a:lnTo>
                <a:lnTo>
                  <a:pt x="3295650" y="800100"/>
                </a:lnTo>
                <a:lnTo>
                  <a:pt x="3286125" y="819150"/>
                </a:lnTo>
                <a:lnTo>
                  <a:pt x="3248025" y="828675"/>
                </a:lnTo>
                <a:lnTo>
                  <a:pt x="3238500" y="847725"/>
                </a:lnTo>
                <a:lnTo>
                  <a:pt x="3209925" y="847725"/>
                </a:lnTo>
                <a:lnTo>
                  <a:pt x="3209925" y="790575"/>
                </a:lnTo>
                <a:close/>
                <a:moveTo>
                  <a:pt x="2457450" y="1676400"/>
                </a:moveTo>
                <a:lnTo>
                  <a:pt x="2457450" y="1581150"/>
                </a:lnTo>
                <a:lnTo>
                  <a:pt x="2571750" y="1581150"/>
                </a:lnTo>
                <a:lnTo>
                  <a:pt x="2571750" y="1590675"/>
                </a:lnTo>
                <a:lnTo>
                  <a:pt x="2581275" y="1590675"/>
                </a:lnTo>
                <a:lnTo>
                  <a:pt x="2581275" y="1619250"/>
                </a:lnTo>
                <a:lnTo>
                  <a:pt x="2571750" y="1619250"/>
                </a:lnTo>
                <a:lnTo>
                  <a:pt x="2571750" y="1704975"/>
                </a:lnTo>
                <a:lnTo>
                  <a:pt x="2581275" y="1704975"/>
                </a:lnTo>
                <a:lnTo>
                  <a:pt x="2581275" y="1809750"/>
                </a:lnTo>
                <a:lnTo>
                  <a:pt x="2457450" y="1809750"/>
                </a:lnTo>
                <a:lnTo>
                  <a:pt x="2457450" y="1676400"/>
                </a:lnTo>
                <a:close/>
              </a:path>
            </a:pathLst>
          </a:custGeom>
          <a:solidFill xmlns:a="http://schemas.openxmlformats.org/drawingml/2006/main">
            <a:srgbClr val="13B3AE"/>
          </a:solidFill>
          <a:ln xmlns:a="http://schemas.openxmlformats.org/drawingml/2006/main" w="0">
            <a:noFill/>
          </a:ln>
        </p:spPr>
      </p:sp>
      <p:sp>
        <p:nvSpPr>
          <p:cNvPr id="9" name="lab">
            <a:extLst xmlns:a="http://schemas.openxmlformats.org/drawingml/2006/main">
              <a:ext uri="{FF2B5EF4-FFF2-40B4-BE49-F238E27FC236}">
                <a16:creationId xmlns:a16="http://schemas.microsoft.com/office/drawing/2014/main" id="{62AD00B7-1943-4C54-AF29-62DF21B8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52875"/>
            <a:ext cx="3476625" cy="1905000"/>
          </a:xfrm>
          <a:custGeom xmlns:a="http://schemas.openxmlformats.org/drawingml/2006/main">
            <a:pathLst>
              <a:path w="3476625" h="1905000">
                <a:moveTo>
                  <a:pt x="2705100" y="1666875"/>
                </a:moveTo>
                <a:lnTo>
                  <a:pt x="2705100" y="1581150"/>
                </a:lnTo>
                <a:lnTo>
                  <a:pt x="2838450" y="1581150"/>
                </a:lnTo>
                <a:lnTo>
                  <a:pt x="2838450" y="1590675"/>
                </a:lnTo>
                <a:lnTo>
                  <a:pt x="2828925" y="1590675"/>
                </a:lnTo>
                <a:lnTo>
                  <a:pt x="2828925" y="1600200"/>
                </a:lnTo>
                <a:lnTo>
                  <a:pt x="2838450" y="1600200"/>
                </a:lnTo>
                <a:lnTo>
                  <a:pt x="2838450" y="1609725"/>
                </a:lnTo>
                <a:lnTo>
                  <a:pt x="2828925" y="1609725"/>
                </a:lnTo>
                <a:lnTo>
                  <a:pt x="2828925" y="1704975"/>
                </a:lnTo>
                <a:lnTo>
                  <a:pt x="2828925" y="1809750"/>
                </a:lnTo>
                <a:lnTo>
                  <a:pt x="2714625" y="1809750"/>
                </a:lnTo>
                <a:lnTo>
                  <a:pt x="2714625" y="1800225"/>
                </a:lnTo>
                <a:lnTo>
                  <a:pt x="2705100" y="1800225"/>
                </a:lnTo>
                <a:lnTo>
                  <a:pt x="2705100" y="1666875"/>
                </a:lnTo>
                <a:close/>
              </a:path>
            </a:pathLst>
          </a:custGeom>
          <a:solidFill xmlns:a="http://schemas.openxmlformats.org/drawingml/2006/main">
            <a:srgbClr val="A13DAA"/>
          </a:solidFill>
          <a:ln xmlns:a="http://schemas.openxmlformats.org/drawingml/2006/main" w="0">
            <a:noFill/>
          </a:ln>
        </p:spPr>
      </p:sp>
      <p:sp>
        <p:nvSpPr>
          <p:cNvPr id="10" name="lab">
            <a:extLst xmlns:a="http://schemas.openxmlformats.org/drawingml/2006/main">
              <a:ext uri="{FF2B5EF4-FFF2-40B4-BE49-F238E27FC236}">
                <a16:creationId xmlns:a16="http://schemas.microsoft.com/office/drawing/2014/main" id="{EDEADDA7-0887-4870-81ED-22C91AC9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52875"/>
            <a:ext cx="3476625" cy="1905000"/>
          </a:xfrm>
          <a:custGeom xmlns:a="http://schemas.openxmlformats.org/drawingml/2006/main">
            <a:pathLst>
              <a:path w="3476625" h="1905000">
                <a:moveTo>
                  <a:pt x="2257425" y="1809750"/>
                </a:moveTo>
                <a:lnTo>
                  <a:pt x="2200275" y="1809750"/>
                </a:lnTo>
                <a:lnTo>
                  <a:pt x="2200275" y="1590675"/>
                </a:lnTo>
                <a:lnTo>
                  <a:pt x="2209800" y="1590675"/>
                </a:lnTo>
                <a:lnTo>
                  <a:pt x="2209800" y="1581150"/>
                </a:lnTo>
                <a:lnTo>
                  <a:pt x="2266950" y="1581150"/>
                </a:lnTo>
                <a:lnTo>
                  <a:pt x="2314575" y="1581150"/>
                </a:lnTo>
                <a:lnTo>
                  <a:pt x="2314575" y="1590675"/>
                </a:lnTo>
                <a:lnTo>
                  <a:pt x="2324100" y="1590675"/>
                </a:lnTo>
                <a:lnTo>
                  <a:pt x="2324100" y="1809750"/>
                </a:lnTo>
                <a:lnTo>
                  <a:pt x="2257425" y="1809750"/>
                </a:lnTo>
                <a:close/>
              </a:path>
            </a:pathLst>
          </a:custGeom>
          <a:solidFill xmlns:a="http://schemas.openxmlformats.org/drawingml/2006/main">
            <a:srgbClr val="179DD0"/>
          </a:solidFill>
          <a:ln xmlns:a="http://schemas.openxmlformats.org/drawingml/2006/main" w="0">
            <a:noFill/>
          </a:ln>
        </p:spPr>
      </p:sp>
      <p:sp>
        <p:nvSpPr>
          <p:cNvPr id="11" name="delivery">
            <a:extLst xmlns:a="http://schemas.openxmlformats.org/drawingml/2006/main">
              <a:ext uri="{FF2B5EF4-FFF2-40B4-BE49-F238E27FC236}">
                <a16:creationId xmlns:a16="http://schemas.microsoft.com/office/drawing/2014/main" id="{4429A4F1-295F-482A-8D7B-0C808D0F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43375"/>
            <a:ext cx="2952750" cy="1809750"/>
          </a:xfrm>
          <a:custGeom xmlns:a="http://schemas.openxmlformats.org/drawingml/2006/main">
            <a:pathLst>
              <a:path w="2952750" h="1809750">
                <a:moveTo>
                  <a:pt x="2162175" y="1104900"/>
                </a:moveTo>
                <a:lnTo>
                  <a:pt x="2000250" y="1104900"/>
                </a:lnTo>
                <a:lnTo>
                  <a:pt x="2000250" y="1095375"/>
                </a:lnTo>
                <a:lnTo>
                  <a:pt x="1914525" y="1095375"/>
                </a:lnTo>
                <a:lnTo>
                  <a:pt x="1905000" y="1076325"/>
                </a:lnTo>
                <a:lnTo>
                  <a:pt x="1866900" y="1066800"/>
                </a:lnTo>
                <a:lnTo>
                  <a:pt x="1857375" y="1047750"/>
                </a:lnTo>
                <a:lnTo>
                  <a:pt x="1838325" y="1047750"/>
                </a:lnTo>
                <a:lnTo>
                  <a:pt x="1828800" y="1028700"/>
                </a:lnTo>
                <a:lnTo>
                  <a:pt x="1809750" y="1028700"/>
                </a:lnTo>
                <a:lnTo>
                  <a:pt x="1790700" y="1000125"/>
                </a:lnTo>
                <a:lnTo>
                  <a:pt x="1771650" y="1000125"/>
                </a:lnTo>
                <a:lnTo>
                  <a:pt x="1771650" y="990600"/>
                </a:lnTo>
                <a:lnTo>
                  <a:pt x="1762125" y="990600"/>
                </a:lnTo>
                <a:lnTo>
                  <a:pt x="1733550" y="952500"/>
                </a:lnTo>
                <a:lnTo>
                  <a:pt x="1714500" y="952500"/>
                </a:lnTo>
                <a:lnTo>
                  <a:pt x="1714500" y="942975"/>
                </a:lnTo>
                <a:lnTo>
                  <a:pt x="1676400" y="942975"/>
                </a:lnTo>
                <a:lnTo>
                  <a:pt x="1676400" y="952500"/>
                </a:lnTo>
                <a:lnTo>
                  <a:pt x="1685925" y="952500"/>
                </a:lnTo>
                <a:lnTo>
                  <a:pt x="1685925" y="962025"/>
                </a:lnTo>
                <a:lnTo>
                  <a:pt x="1676400" y="962025"/>
                </a:lnTo>
                <a:lnTo>
                  <a:pt x="1676400" y="990600"/>
                </a:lnTo>
                <a:lnTo>
                  <a:pt x="1685925" y="990600"/>
                </a:lnTo>
                <a:lnTo>
                  <a:pt x="1685925" y="1000125"/>
                </a:lnTo>
                <a:lnTo>
                  <a:pt x="1714500" y="1009650"/>
                </a:lnTo>
                <a:lnTo>
                  <a:pt x="1752600" y="1057275"/>
                </a:lnTo>
                <a:lnTo>
                  <a:pt x="1771650" y="1057275"/>
                </a:lnTo>
                <a:lnTo>
                  <a:pt x="1790700" y="1085850"/>
                </a:lnTo>
                <a:lnTo>
                  <a:pt x="1809750" y="1085850"/>
                </a:lnTo>
                <a:lnTo>
                  <a:pt x="1828800" y="1114425"/>
                </a:lnTo>
                <a:lnTo>
                  <a:pt x="1847850" y="1114425"/>
                </a:lnTo>
                <a:lnTo>
                  <a:pt x="1857375" y="1133475"/>
                </a:lnTo>
                <a:lnTo>
                  <a:pt x="1876425" y="1133475"/>
                </a:lnTo>
                <a:lnTo>
                  <a:pt x="1876425" y="1143000"/>
                </a:lnTo>
                <a:lnTo>
                  <a:pt x="1895475" y="1143000"/>
                </a:lnTo>
                <a:lnTo>
                  <a:pt x="1895475" y="1152525"/>
                </a:lnTo>
                <a:lnTo>
                  <a:pt x="2057400" y="1152525"/>
                </a:lnTo>
                <a:lnTo>
                  <a:pt x="2057400" y="1143000"/>
                </a:lnTo>
                <a:lnTo>
                  <a:pt x="2114550" y="1143000"/>
                </a:lnTo>
                <a:lnTo>
                  <a:pt x="2114550" y="1133475"/>
                </a:lnTo>
                <a:lnTo>
                  <a:pt x="2171700" y="1123950"/>
                </a:lnTo>
                <a:lnTo>
                  <a:pt x="2181225" y="1104900"/>
                </a:lnTo>
                <a:lnTo>
                  <a:pt x="2162175" y="1104900"/>
                </a:lnTo>
                <a:close/>
                <a:moveTo>
                  <a:pt x="2066925" y="628650"/>
                </a:moveTo>
                <a:lnTo>
                  <a:pt x="2076450" y="628650"/>
                </a:lnTo>
                <a:lnTo>
                  <a:pt x="2105025" y="590550"/>
                </a:lnTo>
                <a:lnTo>
                  <a:pt x="2124075" y="590550"/>
                </a:lnTo>
                <a:lnTo>
                  <a:pt x="2124075" y="581025"/>
                </a:lnTo>
                <a:lnTo>
                  <a:pt x="2143125" y="581025"/>
                </a:lnTo>
                <a:lnTo>
                  <a:pt x="2143125" y="571500"/>
                </a:lnTo>
                <a:lnTo>
                  <a:pt x="2162175" y="571500"/>
                </a:lnTo>
                <a:lnTo>
                  <a:pt x="2162175" y="561975"/>
                </a:lnTo>
                <a:lnTo>
                  <a:pt x="2190750" y="561975"/>
                </a:lnTo>
                <a:lnTo>
                  <a:pt x="2190750" y="552450"/>
                </a:lnTo>
                <a:lnTo>
                  <a:pt x="2305050" y="552450"/>
                </a:lnTo>
                <a:lnTo>
                  <a:pt x="2305050" y="561975"/>
                </a:lnTo>
                <a:lnTo>
                  <a:pt x="2333625" y="561975"/>
                </a:lnTo>
                <a:lnTo>
                  <a:pt x="2333625" y="571500"/>
                </a:lnTo>
                <a:lnTo>
                  <a:pt x="2371725" y="581025"/>
                </a:lnTo>
                <a:lnTo>
                  <a:pt x="2381250" y="600075"/>
                </a:lnTo>
                <a:lnTo>
                  <a:pt x="2400300" y="600075"/>
                </a:lnTo>
                <a:lnTo>
                  <a:pt x="2400300" y="609600"/>
                </a:lnTo>
                <a:lnTo>
                  <a:pt x="2419350" y="619125"/>
                </a:lnTo>
                <a:lnTo>
                  <a:pt x="2419350" y="638175"/>
                </a:lnTo>
                <a:lnTo>
                  <a:pt x="2447925" y="657225"/>
                </a:lnTo>
                <a:lnTo>
                  <a:pt x="2457450" y="704850"/>
                </a:lnTo>
                <a:lnTo>
                  <a:pt x="2466975" y="704850"/>
                </a:lnTo>
                <a:lnTo>
                  <a:pt x="2466975" y="742950"/>
                </a:lnTo>
                <a:lnTo>
                  <a:pt x="2476500" y="742950"/>
                </a:lnTo>
                <a:lnTo>
                  <a:pt x="2466975" y="847725"/>
                </a:lnTo>
                <a:lnTo>
                  <a:pt x="2457450" y="847725"/>
                </a:lnTo>
                <a:lnTo>
                  <a:pt x="2438400" y="904875"/>
                </a:lnTo>
                <a:lnTo>
                  <a:pt x="2428875" y="904875"/>
                </a:lnTo>
                <a:lnTo>
                  <a:pt x="2428875" y="914400"/>
                </a:lnTo>
                <a:lnTo>
                  <a:pt x="2419350" y="914400"/>
                </a:lnTo>
                <a:lnTo>
                  <a:pt x="2371725" y="971550"/>
                </a:lnTo>
                <a:lnTo>
                  <a:pt x="2352675" y="971550"/>
                </a:lnTo>
                <a:lnTo>
                  <a:pt x="2352675" y="981075"/>
                </a:lnTo>
                <a:lnTo>
                  <a:pt x="2295525" y="1000125"/>
                </a:lnTo>
                <a:lnTo>
                  <a:pt x="2295525" y="1038225"/>
                </a:lnTo>
                <a:lnTo>
                  <a:pt x="2333625" y="1038225"/>
                </a:lnTo>
                <a:lnTo>
                  <a:pt x="2333625" y="1047750"/>
                </a:lnTo>
                <a:lnTo>
                  <a:pt x="2352675" y="1047750"/>
                </a:lnTo>
                <a:lnTo>
                  <a:pt x="2352675" y="1057275"/>
                </a:lnTo>
                <a:lnTo>
                  <a:pt x="2390775" y="1085850"/>
                </a:lnTo>
                <a:lnTo>
                  <a:pt x="2390775" y="1104900"/>
                </a:lnTo>
                <a:lnTo>
                  <a:pt x="2400300" y="1104900"/>
                </a:lnTo>
                <a:lnTo>
                  <a:pt x="2400300" y="1123950"/>
                </a:lnTo>
                <a:lnTo>
                  <a:pt x="2409825" y="1123950"/>
                </a:lnTo>
                <a:lnTo>
                  <a:pt x="2409825" y="1143000"/>
                </a:lnTo>
                <a:lnTo>
                  <a:pt x="2419350" y="1143000"/>
                </a:lnTo>
                <a:lnTo>
                  <a:pt x="2419350" y="1162050"/>
                </a:lnTo>
                <a:lnTo>
                  <a:pt x="2428875" y="1162050"/>
                </a:lnTo>
                <a:lnTo>
                  <a:pt x="2428875" y="1190625"/>
                </a:lnTo>
                <a:lnTo>
                  <a:pt x="2438400" y="1190625"/>
                </a:lnTo>
                <a:lnTo>
                  <a:pt x="2428875" y="1038225"/>
                </a:lnTo>
                <a:lnTo>
                  <a:pt x="2438400" y="1038225"/>
                </a:lnTo>
                <a:lnTo>
                  <a:pt x="2438400" y="1019175"/>
                </a:lnTo>
                <a:lnTo>
                  <a:pt x="2466975" y="1009650"/>
                </a:lnTo>
                <a:lnTo>
                  <a:pt x="2466975" y="1000125"/>
                </a:lnTo>
                <a:lnTo>
                  <a:pt x="2514600" y="1000125"/>
                </a:lnTo>
                <a:lnTo>
                  <a:pt x="2514600" y="990600"/>
                </a:lnTo>
                <a:lnTo>
                  <a:pt x="2609850" y="990600"/>
                </a:lnTo>
                <a:lnTo>
                  <a:pt x="2609850" y="981075"/>
                </a:lnTo>
                <a:lnTo>
                  <a:pt x="2733675" y="981075"/>
                </a:lnTo>
                <a:lnTo>
                  <a:pt x="2733675" y="990600"/>
                </a:lnTo>
                <a:lnTo>
                  <a:pt x="2752725" y="990600"/>
                </a:lnTo>
                <a:lnTo>
                  <a:pt x="2762250" y="1009650"/>
                </a:lnTo>
                <a:lnTo>
                  <a:pt x="2781300" y="1009650"/>
                </a:lnTo>
                <a:lnTo>
                  <a:pt x="2790825" y="1038225"/>
                </a:lnTo>
                <a:lnTo>
                  <a:pt x="2809875" y="1047750"/>
                </a:lnTo>
                <a:lnTo>
                  <a:pt x="2809875" y="1076325"/>
                </a:lnTo>
                <a:lnTo>
                  <a:pt x="2819400" y="1076325"/>
                </a:lnTo>
                <a:lnTo>
                  <a:pt x="2819400" y="1143000"/>
                </a:lnTo>
                <a:lnTo>
                  <a:pt x="2828925" y="1143000"/>
                </a:lnTo>
                <a:lnTo>
                  <a:pt x="2828925" y="1219200"/>
                </a:lnTo>
                <a:lnTo>
                  <a:pt x="2838450" y="1219200"/>
                </a:lnTo>
                <a:lnTo>
                  <a:pt x="2838450" y="1314450"/>
                </a:lnTo>
                <a:lnTo>
                  <a:pt x="2847975" y="1314450"/>
                </a:lnTo>
                <a:lnTo>
                  <a:pt x="2847975" y="1409700"/>
                </a:lnTo>
                <a:lnTo>
                  <a:pt x="2838450" y="1409700"/>
                </a:lnTo>
                <a:lnTo>
                  <a:pt x="2828925" y="1447800"/>
                </a:lnTo>
                <a:lnTo>
                  <a:pt x="2819400" y="1447800"/>
                </a:lnTo>
                <a:lnTo>
                  <a:pt x="2800350" y="1476375"/>
                </a:lnTo>
                <a:lnTo>
                  <a:pt x="2762250" y="1485900"/>
                </a:lnTo>
                <a:lnTo>
                  <a:pt x="2762250" y="1495425"/>
                </a:lnTo>
                <a:lnTo>
                  <a:pt x="2619375" y="1504950"/>
                </a:lnTo>
                <a:lnTo>
                  <a:pt x="2619375" y="1514475"/>
                </a:lnTo>
                <a:lnTo>
                  <a:pt x="2533650" y="1514475"/>
                </a:lnTo>
                <a:lnTo>
                  <a:pt x="2533650" y="1524000"/>
                </a:lnTo>
                <a:lnTo>
                  <a:pt x="2486025" y="1514475"/>
                </a:lnTo>
                <a:lnTo>
                  <a:pt x="2486025" y="1524000"/>
                </a:lnTo>
                <a:lnTo>
                  <a:pt x="2466975" y="1533525"/>
                </a:lnTo>
                <a:lnTo>
                  <a:pt x="2466975" y="1552575"/>
                </a:lnTo>
                <a:lnTo>
                  <a:pt x="2438400" y="1571625"/>
                </a:lnTo>
                <a:lnTo>
                  <a:pt x="2438400" y="1590675"/>
                </a:lnTo>
                <a:lnTo>
                  <a:pt x="2409825" y="1609725"/>
                </a:lnTo>
                <a:lnTo>
                  <a:pt x="2409825" y="1628775"/>
                </a:lnTo>
                <a:lnTo>
                  <a:pt x="2381250" y="1647825"/>
                </a:lnTo>
                <a:lnTo>
                  <a:pt x="2381250" y="1666875"/>
                </a:lnTo>
                <a:lnTo>
                  <a:pt x="2352675" y="1685925"/>
                </a:lnTo>
                <a:lnTo>
                  <a:pt x="2352675" y="1704975"/>
                </a:lnTo>
                <a:lnTo>
                  <a:pt x="2324100" y="1724025"/>
                </a:lnTo>
                <a:lnTo>
                  <a:pt x="2324100" y="1733550"/>
                </a:lnTo>
                <a:lnTo>
                  <a:pt x="2390775" y="1733550"/>
                </a:lnTo>
                <a:lnTo>
                  <a:pt x="2390775" y="1724025"/>
                </a:lnTo>
                <a:lnTo>
                  <a:pt x="2457450" y="1724025"/>
                </a:lnTo>
                <a:lnTo>
                  <a:pt x="2457450" y="1714500"/>
                </a:lnTo>
                <a:lnTo>
                  <a:pt x="2533650" y="1714500"/>
                </a:lnTo>
                <a:lnTo>
                  <a:pt x="2533650" y="1704975"/>
                </a:lnTo>
                <a:lnTo>
                  <a:pt x="2600325" y="1704975"/>
                </a:lnTo>
                <a:lnTo>
                  <a:pt x="2600325" y="1695450"/>
                </a:lnTo>
                <a:lnTo>
                  <a:pt x="2705100" y="1685925"/>
                </a:lnTo>
                <a:lnTo>
                  <a:pt x="2705100" y="1695450"/>
                </a:lnTo>
                <a:lnTo>
                  <a:pt x="2724150" y="1704975"/>
                </a:lnTo>
                <a:lnTo>
                  <a:pt x="2724150" y="1724025"/>
                </a:lnTo>
                <a:lnTo>
                  <a:pt x="2733675" y="1724025"/>
                </a:lnTo>
                <a:lnTo>
                  <a:pt x="2733675" y="1752600"/>
                </a:lnTo>
                <a:lnTo>
                  <a:pt x="2743200" y="1752600"/>
                </a:lnTo>
                <a:lnTo>
                  <a:pt x="2752725" y="1781175"/>
                </a:lnTo>
                <a:lnTo>
                  <a:pt x="2762250" y="1781175"/>
                </a:lnTo>
                <a:lnTo>
                  <a:pt x="2752725" y="1809750"/>
                </a:lnTo>
                <a:lnTo>
                  <a:pt x="2705100" y="1809750"/>
                </a:lnTo>
                <a:lnTo>
                  <a:pt x="2705100" y="1790700"/>
                </a:lnTo>
                <a:lnTo>
                  <a:pt x="2695575" y="1790700"/>
                </a:lnTo>
                <a:lnTo>
                  <a:pt x="2695575" y="1771650"/>
                </a:lnTo>
                <a:lnTo>
                  <a:pt x="2686050" y="1771650"/>
                </a:lnTo>
                <a:lnTo>
                  <a:pt x="2676525" y="1743075"/>
                </a:lnTo>
                <a:lnTo>
                  <a:pt x="2657475" y="1743075"/>
                </a:lnTo>
                <a:lnTo>
                  <a:pt x="2657475" y="1752600"/>
                </a:lnTo>
                <a:lnTo>
                  <a:pt x="2590800" y="1752600"/>
                </a:lnTo>
                <a:lnTo>
                  <a:pt x="2590800" y="1762125"/>
                </a:lnTo>
                <a:lnTo>
                  <a:pt x="2533650" y="1762125"/>
                </a:lnTo>
                <a:lnTo>
                  <a:pt x="2533650" y="1771650"/>
                </a:lnTo>
                <a:lnTo>
                  <a:pt x="2466975" y="1771650"/>
                </a:lnTo>
                <a:lnTo>
                  <a:pt x="2466975" y="1781175"/>
                </a:lnTo>
                <a:lnTo>
                  <a:pt x="2343150" y="1790700"/>
                </a:lnTo>
                <a:lnTo>
                  <a:pt x="2343150" y="1800225"/>
                </a:lnTo>
                <a:lnTo>
                  <a:pt x="2266950" y="1800225"/>
                </a:lnTo>
                <a:lnTo>
                  <a:pt x="2266950" y="1790700"/>
                </a:lnTo>
                <a:lnTo>
                  <a:pt x="2247900" y="1781175"/>
                </a:lnTo>
                <a:lnTo>
                  <a:pt x="2247900" y="1733550"/>
                </a:lnTo>
                <a:lnTo>
                  <a:pt x="2266950" y="1724025"/>
                </a:lnTo>
                <a:lnTo>
                  <a:pt x="2266950" y="1704975"/>
                </a:lnTo>
                <a:lnTo>
                  <a:pt x="2295525" y="1685925"/>
                </a:lnTo>
                <a:lnTo>
                  <a:pt x="2295525" y="1666875"/>
                </a:lnTo>
                <a:lnTo>
                  <a:pt x="2324100" y="1647825"/>
                </a:lnTo>
                <a:lnTo>
                  <a:pt x="2324100" y="1628775"/>
                </a:lnTo>
                <a:lnTo>
                  <a:pt x="2352675" y="1609725"/>
                </a:lnTo>
                <a:lnTo>
                  <a:pt x="2352675" y="1590675"/>
                </a:lnTo>
                <a:lnTo>
                  <a:pt x="2381250" y="1571625"/>
                </a:lnTo>
                <a:lnTo>
                  <a:pt x="2381250" y="1552575"/>
                </a:lnTo>
                <a:lnTo>
                  <a:pt x="2390775" y="1552575"/>
                </a:lnTo>
                <a:lnTo>
                  <a:pt x="2390775" y="1543050"/>
                </a:lnTo>
                <a:lnTo>
                  <a:pt x="2419350" y="1524000"/>
                </a:lnTo>
                <a:lnTo>
                  <a:pt x="2419350" y="1504950"/>
                </a:lnTo>
                <a:lnTo>
                  <a:pt x="2438400" y="1495425"/>
                </a:lnTo>
                <a:lnTo>
                  <a:pt x="2438400" y="1485900"/>
                </a:lnTo>
                <a:lnTo>
                  <a:pt x="2428875" y="1485900"/>
                </a:lnTo>
                <a:lnTo>
                  <a:pt x="2428875" y="1381125"/>
                </a:lnTo>
                <a:lnTo>
                  <a:pt x="2419350" y="1381125"/>
                </a:lnTo>
                <a:lnTo>
                  <a:pt x="2409825" y="1276350"/>
                </a:lnTo>
                <a:lnTo>
                  <a:pt x="2400300" y="1276350"/>
                </a:lnTo>
                <a:lnTo>
                  <a:pt x="2400300" y="1238250"/>
                </a:lnTo>
                <a:lnTo>
                  <a:pt x="2390775" y="1238250"/>
                </a:lnTo>
                <a:lnTo>
                  <a:pt x="2381250" y="1181100"/>
                </a:lnTo>
                <a:lnTo>
                  <a:pt x="2371725" y="1181100"/>
                </a:lnTo>
                <a:lnTo>
                  <a:pt x="2371725" y="1162050"/>
                </a:lnTo>
                <a:lnTo>
                  <a:pt x="2362200" y="1162050"/>
                </a:lnTo>
                <a:lnTo>
                  <a:pt x="2362200" y="1133475"/>
                </a:lnTo>
                <a:lnTo>
                  <a:pt x="2333625" y="1114425"/>
                </a:lnTo>
                <a:lnTo>
                  <a:pt x="2333625" y="1123950"/>
                </a:lnTo>
                <a:lnTo>
                  <a:pt x="2314575" y="1123950"/>
                </a:lnTo>
                <a:lnTo>
                  <a:pt x="2305050" y="1143000"/>
                </a:lnTo>
                <a:lnTo>
                  <a:pt x="2286000" y="1143000"/>
                </a:lnTo>
                <a:lnTo>
                  <a:pt x="2286000" y="1152525"/>
                </a:lnTo>
                <a:lnTo>
                  <a:pt x="2266950" y="1152525"/>
                </a:lnTo>
                <a:lnTo>
                  <a:pt x="2266950" y="1162050"/>
                </a:lnTo>
                <a:lnTo>
                  <a:pt x="2219325" y="1171575"/>
                </a:lnTo>
                <a:lnTo>
                  <a:pt x="2228850" y="1333500"/>
                </a:lnTo>
                <a:lnTo>
                  <a:pt x="2238375" y="1333500"/>
                </a:lnTo>
                <a:lnTo>
                  <a:pt x="2238375" y="1390650"/>
                </a:lnTo>
                <a:lnTo>
                  <a:pt x="2247900" y="1390650"/>
                </a:lnTo>
                <a:lnTo>
                  <a:pt x="2247900" y="1438275"/>
                </a:lnTo>
                <a:lnTo>
                  <a:pt x="2257425" y="1438275"/>
                </a:lnTo>
                <a:lnTo>
                  <a:pt x="2257425" y="1476375"/>
                </a:lnTo>
                <a:lnTo>
                  <a:pt x="2266950" y="1476375"/>
                </a:lnTo>
                <a:lnTo>
                  <a:pt x="2266950" y="1533525"/>
                </a:lnTo>
                <a:lnTo>
                  <a:pt x="2257425" y="1533525"/>
                </a:lnTo>
                <a:lnTo>
                  <a:pt x="2257425" y="1543050"/>
                </a:lnTo>
                <a:lnTo>
                  <a:pt x="2209800" y="1543050"/>
                </a:lnTo>
                <a:lnTo>
                  <a:pt x="2209800" y="1533525"/>
                </a:lnTo>
                <a:lnTo>
                  <a:pt x="2181225" y="1533525"/>
                </a:lnTo>
                <a:lnTo>
                  <a:pt x="2181225" y="1524000"/>
                </a:lnTo>
                <a:lnTo>
                  <a:pt x="2152650" y="1524000"/>
                </a:lnTo>
                <a:lnTo>
                  <a:pt x="2152650" y="1514475"/>
                </a:lnTo>
                <a:lnTo>
                  <a:pt x="2124075" y="1514475"/>
                </a:lnTo>
                <a:lnTo>
                  <a:pt x="2124075" y="1504950"/>
                </a:lnTo>
                <a:lnTo>
                  <a:pt x="2095500" y="1504950"/>
                </a:lnTo>
                <a:lnTo>
                  <a:pt x="2095500" y="1495425"/>
                </a:lnTo>
                <a:lnTo>
                  <a:pt x="2076450" y="1495425"/>
                </a:lnTo>
                <a:lnTo>
                  <a:pt x="2076450" y="1485900"/>
                </a:lnTo>
                <a:lnTo>
                  <a:pt x="2047875" y="1485900"/>
                </a:lnTo>
                <a:lnTo>
                  <a:pt x="2047875" y="1476375"/>
                </a:lnTo>
                <a:lnTo>
                  <a:pt x="2019300" y="1476375"/>
                </a:lnTo>
                <a:lnTo>
                  <a:pt x="2019300" y="1466850"/>
                </a:lnTo>
                <a:lnTo>
                  <a:pt x="1990725" y="1466850"/>
                </a:lnTo>
                <a:lnTo>
                  <a:pt x="1990725" y="1457325"/>
                </a:lnTo>
                <a:lnTo>
                  <a:pt x="1962150" y="1457325"/>
                </a:lnTo>
                <a:lnTo>
                  <a:pt x="1962150" y="1447800"/>
                </a:lnTo>
                <a:lnTo>
                  <a:pt x="1924050" y="1438275"/>
                </a:lnTo>
                <a:lnTo>
                  <a:pt x="1924050" y="1485900"/>
                </a:lnTo>
                <a:lnTo>
                  <a:pt x="1933575" y="1485900"/>
                </a:lnTo>
                <a:lnTo>
                  <a:pt x="1933575" y="1533525"/>
                </a:lnTo>
                <a:lnTo>
                  <a:pt x="1943100" y="1533525"/>
                </a:lnTo>
                <a:lnTo>
                  <a:pt x="1943100" y="1581150"/>
                </a:lnTo>
                <a:lnTo>
                  <a:pt x="1952625" y="1581150"/>
                </a:lnTo>
                <a:lnTo>
                  <a:pt x="1952625" y="1628775"/>
                </a:lnTo>
                <a:lnTo>
                  <a:pt x="1962150" y="1628775"/>
                </a:lnTo>
                <a:lnTo>
                  <a:pt x="1962150" y="1685925"/>
                </a:lnTo>
                <a:lnTo>
                  <a:pt x="1971675" y="1685925"/>
                </a:lnTo>
                <a:lnTo>
                  <a:pt x="1971675" y="1733550"/>
                </a:lnTo>
                <a:lnTo>
                  <a:pt x="1981200" y="1733550"/>
                </a:lnTo>
                <a:lnTo>
                  <a:pt x="1981200" y="1790700"/>
                </a:lnTo>
                <a:lnTo>
                  <a:pt x="1971675" y="1790700"/>
                </a:lnTo>
                <a:lnTo>
                  <a:pt x="1971675" y="1800225"/>
                </a:lnTo>
                <a:lnTo>
                  <a:pt x="1933575" y="1800225"/>
                </a:lnTo>
                <a:lnTo>
                  <a:pt x="1933575" y="1781175"/>
                </a:lnTo>
                <a:lnTo>
                  <a:pt x="1924050" y="1781175"/>
                </a:lnTo>
                <a:lnTo>
                  <a:pt x="1924050" y="1733550"/>
                </a:lnTo>
                <a:lnTo>
                  <a:pt x="1914525" y="1733550"/>
                </a:lnTo>
                <a:lnTo>
                  <a:pt x="1914525" y="1685925"/>
                </a:lnTo>
                <a:lnTo>
                  <a:pt x="1905000" y="1685925"/>
                </a:lnTo>
                <a:lnTo>
                  <a:pt x="1905000" y="1638300"/>
                </a:lnTo>
                <a:lnTo>
                  <a:pt x="1895475" y="1638300"/>
                </a:lnTo>
                <a:lnTo>
                  <a:pt x="1895475" y="1590675"/>
                </a:lnTo>
                <a:lnTo>
                  <a:pt x="1885950" y="1590675"/>
                </a:lnTo>
                <a:lnTo>
                  <a:pt x="1885950" y="1543050"/>
                </a:lnTo>
                <a:lnTo>
                  <a:pt x="1876425" y="1543050"/>
                </a:lnTo>
                <a:lnTo>
                  <a:pt x="1876425" y="1495425"/>
                </a:lnTo>
                <a:lnTo>
                  <a:pt x="1866900" y="1495425"/>
                </a:lnTo>
                <a:lnTo>
                  <a:pt x="1866900" y="1447800"/>
                </a:lnTo>
                <a:lnTo>
                  <a:pt x="1857375" y="1447800"/>
                </a:lnTo>
                <a:lnTo>
                  <a:pt x="1857375" y="1400175"/>
                </a:lnTo>
                <a:lnTo>
                  <a:pt x="1866900" y="1400175"/>
                </a:lnTo>
                <a:lnTo>
                  <a:pt x="1876425" y="1381125"/>
                </a:lnTo>
                <a:lnTo>
                  <a:pt x="1905000" y="1381125"/>
                </a:lnTo>
                <a:lnTo>
                  <a:pt x="1905000" y="1371600"/>
                </a:lnTo>
                <a:lnTo>
                  <a:pt x="1914525" y="1371600"/>
                </a:lnTo>
                <a:lnTo>
                  <a:pt x="1914525" y="1381125"/>
                </a:lnTo>
                <a:lnTo>
                  <a:pt x="1943100" y="1381125"/>
                </a:lnTo>
                <a:lnTo>
                  <a:pt x="1943100" y="1390650"/>
                </a:lnTo>
                <a:lnTo>
                  <a:pt x="1971675" y="1390650"/>
                </a:lnTo>
                <a:lnTo>
                  <a:pt x="1971675" y="1400175"/>
                </a:lnTo>
                <a:lnTo>
                  <a:pt x="2000250" y="1400175"/>
                </a:lnTo>
                <a:lnTo>
                  <a:pt x="2000250" y="1409700"/>
                </a:lnTo>
                <a:lnTo>
                  <a:pt x="2028825" y="1409700"/>
                </a:lnTo>
                <a:lnTo>
                  <a:pt x="2028825" y="1419225"/>
                </a:lnTo>
                <a:lnTo>
                  <a:pt x="2085975" y="1428750"/>
                </a:lnTo>
                <a:lnTo>
                  <a:pt x="2085975" y="1438275"/>
                </a:lnTo>
                <a:lnTo>
                  <a:pt x="2105025" y="1438275"/>
                </a:lnTo>
                <a:lnTo>
                  <a:pt x="2105025" y="1447800"/>
                </a:lnTo>
                <a:lnTo>
                  <a:pt x="2133600" y="1447800"/>
                </a:lnTo>
                <a:lnTo>
                  <a:pt x="2133600" y="1457325"/>
                </a:lnTo>
                <a:lnTo>
                  <a:pt x="2162175" y="1457325"/>
                </a:lnTo>
                <a:lnTo>
                  <a:pt x="2162175" y="1466850"/>
                </a:lnTo>
                <a:lnTo>
                  <a:pt x="2209800" y="1476375"/>
                </a:lnTo>
                <a:lnTo>
                  <a:pt x="2209800" y="1466850"/>
                </a:lnTo>
                <a:lnTo>
                  <a:pt x="2200275" y="1466850"/>
                </a:lnTo>
                <a:lnTo>
                  <a:pt x="2200275" y="1428750"/>
                </a:lnTo>
                <a:lnTo>
                  <a:pt x="2190750" y="1428750"/>
                </a:lnTo>
                <a:lnTo>
                  <a:pt x="2190750" y="1381125"/>
                </a:lnTo>
                <a:lnTo>
                  <a:pt x="2181225" y="1381125"/>
                </a:lnTo>
                <a:lnTo>
                  <a:pt x="2181225" y="1314450"/>
                </a:lnTo>
                <a:lnTo>
                  <a:pt x="2171700" y="1314450"/>
                </a:lnTo>
                <a:lnTo>
                  <a:pt x="2171700" y="1190625"/>
                </a:lnTo>
                <a:lnTo>
                  <a:pt x="2152650" y="1181100"/>
                </a:lnTo>
                <a:lnTo>
                  <a:pt x="2152650" y="1190625"/>
                </a:lnTo>
                <a:lnTo>
                  <a:pt x="2066925" y="1200150"/>
                </a:lnTo>
                <a:lnTo>
                  <a:pt x="2066925" y="1209675"/>
                </a:lnTo>
                <a:lnTo>
                  <a:pt x="1876425" y="1209675"/>
                </a:lnTo>
                <a:lnTo>
                  <a:pt x="1876425" y="1200150"/>
                </a:lnTo>
                <a:lnTo>
                  <a:pt x="1838325" y="1190625"/>
                </a:lnTo>
                <a:lnTo>
                  <a:pt x="1828800" y="1171575"/>
                </a:lnTo>
                <a:lnTo>
                  <a:pt x="1809750" y="1171575"/>
                </a:lnTo>
                <a:lnTo>
                  <a:pt x="1809750" y="1162050"/>
                </a:lnTo>
                <a:lnTo>
                  <a:pt x="1800225" y="1162050"/>
                </a:lnTo>
                <a:lnTo>
                  <a:pt x="1790700" y="1143000"/>
                </a:lnTo>
                <a:lnTo>
                  <a:pt x="1771650" y="1143000"/>
                </a:lnTo>
                <a:lnTo>
                  <a:pt x="1762125" y="1123950"/>
                </a:lnTo>
                <a:lnTo>
                  <a:pt x="1743075" y="1123950"/>
                </a:lnTo>
                <a:lnTo>
                  <a:pt x="1743075" y="1114425"/>
                </a:lnTo>
                <a:lnTo>
                  <a:pt x="1733550" y="1114425"/>
                </a:lnTo>
                <a:lnTo>
                  <a:pt x="1695450" y="1066800"/>
                </a:lnTo>
                <a:lnTo>
                  <a:pt x="1676400" y="1066800"/>
                </a:lnTo>
                <a:lnTo>
                  <a:pt x="1638300" y="1019175"/>
                </a:lnTo>
                <a:lnTo>
                  <a:pt x="1590675" y="1009650"/>
                </a:lnTo>
                <a:lnTo>
                  <a:pt x="1581150" y="981075"/>
                </a:lnTo>
                <a:lnTo>
                  <a:pt x="1552575" y="962025"/>
                </a:lnTo>
                <a:lnTo>
                  <a:pt x="1543050" y="923925"/>
                </a:lnTo>
                <a:lnTo>
                  <a:pt x="1524000" y="914400"/>
                </a:lnTo>
                <a:lnTo>
                  <a:pt x="1524000" y="885825"/>
                </a:lnTo>
                <a:lnTo>
                  <a:pt x="1533525" y="885825"/>
                </a:lnTo>
                <a:lnTo>
                  <a:pt x="1543050" y="866775"/>
                </a:lnTo>
                <a:lnTo>
                  <a:pt x="1571625" y="866775"/>
                </a:lnTo>
                <a:lnTo>
                  <a:pt x="1571625" y="876300"/>
                </a:lnTo>
                <a:lnTo>
                  <a:pt x="1619250" y="914400"/>
                </a:lnTo>
                <a:lnTo>
                  <a:pt x="1619250" y="933450"/>
                </a:lnTo>
                <a:lnTo>
                  <a:pt x="1638300" y="942975"/>
                </a:lnTo>
                <a:lnTo>
                  <a:pt x="1638300" y="933450"/>
                </a:lnTo>
                <a:lnTo>
                  <a:pt x="1647825" y="933450"/>
                </a:lnTo>
                <a:lnTo>
                  <a:pt x="1657350" y="914400"/>
                </a:lnTo>
                <a:lnTo>
                  <a:pt x="1676400" y="914400"/>
                </a:lnTo>
                <a:lnTo>
                  <a:pt x="1676400" y="904875"/>
                </a:lnTo>
                <a:lnTo>
                  <a:pt x="1638300" y="876300"/>
                </a:lnTo>
                <a:lnTo>
                  <a:pt x="1628775" y="838200"/>
                </a:lnTo>
                <a:lnTo>
                  <a:pt x="1638300" y="838200"/>
                </a:lnTo>
                <a:lnTo>
                  <a:pt x="1638300" y="819150"/>
                </a:lnTo>
                <a:lnTo>
                  <a:pt x="1666875" y="819150"/>
                </a:lnTo>
                <a:lnTo>
                  <a:pt x="1666875" y="828675"/>
                </a:lnTo>
                <a:lnTo>
                  <a:pt x="1695450" y="838200"/>
                </a:lnTo>
                <a:lnTo>
                  <a:pt x="1695450" y="857250"/>
                </a:lnTo>
                <a:lnTo>
                  <a:pt x="1743075" y="857250"/>
                </a:lnTo>
                <a:lnTo>
                  <a:pt x="1752600" y="904875"/>
                </a:lnTo>
                <a:lnTo>
                  <a:pt x="1762125" y="904875"/>
                </a:lnTo>
                <a:lnTo>
                  <a:pt x="1800225" y="952500"/>
                </a:lnTo>
                <a:lnTo>
                  <a:pt x="1819275" y="952500"/>
                </a:lnTo>
                <a:lnTo>
                  <a:pt x="1838325" y="981075"/>
                </a:lnTo>
                <a:lnTo>
                  <a:pt x="1857375" y="981075"/>
                </a:lnTo>
                <a:lnTo>
                  <a:pt x="1866900" y="1000125"/>
                </a:lnTo>
                <a:lnTo>
                  <a:pt x="1885950" y="1000125"/>
                </a:lnTo>
                <a:lnTo>
                  <a:pt x="1895475" y="1019175"/>
                </a:lnTo>
                <a:lnTo>
                  <a:pt x="1914525" y="1019175"/>
                </a:lnTo>
                <a:lnTo>
                  <a:pt x="1924050" y="1038225"/>
                </a:lnTo>
                <a:lnTo>
                  <a:pt x="1971675" y="1038225"/>
                </a:lnTo>
                <a:lnTo>
                  <a:pt x="1971675" y="1047750"/>
                </a:lnTo>
                <a:lnTo>
                  <a:pt x="2228850" y="1047750"/>
                </a:lnTo>
                <a:lnTo>
                  <a:pt x="2228850" y="1038225"/>
                </a:lnTo>
                <a:lnTo>
                  <a:pt x="2247900" y="1028700"/>
                </a:lnTo>
                <a:lnTo>
                  <a:pt x="2238375" y="1000125"/>
                </a:lnTo>
                <a:lnTo>
                  <a:pt x="2171700" y="1000125"/>
                </a:lnTo>
                <a:lnTo>
                  <a:pt x="2171700" y="990600"/>
                </a:lnTo>
                <a:lnTo>
                  <a:pt x="2114550" y="971550"/>
                </a:lnTo>
                <a:lnTo>
                  <a:pt x="2114550" y="962025"/>
                </a:lnTo>
                <a:lnTo>
                  <a:pt x="2105025" y="962025"/>
                </a:lnTo>
                <a:lnTo>
                  <a:pt x="2105025" y="952500"/>
                </a:lnTo>
                <a:lnTo>
                  <a:pt x="2047875" y="904875"/>
                </a:lnTo>
                <a:lnTo>
                  <a:pt x="2047875" y="885825"/>
                </a:lnTo>
                <a:lnTo>
                  <a:pt x="2038350" y="885825"/>
                </a:lnTo>
                <a:lnTo>
                  <a:pt x="2038350" y="866775"/>
                </a:lnTo>
                <a:lnTo>
                  <a:pt x="2028825" y="866775"/>
                </a:lnTo>
                <a:lnTo>
                  <a:pt x="2028825" y="838200"/>
                </a:lnTo>
                <a:lnTo>
                  <a:pt x="2019300" y="838200"/>
                </a:lnTo>
                <a:lnTo>
                  <a:pt x="2019300" y="723900"/>
                </a:lnTo>
                <a:lnTo>
                  <a:pt x="2028825" y="723900"/>
                </a:lnTo>
                <a:lnTo>
                  <a:pt x="2028825" y="695325"/>
                </a:lnTo>
                <a:lnTo>
                  <a:pt x="2038350" y="695325"/>
                </a:lnTo>
                <a:lnTo>
                  <a:pt x="2047875" y="657225"/>
                </a:lnTo>
                <a:lnTo>
                  <a:pt x="2066925" y="647700"/>
                </a:lnTo>
                <a:lnTo>
                  <a:pt x="2066925" y="628650"/>
                </a:lnTo>
                <a:close/>
                <a:moveTo>
                  <a:pt x="2066925" y="790575"/>
                </a:moveTo>
                <a:lnTo>
                  <a:pt x="2066925" y="809625"/>
                </a:lnTo>
                <a:lnTo>
                  <a:pt x="2076450" y="809625"/>
                </a:lnTo>
                <a:lnTo>
                  <a:pt x="2076450" y="847725"/>
                </a:lnTo>
                <a:lnTo>
                  <a:pt x="2085975" y="847725"/>
                </a:lnTo>
                <a:lnTo>
                  <a:pt x="2085975" y="866775"/>
                </a:lnTo>
                <a:lnTo>
                  <a:pt x="2105025" y="876300"/>
                </a:lnTo>
                <a:lnTo>
                  <a:pt x="2105025" y="895350"/>
                </a:lnTo>
                <a:lnTo>
                  <a:pt x="2114550" y="895350"/>
                </a:lnTo>
                <a:lnTo>
                  <a:pt x="2124075" y="914400"/>
                </a:lnTo>
                <a:lnTo>
                  <a:pt x="2143125" y="914400"/>
                </a:lnTo>
                <a:lnTo>
                  <a:pt x="2152650" y="933450"/>
                </a:lnTo>
                <a:lnTo>
                  <a:pt x="2171700" y="933450"/>
                </a:lnTo>
                <a:lnTo>
                  <a:pt x="2171700" y="942975"/>
                </a:lnTo>
                <a:lnTo>
                  <a:pt x="2190750" y="942975"/>
                </a:lnTo>
                <a:lnTo>
                  <a:pt x="2190750" y="952500"/>
                </a:lnTo>
                <a:lnTo>
                  <a:pt x="2295525" y="952500"/>
                </a:lnTo>
                <a:lnTo>
                  <a:pt x="2295525" y="942975"/>
                </a:lnTo>
                <a:lnTo>
                  <a:pt x="2352675" y="923925"/>
                </a:lnTo>
                <a:lnTo>
                  <a:pt x="2352675" y="914400"/>
                </a:lnTo>
                <a:lnTo>
                  <a:pt x="2390775" y="885825"/>
                </a:lnTo>
                <a:lnTo>
                  <a:pt x="2390775" y="866775"/>
                </a:lnTo>
                <a:lnTo>
                  <a:pt x="2400300" y="866775"/>
                </a:lnTo>
                <a:lnTo>
                  <a:pt x="2400300" y="847725"/>
                </a:lnTo>
                <a:lnTo>
                  <a:pt x="2409825" y="847725"/>
                </a:lnTo>
                <a:lnTo>
                  <a:pt x="2409825" y="828675"/>
                </a:lnTo>
                <a:lnTo>
                  <a:pt x="2419350" y="828675"/>
                </a:lnTo>
                <a:lnTo>
                  <a:pt x="2419350" y="762000"/>
                </a:lnTo>
                <a:lnTo>
                  <a:pt x="2419350" y="723900"/>
                </a:lnTo>
                <a:lnTo>
                  <a:pt x="2409825" y="723900"/>
                </a:lnTo>
                <a:lnTo>
                  <a:pt x="2390775" y="666750"/>
                </a:lnTo>
                <a:lnTo>
                  <a:pt x="2381250" y="666750"/>
                </a:lnTo>
                <a:lnTo>
                  <a:pt x="2362200" y="638175"/>
                </a:lnTo>
                <a:lnTo>
                  <a:pt x="2343150" y="638175"/>
                </a:lnTo>
                <a:lnTo>
                  <a:pt x="2333625" y="619125"/>
                </a:lnTo>
                <a:lnTo>
                  <a:pt x="2286000" y="609600"/>
                </a:lnTo>
                <a:lnTo>
                  <a:pt x="2286000" y="600075"/>
                </a:lnTo>
                <a:lnTo>
                  <a:pt x="2209800" y="600075"/>
                </a:lnTo>
                <a:lnTo>
                  <a:pt x="2209800" y="609600"/>
                </a:lnTo>
                <a:lnTo>
                  <a:pt x="2181225" y="609600"/>
                </a:lnTo>
                <a:lnTo>
                  <a:pt x="2181225" y="619125"/>
                </a:lnTo>
                <a:lnTo>
                  <a:pt x="2143125" y="628650"/>
                </a:lnTo>
                <a:lnTo>
                  <a:pt x="2143125" y="638175"/>
                </a:lnTo>
                <a:lnTo>
                  <a:pt x="2095500" y="676275"/>
                </a:lnTo>
                <a:lnTo>
                  <a:pt x="2095500" y="695325"/>
                </a:lnTo>
                <a:lnTo>
                  <a:pt x="2085975" y="695325"/>
                </a:lnTo>
                <a:lnTo>
                  <a:pt x="2085975" y="714375"/>
                </a:lnTo>
                <a:lnTo>
                  <a:pt x="2076450" y="714375"/>
                </a:lnTo>
                <a:lnTo>
                  <a:pt x="2076450" y="742950"/>
                </a:lnTo>
                <a:lnTo>
                  <a:pt x="2066925" y="742950"/>
                </a:lnTo>
                <a:lnTo>
                  <a:pt x="2066925" y="790575"/>
                </a:lnTo>
                <a:close/>
                <a:moveTo>
                  <a:pt x="695325" y="323850"/>
                </a:moveTo>
                <a:lnTo>
                  <a:pt x="714375" y="323850"/>
                </a:lnTo>
                <a:lnTo>
                  <a:pt x="714375" y="333375"/>
                </a:lnTo>
                <a:lnTo>
                  <a:pt x="723900" y="333375"/>
                </a:lnTo>
                <a:lnTo>
                  <a:pt x="742950" y="361950"/>
                </a:lnTo>
                <a:lnTo>
                  <a:pt x="762000" y="361950"/>
                </a:lnTo>
                <a:lnTo>
                  <a:pt x="762000" y="371475"/>
                </a:lnTo>
                <a:lnTo>
                  <a:pt x="1076325" y="361950"/>
                </a:lnTo>
                <a:lnTo>
                  <a:pt x="1114425" y="314325"/>
                </a:lnTo>
                <a:lnTo>
                  <a:pt x="1190625" y="304800"/>
                </a:lnTo>
                <a:lnTo>
                  <a:pt x="1190625" y="295275"/>
                </a:lnTo>
                <a:lnTo>
                  <a:pt x="1238250" y="295275"/>
                </a:lnTo>
                <a:lnTo>
                  <a:pt x="1238250" y="285750"/>
                </a:lnTo>
                <a:lnTo>
                  <a:pt x="1295400" y="285750"/>
                </a:lnTo>
                <a:lnTo>
                  <a:pt x="1304925" y="266700"/>
                </a:lnTo>
                <a:lnTo>
                  <a:pt x="1171575" y="266700"/>
                </a:lnTo>
                <a:lnTo>
                  <a:pt x="933450" y="266700"/>
                </a:lnTo>
                <a:lnTo>
                  <a:pt x="933450" y="276225"/>
                </a:lnTo>
                <a:lnTo>
                  <a:pt x="514350" y="285750"/>
                </a:lnTo>
                <a:lnTo>
                  <a:pt x="514350" y="304800"/>
                </a:lnTo>
                <a:lnTo>
                  <a:pt x="590550" y="304800"/>
                </a:lnTo>
                <a:lnTo>
                  <a:pt x="590550" y="314325"/>
                </a:lnTo>
                <a:lnTo>
                  <a:pt x="695325" y="323850"/>
                </a:lnTo>
                <a:close/>
                <a:moveTo>
                  <a:pt x="866775" y="228600"/>
                </a:moveTo>
                <a:lnTo>
                  <a:pt x="933450" y="228600"/>
                </a:lnTo>
                <a:lnTo>
                  <a:pt x="933450" y="219075"/>
                </a:lnTo>
                <a:lnTo>
                  <a:pt x="1133475" y="219075"/>
                </a:lnTo>
                <a:lnTo>
                  <a:pt x="1133475" y="228600"/>
                </a:lnTo>
                <a:lnTo>
                  <a:pt x="1247775" y="228600"/>
                </a:lnTo>
                <a:lnTo>
                  <a:pt x="1247775" y="219075"/>
                </a:lnTo>
                <a:lnTo>
                  <a:pt x="1295400" y="219075"/>
                </a:lnTo>
                <a:lnTo>
                  <a:pt x="1295400" y="228600"/>
                </a:lnTo>
                <a:lnTo>
                  <a:pt x="1304925" y="228600"/>
                </a:lnTo>
                <a:lnTo>
                  <a:pt x="1304925" y="209550"/>
                </a:lnTo>
                <a:lnTo>
                  <a:pt x="1314450" y="209550"/>
                </a:lnTo>
                <a:lnTo>
                  <a:pt x="1323975" y="180975"/>
                </a:lnTo>
                <a:lnTo>
                  <a:pt x="1381125" y="180975"/>
                </a:lnTo>
                <a:lnTo>
                  <a:pt x="1381125" y="133350"/>
                </a:lnTo>
                <a:lnTo>
                  <a:pt x="1362075" y="133350"/>
                </a:lnTo>
                <a:lnTo>
                  <a:pt x="1362075" y="142875"/>
                </a:lnTo>
                <a:lnTo>
                  <a:pt x="1095375" y="142875"/>
                </a:lnTo>
                <a:lnTo>
                  <a:pt x="1095375" y="133350"/>
                </a:lnTo>
                <a:lnTo>
                  <a:pt x="1085850" y="133350"/>
                </a:lnTo>
                <a:lnTo>
                  <a:pt x="1085850" y="104775"/>
                </a:lnTo>
                <a:lnTo>
                  <a:pt x="1095375" y="104775"/>
                </a:lnTo>
                <a:lnTo>
                  <a:pt x="1095375" y="95250"/>
                </a:lnTo>
                <a:lnTo>
                  <a:pt x="1238250" y="95250"/>
                </a:lnTo>
                <a:lnTo>
                  <a:pt x="1238250" y="85725"/>
                </a:lnTo>
                <a:lnTo>
                  <a:pt x="1352550" y="85725"/>
                </a:lnTo>
                <a:lnTo>
                  <a:pt x="1352550" y="95250"/>
                </a:lnTo>
                <a:lnTo>
                  <a:pt x="1381125" y="95250"/>
                </a:lnTo>
                <a:lnTo>
                  <a:pt x="1390650" y="76200"/>
                </a:lnTo>
                <a:lnTo>
                  <a:pt x="1409700" y="76200"/>
                </a:lnTo>
                <a:lnTo>
                  <a:pt x="1419225" y="104775"/>
                </a:lnTo>
                <a:lnTo>
                  <a:pt x="1447800" y="95250"/>
                </a:lnTo>
                <a:lnTo>
                  <a:pt x="1447800" y="85725"/>
                </a:lnTo>
                <a:lnTo>
                  <a:pt x="1724025" y="85725"/>
                </a:lnTo>
                <a:lnTo>
                  <a:pt x="1724025" y="95250"/>
                </a:lnTo>
                <a:lnTo>
                  <a:pt x="1733550" y="95250"/>
                </a:lnTo>
                <a:lnTo>
                  <a:pt x="1733550" y="133350"/>
                </a:lnTo>
                <a:lnTo>
                  <a:pt x="1657350" y="133350"/>
                </a:lnTo>
                <a:lnTo>
                  <a:pt x="1657350" y="142875"/>
                </a:lnTo>
                <a:lnTo>
                  <a:pt x="1438275" y="142875"/>
                </a:lnTo>
                <a:lnTo>
                  <a:pt x="1438275" y="133350"/>
                </a:lnTo>
                <a:lnTo>
                  <a:pt x="1419225" y="123825"/>
                </a:lnTo>
                <a:lnTo>
                  <a:pt x="1419225" y="180975"/>
                </a:lnTo>
                <a:lnTo>
                  <a:pt x="1485900" y="180975"/>
                </a:lnTo>
                <a:lnTo>
                  <a:pt x="1485900" y="200025"/>
                </a:lnTo>
                <a:lnTo>
                  <a:pt x="1495425" y="200025"/>
                </a:lnTo>
                <a:lnTo>
                  <a:pt x="1495425" y="304800"/>
                </a:lnTo>
                <a:lnTo>
                  <a:pt x="1485900" y="304800"/>
                </a:lnTo>
                <a:lnTo>
                  <a:pt x="1457325" y="342900"/>
                </a:lnTo>
                <a:lnTo>
                  <a:pt x="1343025" y="342900"/>
                </a:lnTo>
                <a:lnTo>
                  <a:pt x="1333500" y="323850"/>
                </a:lnTo>
                <a:lnTo>
                  <a:pt x="1285875" y="323850"/>
                </a:lnTo>
                <a:lnTo>
                  <a:pt x="1285875" y="333375"/>
                </a:lnTo>
                <a:lnTo>
                  <a:pt x="1238250" y="333375"/>
                </a:lnTo>
                <a:lnTo>
                  <a:pt x="1238250" y="342900"/>
                </a:lnTo>
                <a:lnTo>
                  <a:pt x="1143000" y="352425"/>
                </a:lnTo>
                <a:lnTo>
                  <a:pt x="1143000" y="361950"/>
                </a:lnTo>
                <a:lnTo>
                  <a:pt x="1114425" y="381000"/>
                </a:lnTo>
                <a:lnTo>
                  <a:pt x="1114425" y="400050"/>
                </a:lnTo>
                <a:lnTo>
                  <a:pt x="1123950" y="400050"/>
                </a:lnTo>
                <a:lnTo>
                  <a:pt x="1133475" y="447675"/>
                </a:lnTo>
                <a:lnTo>
                  <a:pt x="1143000" y="447675"/>
                </a:lnTo>
                <a:lnTo>
                  <a:pt x="1143000" y="466725"/>
                </a:lnTo>
                <a:lnTo>
                  <a:pt x="1152525" y="466725"/>
                </a:lnTo>
                <a:lnTo>
                  <a:pt x="1152525" y="495300"/>
                </a:lnTo>
                <a:lnTo>
                  <a:pt x="1162050" y="495300"/>
                </a:lnTo>
                <a:lnTo>
                  <a:pt x="1162050" y="514350"/>
                </a:lnTo>
                <a:lnTo>
                  <a:pt x="1171575" y="514350"/>
                </a:lnTo>
                <a:lnTo>
                  <a:pt x="1181100" y="571500"/>
                </a:lnTo>
                <a:lnTo>
                  <a:pt x="1200150" y="571500"/>
                </a:lnTo>
                <a:lnTo>
                  <a:pt x="1200150" y="581025"/>
                </a:lnTo>
                <a:lnTo>
                  <a:pt x="1219200" y="590550"/>
                </a:lnTo>
                <a:lnTo>
                  <a:pt x="1219200" y="619125"/>
                </a:lnTo>
                <a:lnTo>
                  <a:pt x="1190625" y="628650"/>
                </a:lnTo>
                <a:lnTo>
                  <a:pt x="1190625" y="638175"/>
                </a:lnTo>
                <a:lnTo>
                  <a:pt x="1152525" y="638175"/>
                </a:lnTo>
                <a:lnTo>
                  <a:pt x="1152525" y="647700"/>
                </a:lnTo>
                <a:lnTo>
                  <a:pt x="1143000" y="647700"/>
                </a:lnTo>
                <a:lnTo>
                  <a:pt x="1143000" y="638175"/>
                </a:lnTo>
                <a:lnTo>
                  <a:pt x="1123950" y="628650"/>
                </a:lnTo>
                <a:lnTo>
                  <a:pt x="1133475" y="561975"/>
                </a:lnTo>
                <a:lnTo>
                  <a:pt x="1123950" y="561975"/>
                </a:lnTo>
                <a:lnTo>
                  <a:pt x="1123950" y="542925"/>
                </a:lnTo>
                <a:lnTo>
                  <a:pt x="1114425" y="542925"/>
                </a:lnTo>
                <a:lnTo>
                  <a:pt x="1104900" y="485775"/>
                </a:lnTo>
                <a:lnTo>
                  <a:pt x="1095375" y="485775"/>
                </a:lnTo>
                <a:lnTo>
                  <a:pt x="1095375" y="466725"/>
                </a:lnTo>
                <a:lnTo>
                  <a:pt x="1085850" y="466725"/>
                </a:lnTo>
                <a:lnTo>
                  <a:pt x="1066800" y="409575"/>
                </a:lnTo>
                <a:lnTo>
                  <a:pt x="933450" y="409575"/>
                </a:lnTo>
                <a:lnTo>
                  <a:pt x="933450" y="561975"/>
                </a:lnTo>
                <a:lnTo>
                  <a:pt x="1000125" y="561975"/>
                </a:lnTo>
                <a:lnTo>
                  <a:pt x="1000125" y="571500"/>
                </a:lnTo>
                <a:lnTo>
                  <a:pt x="1009650" y="571500"/>
                </a:lnTo>
                <a:lnTo>
                  <a:pt x="1009650" y="638175"/>
                </a:lnTo>
                <a:lnTo>
                  <a:pt x="1000125" y="638175"/>
                </a:lnTo>
                <a:lnTo>
                  <a:pt x="1000125" y="657225"/>
                </a:lnTo>
                <a:lnTo>
                  <a:pt x="1066800" y="657225"/>
                </a:lnTo>
                <a:lnTo>
                  <a:pt x="1066800" y="666750"/>
                </a:lnTo>
                <a:lnTo>
                  <a:pt x="1085850" y="676275"/>
                </a:lnTo>
                <a:lnTo>
                  <a:pt x="1085850" y="695325"/>
                </a:lnTo>
                <a:lnTo>
                  <a:pt x="1095375" y="695325"/>
                </a:lnTo>
                <a:lnTo>
                  <a:pt x="1095375" y="1047750"/>
                </a:lnTo>
                <a:lnTo>
                  <a:pt x="1085850" y="1047750"/>
                </a:lnTo>
                <a:lnTo>
                  <a:pt x="1085850" y="1066800"/>
                </a:lnTo>
                <a:lnTo>
                  <a:pt x="1076325" y="1066800"/>
                </a:lnTo>
                <a:lnTo>
                  <a:pt x="1066800" y="1085850"/>
                </a:lnTo>
                <a:lnTo>
                  <a:pt x="1047750" y="1085850"/>
                </a:lnTo>
                <a:lnTo>
                  <a:pt x="1047750" y="1095375"/>
                </a:lnTo>
                <a:lnTo>
                  <a:pt x="981075" y="1095375"/>
                </a:lnTo>
                <a:lnTo>
                  <a:pt x="971550" y="1095375"/>
                </a:lnTo>
                <a:lnTo>
                  <a:pt x="971550" y="1085850"/>
                </a:lnTo>
                <a:lnTo>
                  <a:pt x="790575" y="1095375"/>
                </a:lnTo>
                <a:lnTo>
                  <a:pt x="790575" y="1085850"/>
                </a:lnTo>
                <a:lnTo>
                  <a:pt x="771525" y="1085850"/>
                </a:lnTo>
                <a:lnTo>
                  <a:pt x="771525" y="1076325"/>
                </a:lnTo>
                <a:lnTo>
                  <a:pt x="752475" y="1066800"/>
                </a:lnTo>
                <a:lnTo>
                  <a:pt x="752475" y="685800"/>
                </a:lnTo>
                <a:lnTo>
                  <a:pt x="762000" y="685800"/>
                </a:lnTo>
                <a:lnTo>
                  <a:pt x="781050" y="657225"/>
                </a:lnTo>
                <a:lnTo>
                  <a:pt x="838200" y="657225"/>
                </a:lnTo>
                <a:lnTo>
                  <a:pt x="838200" y="638175"/>
                </a:lnTo>
                <a:lnTo>
                  <a:pt x="828675" y="638175"/>
                </a:lnTo>
                <a:lnTo>
                  <a:pt x="828675" y="571500"/>
                </a:lnTo>
                <a:lnTo>
                  <a:pt x="838200" y="571500"/>
                </a:lnTo>
                <a:lnTo>
                  <a:pt x="838200" y="561975"/>
                </a:lnTo>
                <a:lnTo>
                  <a:pt x="895350" y="561975"/>
                </a:lnTo>
                <a:lnTo>
                  <a:pt x="895350" y="552450"/>
                </a:lnTo>
                <a:lnTo>
                  <a:pt x="904875" y="552450"/>
                </a:lnTo>
                <a:lnTo>
                  <a:pt x="904875" y="419100"/>
                </a:lnTo>
                <a:lnTo>
                  <a:pt x="762000" y="419100"/>
                </a:lnTo>
                <a:lnTo>
                  <a:pt x="752475" y="447675"/>
                </a:lnTo>
                <a:lnTo>
                  <a:pt x="742950" y="447675"/>
                </a:lnTo>
                <a:lnTo>
                  <a:pt x="742950" y="466725"/>
                </a:lnTo>
                <a:lnTo>
                  <a:pt x="733425" y="466725"/>
                </a:lnTo>
                <a:lnTo>
                  <a:pt x="733425" y="504825"/>
                </a:lnTo>
                <a:lnTo>
                  <a:pt x="723900" y="504825"/>
                </a:lnTo>
                <a:lnTo>
                  <a:pt x="723900" y="533400"/>
                </a:lnTo>
                <a:lnTo>
                  <a:pt x="714375" y="533400"/>
                </a:lnTo>
                <a:lnTo>
                  <a:pt x="714375" y="552450"/>
                </a:lnTo>
                <a:lnTo>
                  <a:pt x="704850" y="552450"/>
                </a:lnTo>
                <a:lnTo>
                  <a:pt x="704850" y="581025"/>
                </a:lnTo>
                <a:lnTo>
                  <a:pt x="695325" y="581025"/>
                </a:lnTo>
                <a:lnTo>
                  <a:pt x="695325" y="600075"/>
                </a:lnTo>
                <a:lnTo>
                  <a:pt x="714375" y="609600"/>
                </a:lnTo>
                <a:lnTo>
                  <a:pt x="714375" y="638175"/>
                </a:lnTo>
                <a:lnTo>
                  <a:pt x="704850" y="638175"/>
                </a:lnTo>
                <a:lnTo>
                  <a:pt x="704850" y="647700"/>
                </a:lnTo>
                <a:lnTo>
                  <a:pt x="638175" y="647700"/>
                </a:lnTo>
                <a:lnTo>
                  <a:pt x="638175" y="638175"/>
                </a:lnTo>
                <a:lnTo>
                  <a:pt x="619125" y="628650"/>
                </a:lnTo>
                <a:lnTo>
                  <a:pt x="619125" y="590550"/>
                </a:lnTo>
                <a:lnTo>
                  <a:pt x="638175" y="590550"/>
                </a:lnTo>
                <a:lnTo>
                  <a:pt x="638175" y="581025"/>
                </a:lnTo>
                <a:lnTo>
                  <a:pt x="657225" y="571500"/>
                </a:lnTo>
                <a:lnTo>
                  <a:pt x="657225" y="542925"/>
                </a:lnTo>
                <a:lnTo>
                  <a:pt x="666750" y="542925"/>
                </a:lnTo>
                <a:lnTo>
                  <a:pt x="666750" y="514350"/>
                </a:lnTo>
                <a:lnTo>
                  <a:pt x="676275" y="514350"/>
                </a:lnTo>
                <a:lnTo>
                  <a:pt x="685800" y="457200"/>
                </a:lnTo>
                <a:lnTo>
                  <a:pt x="695325" y="457200"/>
                </a:lnTo>
                <a:lnTo>
                  <a:pt x="704850" y="409575"/>
                </a:lnTo>
                <a:lnTo>
                  <a:pt x="714375" y="409575"/>
                </a:lnTo>
                <a:lnTo>
                  <a:pt x="714375" y="390525"/>
                </a:lnTo>
                <a:lnTo>
                  <a:pt x="695325" y="390525"/>
                </a:lnTo>
                <a:lnTo>
                  <a:pt x="685800" y="361950"/>
                </a:lnTo>
                <a:lnTo>
                  <a:pt x="600075" y="361950"/>
                </a:lnTo>
                <a:lnTo>
                  <a:pt x="600075" y="352425"/>
                </a:lnTo>
                <a:lnTo>
                  <a:pt x="495300" y="342900"/>
                </a:lnTo>
                <a:lnTo>
                  <a:pt x="495300" y="352425"/>
                </a:lnTo>
                <a:lnTo>
                  <a:pt x="466725" y="361950"/>
                </a:lnTo>
                <a:lnTo>
                  <a:pt x="466725" y="371475"/>
                </a:lnTo>
                <a:lnTo>
                  <a:pt x="371475" y="371475"/>
                </a:lnTo>
                <a:lnTo>
                  <a:pt x="371475" y="361950"/>
                </a:lnTo>
                <a:lnTo>
                  <a:pt x="352425" y="361950"/>
                </a:lnTo>
                <a:lnTo>
                  <a:pt x="352425" y="352425"/>
                </a:lnTo>
                <a:lnTo>
                  <a:pt x="333375" y="342900"/>
                </a:lnTo>
                <a:lnTo>
                  <a:pt x="333375" y="323850"/>
                </a:lnTo>
                <a:lnTo>
                  <a:pt x="323850" y="323850"/>
                </a:lnTo>
                <a:lnTo>
                  <a:pt x="323850" y="238125"/>
                </a:lnTo>
                <a:lnTo>
                  <a:pt x="333375" y="238125"/>
                </a:lnTo>
                <a:lnTo>
                  <a:pt x="342900" y="209550"/>
                </a:lnTo>
                <a:lnTo>
                  <a:pt x="400050" y="200025"/>
                </a:lnTo>
                <a:lnTo>
                  <a:pt x="400050" y="161925"/>
                </a:lnTo>
                <a:lnTo>
                  <a:pt x="381000" y="161925"/>
                </a:lnTo>
                <a:lnTo>
                  <a:pt x="381000" y="171450"/>
                </a:lnTo>
                <a:lnTo>
                  <a:pt x="85725" y="171450"/>
                </a:lnTo>
                <a:lnTo>
                  <a:pt x="85725" y="133350"/>
                </a:lnTo>
                <a:lnTo>
                  <a:pt x="95250" y="133350"/>
                </a:lnTo>
                <a:lnTo>
                  <a:pt x="95250" y="123825"/>
                </a:lnTo>
                <a:lnTo>
                  <a:pt x="257175" y="123825"/>
                </a:lnTo>
                <a:lnTo>
                  <a:pt x="257175" y="114300"/>
                </a:lnTo>
                <a:lnTo>
                  <a:pt x="371475" y="114300"/>
                </a:lnTo>
                <a:lnTo>
                  <a:pt x="371475" y="123825"/>
                </a:lnTo>
                <a:lnTo>
                  <a:pt x="400050" y="123825"/>
                </a:lnTo>
                <a:lnTo>
                  <a:pt x="400050" y="104775"/>
                </a:lnTo>
                <a:lnTo>
                  <a:pt x="428625" y="104775"/>
                </a:lnTo>
                <a:lnTo>
                  <a:pt x="438150" y="123825"/>
                </a:lnTo>
                <a:lnTo>
                  <a:pt x="457200" y="123825"/>
                </a:lnTo>
                <a:lnTo>
                  <a:pt x="457200" y="114300"/>
                </a:lnTo>
                <a:lnTo>
                  <a:pt x="733425" y="114300"/>
                </a:lnTo>
                <a:lnTo>
                  <a:pt x="742950" y="142875"/>
                </a:lnTo>
                <a:lnTo>
                  <a:pt x="733425" y="142875"/>
                </a:lnTo>
                <a:lnTo>
                  <a:pt x="723900" y="161925"/>
                </a:lnTo>
                <a:lnTo>
                  <a:pt x="457200" y="171450"/>
                </a:lnTo>
                <a:lnTo>
                  <a:pt x="457200" y="161925"/>
                </a:lnTo>
                <a:lnTo>
                  <a:pt x="438150" y="152400"/>
                </a:lnTo>
                <a:lnTo>
                  <a:pt x="438150" y="200025"/>
                </a:lnTo>
                <a:lnTo>
                  <a:pt x="485775" y="200025"/>
                </a:lnTo>
                <a:lnTo>
                  <a:pt x="485775" y="209550"/>
                </a:lnTo>
                <a:lnTo>
                  <a:pt x="504825" y="209550"/>
                </a:lnTo>
                <a:lnTo>
                  <a:pt x="514350" y="247650"/>
                </a:lnTo>
                <a:lnTo>
                  <a:pt x="542925" y="247650"/>
                </a:lnTo>
                <a:lnTo>
                  <a:pt x="542925" y="238125"/>
                </a:lnTo>
                <a:lnTo>
                  <a:pt x="704850" y="238125"/>
                </a:lnTo>
                <a:lnTo>
                  <a:pt x="704850" y="228600"/>
                </a:lnTo>
                <a:lnTo>
                  <a:pt x="866775" y="228600"/>
                </a:lnTo>
                <a:close/>
                <a:moveTo>
                  <a:pt x="1047750" y="714375"/>
                </a:moveTo>
                <a:lnTo>
                  <a:pt x="1047750" y="704850"/>
                </a:lnTo>
                <a:lnTo>
                  <a:pt x="800100" y="704850"/>
                </a:lnTo>
                <a:lnTo>
                  <a:pt x="800100" y="1038225"/>
                </a:lnTo>
                <a:lnTo>
                  <a:pt x="809625" y="1038225"/>
                </a:lnTo>
                <a:lnTo>
                  <a:pt x="809625" y="1047750"/>
                </a:lnTo>
                <a:lnTo>
                  <a:pt x="1028700" y="1047750"/>
                </a:lnTo>
                <a:lnTo>
                  <a:pt x="1028700" y="1038225"/>
                </a:lnTo>
                <a:lnTo>
                  <a:pt x="1047750" y="1028700"/>
                </a:lnTo>
                <a:lnTo>
                  <a:pt x="1047750" y="714375"/>
                </a:lnTo>
                <a:close/>
                <a:moveTo>
                  <a:pt x="923925" y="1323975"/>
                </a:moveTo>
                <a:lnTo>
                  <a:pt x="923925" y="1333500"/>
                </a:lnTo>
                <a:lnTo>
                  <a:pt x="914400" y="1333500"/>
                </a:lnTo>
                <a:lnTo>
                  <a:pt x="914400" y="1323975"/>
                </a:lnTo>
                <a:lnTo>
                  <a:pt x="895350" y="1314450"/>
                </a:lnTo>
                <a:lnTo>
                  <a:pt x="895350" y="1171575"/>
                </a:lnTo>
                <a:lnTo>
                  <a:pt x="914400" y="1171575"/>
                </a:lnTo>
                <a:lnTo>
                  <a:pt x="914400" y="1162050"/>
                </a:lnTo>
                <a:lnTo>
                  <a:pt x="923925" y="1162050"/>
                </a:lnTo>
                <a:lnTo>
                  <a:pt x="923925" y="1171575"/>
                </a:lnTo>
                <a:lnTo>
                  <a:pt x="942975" y="1181100"/>
                </a:lnTo>
                <a:lnTo>
                  <a:pt x="942975" y="1314450"/>
                </a:lnTo>
                <a:lnTo>
                  <a:pt x="923925" y="1323975"/>
                </a:lnTo>
                <a:close/>
                <a:moveTo>
                  <a:pt x="666750" y="1228725"/>
                </a:moveTo>
                <a:lnTo>
                  <a:pt x="657225" y="1247775"/>
                </a:lnTo>
                <a:lnTo>
                  <a:pt x="628650" y="1247775"/>
                </a:lnTo>
                <a:lnTo>
                  <a:pt x="628650" y="1209675"/>
                </a:lnTo>
                <a:lnTo>
                  <a:pt x="676275" y="1171575"/>
                </a:lnTo>
                <a:lnTo>
                  <a:pt x="676275" y="1152525"/>
                </a:lnTo>
                <a:lnTo>
                  <a:pt x="685800" y="1152525"/>
                </a:lnTo>
                <a:lnTo>
                  <a:pt x="695325" y="1133475"/>
                </a:lnTo>
                <a:lnTo>
                  <a:pt x="704850" y="1133475"/>
                </a:lnTo>
                <a:lnTo>
                  <a:pt x="704850" y="1123950"/>
                </a:lnTo>
                <a:lnTo>
                  <a:pt x="733425" y="1123950"/>
                </a:lnTo>
                <a:lnTo>
                  <a:pt x="742950" y="1152525"/>
                </a:lnTo>
                <a:lnTo>
                  <a:pt x="733425" y="1152525"/>
                </a:lnTo>
                <a:lnTo>
                  <a:pt x="733425" y="1162050"/>
                </a:lnTo>
                <a:lnTo>
                  <a:pt x="714375" y="1171575"/>
                </a:lnTo>
                <a:lnTo>
                  <a:pt x="714375" y="1190625"/>
                </a:lnTo>
                <a:lnTo>
                  <a:pt x="666750" y="1228725"/>
                </a:lnTo>
                <a:close/>
                <a:moveTo>
                  <a:pt x="2609850" y="1276350"/>
                </a:moveTo>
                <a:lnTo>
                  <a:pt x="2590800" y="1276350"/>
                </a:lnTo>
                <a:lnTo>
                  <a:pt x="2590800" y="1285875"/>
                </a:lnTo>
                <a:lnTo>
                  <a:pt x="2552700" y="1285875"/>
                </a:lnTo>
                <a:lnTo>
                  <a:pt x="2543175" y="1238250"/>
                </a:lnTo>
                <a:lnTo>
                  <a:pt x="2552700" y="1238250"/>
                </a:lnTo>
                <a:lnTo>
                  <a:pt x="2552700" y="1228725"/>
                </a:lnTo>
                <a:lnTo>
                  <a:pt x="2609850" y="1228725"/>
                </a:lnTo>
                <a:lnTo>
                  <a:pt x="2609850" y="1219200"/>
                </a:lnTo>
                <a:lnTo>
                  <a:pt x="2619375" y="1219200"/>
                </a:lnTo>
                <a:lnTo>
                  <a:pt x="2619375" y="1200150"/>
                </a:lnTo>
                <a:lnTo>
                  <a:pt x="2609850" y="1200150"/>
                </a:lnTo>
                <a:lnTo>
                  <a:pt x="2609850" y="1152525"/>
                </a:lnTo>
                <a:lnTo>
                  <a:pt x="2619375" y="1152525"/>
                </a:lnTo>
                <a:lnTo>
                  <a:pt x="2619375" y="1143000"/>
                </a:lnTo>
                <a:lnTo>
                  <a:pt x="2667000" y="1143000"/>
                </a:lnTo>
                <a:lnTo>
                  <a:pt x="2676525" y="1219200"/>
                </a:lnTo>
                <a:lnTo>
                  <a:pt x="2686050" y="1219200"/>
                </a:lnTo>
                <a:lnTo>
                  <a:pt x="2686050" y="1209675"/>
                </a:lnTo>
                <a:lnTo>
                  <a:pt x="2743200" y="1209675"/>
                </a:lnTo>
                <a:lnTo>
                  <a:pt x="2743200" y="1228725"/>
                </a:lnTo>
                <a:lnTo>
                  <a:pt x="2752725" y="1228725"/>
                </a:lnTo>
                <a:lnTo>
                  <a:pt x="2752725" y="1257300"/>
                </a:lnTo>
                <a:lnTo>
                  <a:pt x="2743200" y="1257300"/>
                </a:lnTo>
                <a:lnTo>
                  <a:pt x="2743200" y="1266825"/>
                </a:lnTo>
                <a:lnTo>
                  <a:pt x="2686050" y="1266825"/>
                </a:lnTo>
                <a:lnTo>
                  <a:pt x="2686050" y="1343025"/>
                </a:lnTo>
                <a:lnTo>
                  <a:pt x="2638425" y="1352550"/>
                </a:lnTo>
                <a:lnTo>
                  <a:pt x="2638425" y="1343025"/>
                </a:lnTo>
                <a:lnTo>
                  <a:pt x="2628900" y="1343025"/>
                </a:lnTo>
                <a:lnTo>
                  <a:pt x="2628900" y="1285875"/>
                </a:lnTo>
                <a:lnTo>
                  <a:pt x="2609850" y="1276350"/>
                </a:lnTo>
                <a:close/>
                <a:moveTo>
                  <a:pt x="2733675" y="1447800"/>
                </a:moveTo>
                <a:lnTo>
                  <a:pt x="2771775" y="1438275"/>
                </a:lnTo>
                <a:lnTo>
                  <a:pt x="2771775" y="1428750"/>
                </a:lnTo>
                <a:lnTo>
                  <a:pt x="2790825" y="1419225"/>
                </a:lnTo>
                <a:lnTo>
                  <a:pt x="2790825" y="1400175"/>
                </a:lnTo>
                <a:lnTo>
                  <a:pt x="2800350" y="1400175"/>
                </a:lnTo>
                <a:lnTo>
                  <a:pt x="2800350" y="1323975"/>
                </a:lnTo>
                <a:lnTo>
                  <a:pt x="2790825" y="1323975"/>
                </a:lnTo>
                <a:lnTo>
                  <a:pt x="2790825" y="1257300"/>
                </a:lnTo>
                <a:lnTo>
                  <a:pt x="2781300" y="1257300"/>
                </a:lnTo>
                <a:lnTo>
                  <a:pt x="2781300" y="1181100"/>
                </a:lnTo>
                <a:lnTo>
                  <a:pt x="2771775" y="1181100"/>
                </a:lnTo>
                <a:lnTo>
                  <a:pt x="2771775" y="1095375"/>
                </a:lnTo>
                <a:lnTo>
                  <a:pt x="2762250" y="1095375"/>
                </a:lnTo>
                <a:lnTo>
                  <a:pt x="2762250" y="1066800"/>
                </a:lnTo>
                <a:lnTo>
                  <a:pt x="2752725" y="1066800"/>
                </a:lnTo>
                <a:lnTo>
                  <a:pt x="2733675" y="1038225"/>
                </a:lnTo>
                <a:lnTo>
                  <a:pt x="2714625" y="1038225"/>
                </a:lnTo>
                <a:lnTo>
                  <a:pt x="2714625" y="1028700"/>
                </a:lnTo>
                <a:lnTo>
                  <a:pt x="2543175" y="1038225"/>
                </a:lnTo>
                <a:lnTo>
                  <a:pt x="2543175" y="1047750"/>
                </a:lnTo>
                <a:lnTo>
                  <a:pt x="2486025" y="1047750"/>
                </a:lnTo>
                <a:lnTo>
                  <a:pt x="2486025" y="1057275"/>
                </a:lnTo>
                <a:lnTo>
                  <a:pt x="2476500" y="1057275"/>
                </a:lnTo>
                <a:lnTo>
                  <a:pt x="2476500" y="1095375"/>
                </a:lnTo>
                <a:lnTo>
                  <a:pt x="2486025" y="1095375"/>
                </a:lnTo>
                <a:lnTo>
                  <a:pt x="2486025" y="1171575"/>
                </a:lnTo>
                <a:lnTo>
                  <a:pt x="2495550" y="1171575"/>
                </a:lnTo>
                <a:lnTo>
                  <a:pt x="2495550" y="1257300"/>
                </a:lnTo>
                <a:lnTo>
                  <a:pt x="2505075" y="1257300"/>
                </a:lnTo>
                <a:lnTo>
                  <a:pt x="2505075" y="1333500"/>
                </a:lnTo>
                <a:lnTo>
                  <a:pt x="2514600" y="1333500"/>
                </a:lnTo>
                <a:lnTo>
                  <a:pt x="2514600" y="1409700"/>
                </a:lnTo>
                <a:lnTo>
                  <a:pt x="2524125" y="1409700"/>
                </a:lnTo>
                <a:lnTo>
                  <a:pt x="2524125" y="1466850"/>
                </a:lnTo>
                <a:lnTo>
                  <a:pt x="2600325" y="1466850"/>
                </a:lnTo>
                <a:lnTo>
                  <a:pt x="2600325" y="1457325"/>
                </a:lnTo>
                <a:lnTo>
                  <a:pt x="2733675" y="1447800"/>
                </a:lnTo>
                <a:close/>
                <a:moveTo>
                  <a:pt x="1419225" y="295275"/>
                </a:moveTo>
                <a:lnTo>
                  <a:pt x="1447800" y="285750"/>
                </a:lnTo>
                <a:lnTo>
                  <a:pt x="1447800" y="228600"/>
                </a:lnTo>
                <a:lnTo>
                  <a:pt x="1438275" y="228600"/>
                </a:lnTo>
                <a:lnTo>
                  <a:pt x="1438275" y="219075"/>
                </a:lnTo>
                <a:lnTo>
                  <a:pt x="1381125" y="219075"/>
                </a:lnTo>
                <a:lnTo>
                  <a:pt x="1352550" y="228600"/>
                </a:lnTo>
                <a:lnTo>
                  <a:pt x="1352550" y="285750"/>
                </a:lnTo>
                <a:lnTo>
                  <a:pt x="1362075" y="285750"/>
                </a:lnTo>
                <a:lnTo>
                  <a:pt x="1362075" y="295275"/>
                </a:lnTo>
                <a:lnTo>
                  <a:pt x="1419225" y="295275"/>
                </a:lnTo>
                <a:close/>
                <a:moveTo>
                  <a:pt x="466725" y="285750"/>
                </a:moveTo>
                <a:lnTo>
                  <a:pt x="466725" y="247650"/>
                </a:lnTo>
                <a:lnTo>
                  <a:pt x="371475" y="247650"/>
                </a:lnTo>
                <a:lnTo>
                  <a:pt x="371475" y="285750"/>
                </a:lnTo>
                <a:lnTo>
                  <a:pt x="371475" y="314325"/>
                </a:lnTo>
                <a:lnTo>
                  <a:pt x="381000" y="314325"/>
                </a:lnTo>
                <a:lnTo>
                  <a:pt x="381000" y="323850"/>
                </a:lnTo>
                <a:lnTo>
                  <a:pt x="457200" y="323850"/>
                </a:lnTo>
                <a:lnTo>
                  <a:pt x="457200" y="314325"/>
                </a:lnTo>
                <a:lnTo>
                  <a:pt x="466725" y="314325"/>
                </a:lnTo>
                <a:lnTo>
                  <a:pt x="466725" y="285750"/>
                </a:lnTo>
                <a:close/>
                <a:moveTo>
                  <a:pt x="1200150" y="1219200"/>
                </a:moveTo>
                <a:lnTo>
                  <a:pt x="1209675" y="1219200"/>
                </a:lnTo>
                <a:lnTo>
                  <a:pt x="1209675" y="1238250"/>
                </a:lnTo>
                <a:lnTo>
                  <a:pt x="1181100" y="1247775"/>
                </a:lnTo>
                <a:lnTo>
                  <a:pt x="1181100" y="1238250"/>
                </a:lnTo>
                <a:lnTo>
                  <a:pt x="1133475" y="1200150"/>
                </a:lnTo>
                <a:lnTo>
                  <a:pt x="1133475" y="1181100"/>
                </a:lnTo>
                <a:lnTo>
                  <a:pt x="1123950" y="1181100"/>
                </a:lnTo>
                <a:lnTo>
                  <a:pt x="1104900" y="1152525"/>
                </a:lnTo>
                <a:lnTo>
                  <a:pt x="1095375" y="1152525"/>
                </a:lnTo>
                <a:lnTo>
                  <a:pt x="1095375" y="1133475"/>
                </a:lnTo>
                <a:lnTo>
                  <a:pt x="1104900" y="1133475"/>
                </a:lnTo>
                <a:lnTo>
                  <a:pt x="1104900" y="1123950"/>
                </a:lnTo>
                <a:lnTo>
                  <a:pt x="1133475" y="1123950"/>
                </a:lnTo>
                <a:lnTo>
                  <a:pt x="1133475" y="1133475"/>
                </a:lnTo>
                <a:lnTo>
                  <a:pt x="1152525" y="1143000"/>
                </a:lnTo>
                <a:lnTo>
                  <a:pt x="1152525" y="1162050"/>
                </a:lnTo>
                <a:lnTo>
                  <a:pt x="1200150" y="1200150"/>
                </a:lnTo>
                <a:lnTo>
                  <a:pt x="1200150" y="1219200"/>
                </a:lnTo>
                <a:close/>
                <a:moveTo>
                  <a:pt x="952500" y="647700"/>
                </a:moveTo>
                <a:lnTo>
                  <a:pt x="885825" y="647700"/>
                </a:lnTo>
                <a:lnTo>
                  <a:pt x="885825" y="657225"/>
                </a:lnTo>
                <a:lnTo>
                  <a:pt x="895350" y="657225"/>
                </a:lnTo>
                <a:lnTo>
                  <a:pt x="962025" y="657225"/>
                </a:lnTo>
                <a:lnTo>
                  <a:pt x="962025" y="647700"/>
                </a:lnTo>
                <a:lnTo>
                  <a:pt x="952500" y="647700"/>
                </a:lnTo>
                <a:close/>
                <a:moveTo>
                  <a:pt x="2247900" y="1085850"/>
                </a:moveTo>
                <a:lnTo>
                  <a:pt x="2238375" y="1085850"/>
                </a:lnTo>
                <a:lnTo>
                  <a:pt x="2238375" y="1104900"/>
                </a:lnTo>
                <a:lnTo>
                  <a:pt x="2286000" y="1095375"/>
                </a:lnTo>
                <a:lnTo>
                  <a:pt x="2295525" y="1076325"/>
                </a:lnTo>
                <a:lnTo>
                  <a:pt x="2257425" y="1076325"/>
                </a:lnTo>
                <a:lnTo>
                  <a:pt x="2257425" y="1085850"/>
                </a:lnTo>
                <a:lnTo>
                  <a:pt x="2247900" y="1085850"/>
                </a:lnTo>
                <a:close/>
              </a:path>
            </a:pathLst>
          </a:custGeom>
          <a:solidFill xmlns:a="http://schemas.openxmlformats.org/drawingml/2006/main">
            <a:srgbClr val="102536"/>
          </a:solidFill>
          <a:ln xmlns:a="http://schemas.openxmlformats.org/drawingml/2006/main" w="0">
            <a:noFill/>
          </a:ln>
        </p:spPr>
      </p:sp>
      <p:sp>
        <p:nvSpPr>
          <p:cNvPr id="12" name="delivery">
            <a:extLst xmlns:a="http://schemas.openxmlformats.org/drawingml/2006/main">
              <a:ext uri="{FF2B5EF4-FFF2-40B4-BE49-F238E27FC236}">
                <a16:creationId xmlns:a16="http://schemas.microsoft.com/office/drawing/2014/main" id="{8B3A3408-FB09-4924-8AB8-7F66744F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43375"/>
            <a:ext cx="2952750" cy="1809750"/>
          </a:xfrm>
          <a:custGeom xmlns:a="http://schemas.openxmlformats.org/drawingml/2006/main">
            <a:pathLst>
              <a:path w="2952750" h="1809750">
                <a:moveTo>
                  <a:pt x="0" y="533400"/>
                </a:moveTo>
                <a:lnTo>
                  <a:pt x="0" y="381000"/>
                </a:lnTo>
                <a:lnTo>
                  <a:pt x="9525" y="381000"/>
                </a:lnTo>
                <a:lnTo>
                  <a:pt x="9525" y="390525"/>
                </a:lnTo>
                <a:lnTo>
                  <a:pt x="28575" y="400050"/>
                </a:lnTo>
                <a:lnTo>
                  <a:pt x="28575" y="419100"/>
                </a:lnTo>
                <a:lnTo>
                  <a:pt x="38100" y="419100"/>
                </a:lnTo>
                <a:lnTo>
                  <a:pt x="57150" y="447675"/>
                </a:lnTo>
                <a:lnTo>
                  <a:pt x="76200" y="447675"/>
                </a:lnTo>
                <a:lnTo>
                  <a:pt x="76200" y="457200"/>
                </a:lnTo>
                <a:lnTo>
                  <a:pt x="85725" y="457200"/>
                </a:lnTo>
                <a:lnTo>
                  <a:pt x="85725" y="466725"/>
                </a:lnTo>
                <a:lnTo>
                  <a:pt x="95250" y="466725"/>
                </a:lnTo>
                <a:lnTo>
                  <a:pt x="142875" y="523875"/>
                </a:lnTo>
                <a:lnTo>
                  <a:pt x="161925" y="523875"/>
                </a:lnTo>
                <a:lnTo>
                  <a:pt x="161925" y="533400"/>
                </a:lnTo>
                <a:lnTo>
                  <a:pt x="190500" y="552450"/>
                </a:lnTo>
                <a:lnTo>
                  <a:pt x="190500" y="561975"/>
                </a:lnTo>
                <a:lnTo>
                  <a:pt x="209550" y="561975"/>
                </a:lnTo>
                <a:lnTo>
                  <a:pt x="219075" y="581025"/>
                </a:lnTo>
                <a:lnTo>
                  <a:pt x="190500" y="600075"/>
                </a:lnTo>
                <a:lnTo>
                  <a:pt x="190500" y="619125"/>
                </a:lnTo>
                <a:lnTo>
                  <a:pt x="161925" y="638175"/>
                </a:lnTo>
                <a:lnTo>
                  <a:pt x="161925" y="657225"/>
                </a:lnTo>
                <a:lnTo>
                  <a:pt x="152400" y="657225"/>
                </a:lnTo>
                <a:lnTo>
                  <a:pt x="142875" y="676275"/>
                </a:lnTo>
                <a:lnTo>
                  <a:pt x="123825" y="676275"/>
                </a:lnTo>
                <a:lnTo>
                  <a:pt x="123825" y="666750"/>
                </a:lnTo>
                <a:lnTo>
                  <a:pt x="104775" y="666750"/>
                </a:lnTo>
                <a:lnTo>
                  <a:pt x="85725" y="638175"/>
                </a:lnTo>
                <a:lnTo>
                  <a:pt x="66675" y="638175"/>
                </a:lnTo>
                <a:lnTo>
                  <a:pt x="38100" y="600075"/>
                </a:lnTo>
                <a:lnTo>
                  <a:pt x="19050" y="600075"/>
                </a:lnTo>
                <a:lnTo>
                  <a:pt x="19050" y="590550"/>
                </a:lnTo>
                <a:lnTo>
                  <a:pt x="0" y="581025"/>
                </a:lnTo>
                <a:lnTo>
                  <a:pt x="0" y="533400"/>
                </a:lnTo>
                <a:close/>
              </a:path>
            </a:pathLst>
          </a:custGeom>
          <a:solidFill xmlns:a="http://schemas.openxmlformats.org/drawingml/2006/main">
            <a:srgbClr val="13B3AE"/>
          </a:solidFill>
          <a:ln xmlns:a="http://schemas.openxmlformats.org/drawingml/2006/main" w="0">
            <a:noFill/>
          </a:ln>
        </p:spPr>
      </p:sp>
      <p:sp>
        <p:nvSpPr>
          <p:cNvPr id="13" name="delivery">
            <a:extLst xmlns:a="http://schemas.openxmlformats.org/drawingml/2006/main">
              <a:ext uri="{FF2B5EF4-FFF2-40B4-BE49-F238E27FC236}">
                <a16:creationId xmlns:a16="http://schemas.microsoft.com/office/drawing/2014/main" id="{0740A33C-7436-4A6C-80D8-DD17B4F7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43375"/>
            <a:ext cx="2952750" cy="1809750"/>
          </a:xfrm>
          <a:custGeom xmlns:a="http://schemas.openxmlformats.org/drawingml/2006/main">
            <a:pathLst>
              <a:path w="2952750" h="1809750">
                <a:moveTo>
                  <a:pt x="819150" y="1000125"/>
                </a:moveTo>
                <a:lnTo>
                  <a:pt x="819150" y="942975"/>
                </a:lnTo>
                <a:lnTo>
                  <a:pt x="809625" y="942975"/>
                </a:lnTo>
                <a:lnTo>
                  <a:pt x="809625" y="876300"/>
                </a:lnTo>
                <a:lnTo>
                  <a:pt x="819150" y="876300"/>
                </a:lnTo>
                <a:lnTo>
                  <a:pt x="809625" y="847725"/>
                </a:lnTo>
                <a:lnTo>
                  <a:pt x="819150" y="847725"/>
                </a:lnTo>
                <a:lnTo>
                  <a:pt x="819150" y="828675"/>
                </a:lnTo>
                <a:lnTo>
                  <a:pt x="962025" y="828675"/>
                </a:lnTo>
                <a:lnTo>
                  <a:pt x="962025" y="838200"/>
                </a:lnTo>
                <a:lnTo>
                  <a:pt x="981075" y="838200"/>
                </a:lnTo>
                <a:lnTo>
                  <a:pt x="981075" y="828675"/>
                </a:lnTo>
                <a:lnTo>
                  <a:pt x="1019175" y="828675"/>
                </a:lnTo>
                <a:lnTo>
                  <a:pt x="1019175" y="838200"/>
                </a:lnTo>
                <a:lnTo>
                  <a:pt x="1028700" y="838200"/>
                </a:lnTo>
                <a:lnTo>
                  <a:pt x="1028700" y="1019175"/>
                </a:lnTo>
                <a:lnTo>
                  <a:pt x="1019175" y="1019175"/>
                </a:lnTo>
                <a:lnTo>
                  <a:pt x="1019175" y="1028700"/>
                </a:lnTo>
                <a:lnTo>
                  <a:pt x="828675" y="1028700"/>
                </a:lnTo>
                <a:lnTo>
                  <a:pt x="819150" y="1000125"/>
                </a:lnTo>
                <a:close/>
              </a:path>
            </a:pathLst>
          </a:custGeom>
          <a:solidFill xmlns:a="http://schemas.openxmlformats.org/drawingml/2006/main">
            <a:srgbClr val="A13DAA"/>
          </a:solidFill>
          <a:ln xmlns:a="http://schemas.openxmlformats.org/drawingml/2006/main" w="0">
            <a:noFill/>
          </a:ln>
        </p:spPr>
      </p:sp>
      <p:sp>
        <p:nvSpPr>
          <p:cNvPr id="14" name="arrow1">
            <a:extLst xmlns:a="http://schemas.openxmlformats.org/drawingml/2006/main">
              <a:ext uri="{FF2B5EF4-FFF2-40B4-BE49-F238E27FC236}">
                <a16:creationId xmlns:a16="http://schemas.microsoft.com/office/drawing/2014/main" id="{6383171F-76C9-4209-9F01-2EF6BBE9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28750"/>
            <a:ext cx="1857375" cy="666750"/>
          </a:xfrm>
          <a:custGeom xmlns:a="http://schemas.openxmlformats.org/drawingml/2006/main">
            <a:pathLst>
              <a:path w="1857375" h="666750">
                <a:moveTo>
                  <a:pt x="781050" y="400050"/>
                </a:moveTo>
                <a:lnTo>
                  <a:pt x="742950" y="400050"/>
                </a:lnTo>
                <a:lnTo>
                  <a:pt x="742950" y="409575"/>
                </a:lnTo>
                <a:lnTo>
                  <a:pt x="704850" y="409575"/>
                </a:lnTo>
                <a:lnTo>
                  <a:pt x="704850" y="419100"/>
                </a:lnTo>
                <a:lnTo>
                  <a:pt x="666750" y="419100"/>
                </a:lnTo>
                <a:lnTo>
                  <a:pt x="666750" y="428625"/>
                </a:lnTo>
                <a:lnTo>
                  <a:pt x="619125" y="428625"/>
                </a:lnTo>
                <a:lnTo>
                  <a:pt x="619125" y="438150"/>
                </a:lnTo>
                <a:lnTo>
                  <a:pt x="590550" y="438150"/>
                </a:lnTo>
                <a:lnTo>
                  <a:pt x="590550" y="447675"/>
                </a:lnTo>
                <a:lnTo>
                  <a:pt x="514350" y="457200"/>
                </a:lnTo>
                <a:lnTo>
                  <a:pt x="514350" y="466725"/>
                </a:lnTo>
                <a:lnTo>
                  <a:pt x="485775" y="466725"/>
                </a:lnTo>
                <a:lnTo>
                  <a:pt x="485775" y="476250"/>
                </a:lnTo>
                <a:lnTo>
                  <a:pt x="409575" y="485775"/>
                </a:lnTo>
                <a:lnTo>
                  <a:pt x="409575" y="495300"/>
                </a:lnTo>
                <a:lnTo>
                  <a:pt x="381000" y="495300"/>
                </a:lnTo>
                <a:lnTo>
                  <a:pt x="381000" y="504825"/>
                </a:lnTo>
                <a:lnTo>
                  <a:pt x="352425" y="504825"/>
                </a:lnTo>
                <a:lnTo>
                  <a:pt x="352425" y="514350"/>
                </a:lnTo>
                <a:lnTo>
                  <a:pt x="323850" y="514350"/>
                </a:lnTo>
                <a:lnTo>
                  <a:pt x="323850" y="523875"/>
                </a:lnTo>
                <a:lnTo>
                  <a:pt x="295275" y="523875"/>
                </a:lnTo>
                <a:lnTo>
                  <a:pt x="295275" y="533400"/>
                </a:lnTo>
                <a:lnTo>
                  <a:pt x="238125" y="542925"/>
                </a:lnTo>
                <a:lnTo>
                  <a:pt x="238125" y="552450"/>
                </a:lnTo>
                <a:lnTo>
                  <a:pt x="219075" y="552450"/>
                </a:lnTo>
                <a:lnTo>
                  <a:pt x="219075" y="561975"/>
                </a:lnTo>
                <a:lnTo>
                  <a:pt x="161925" y="571500"/>
                </a:lnTo>
                <a:lnTo>
                  <a:pt x="161925" y="581025"/>
                </a:lnTo>
                <a:lnTo>
                  <a:pt x="114300" y="590550"/>
                </a:lnTo>
                <a:lnTo>
                  <a:pt x="114300" y="600075"/>
                </a:lnTo>
                <a:lnTo>
                  <a:pt x="95250" y="600075"/>
                </a:lnTo>
                <a:lnTo>
                  <a:pt x="95250" y="609600"/>
                </a:lnTo>
                <a:lnTo>
                  <a:pt x="66675" y="609600"/>
                </a:lnTo>
                <a:lnTo>
                  <a:pt x="57150" y="561975"/>
                </a:lnTo>
                <a:lnTo>
                  <a:pt x="47625" y="561975"/>
                </a:lnTo>
                <a:lnTo>
                  <a:pt x="38100" y="514350"/>
                </a:lnTo>
                <a:lnTo>
                  <a:pt x="28575" y="514350"/>
                </a:lnTo>
                <a:lnTo>
                  <a:pt x="28575" y="476250"/>
                </a:lnTo>
                <a:lnTo>
                  <a:pt x="57150" y="476250"/>
                </a:lnTo>
                <a:lnTo>
                  <a:pt x="57150" y="466725"/>
                </a:lnTo>
                <a:lnTo>
                  <a:pt x="76200" y="466725"/>
                </a:lnTo>
                <a:lnTo>
                  <a:pt x="76200" y="457200"/>
                </a:lnTo>
                <a:lnTo>
                  <a:pt x="104775" y="457200"/>
                </a:lnTo>
                <a:lnTo>
                  <a:pt x="104775" y="447675"/>
                </a:lnTo>
                <a:lnTo>
                  <a:pt x="123825" y="447675"/>
                </a:lnTo>
                <a:lnTo>
                  <a:pt x="123825" y="438150"/>
                </a:lnTo>
                <a:lnTo>
                  <a:pt x="152400" y="438150"/>
                </a:lnTo>
                <a:lnTo>
                  <a:pt x="152400" y="428625"/>
                </a:lnTo>
                <a:lnTo>
                  <a:pt x="171450" y="428625"/>
                </a:lnTo>
                <a:lnTo>
                  <a:pt x="171450" y="419100"/>
                </a:lnTo>
                <a:lnTo>
                  <a:pt x="209550" y="419100"/>
                </a:lnTo>
                <a:lnTo>
                  <a:pt x="209550" y="409575"/>
                </a:lnTo>
                <a:lnTo>
                  <a:pt x="228600" y="409575"/>
                </a:lnTo>
                <a:lnTo>
                  <a:pt x="228600" y="400050"/>
                </a:lnTo>
                <a:lnTo>
                  <a:pt x="257175" y="400050"/>
                </a:lnTo>
                <a:lnTo>
                  <a:pt x="257175" y="390525"/>
                </a:lnTo>
                <a:lnTo>
                  <a:pt x="285750" y="390525"/>
                </a:lnTo>
                <a:lnTo>
                  <a:pt x="285750" y="381000"/>
                </a:lnTo>
                <a:lnTo>
                  <a:pt x="314325" y="381000"/>
                </a:lnTo>
                <a:lnTo>
                  <a:pt x="314325" y="371475"/>
                </a:lnTo>
                <a:lnTo>
                  <a:pt x="342900" y="371475"/>
                </a:lnTo>
                <a:lnTo>
                  <a:pt x="342900" y="361950"/>
                </a:lnTo>
                <a:lnTo>
                  <a:pt x="381000" y="361950"/>
                </a:lnTo>
                <a:lnTo>
                  <a:pt x="381000" y="352425"/>
                </a:lnTo>
                <a:lnTo>
                  <a:pt x="409575" y="352425"/>
                </a:lnTo>
                <a:lnTo>
                  <a:pt x="409575" y="342900"/>
                </a:lnTo>
                <a:lnTo>
                  <a:pt x="438150" y="342900"/>
                </a:lnTo>
                <a:lnTo>
                  <a:pt x="438150" y="333375"/>
                </a:lnTo>
                <a:lnTo>
                  <a:pt x="476250" y="333375"/>
                </a:lnTo>
                <a:lnTo>
                  <a:pt x="476250" y="323850"/>
                </a:lnTo>
                <a:lnTo>
                  <a:pt x="542925" y="314325"/>
                </a:lnTo>
                <a:lnTo>
                  <a:pt x="542925" y="304800"/>
                </a:lnTo>
                <a:lnTo>
                  <a:pt x="581025" y="304800"/>
                </a:lnTo>
                <a:lnTo>
                  <a:pt x="581025" y="295275"/>
                </a:lnTo>
                <a:lnTo>
                  <a:pt x="619125" y="295275"/>
                </a:lnTo>
                <a:lnTo>
                  <a:pt x="619125" y="285750"/>
                </a:lnTo>
                <a:lnTo>
                  <a:pt x="666750" y="285750"/>
                </a:lnTo>
                <a:lnTo>
                  <a:pt x="666750" y="276225"/>
                </a:lnTo>
                <a:lnTo>
                  <a:pt x="752475" y="266700"/>
                </a:lnTo>
                <a:lnTo>
                  <a:pt x="752475" y="257175"/>
                </a:lnTo>
                <a:lnTo>
                  <a:pt x="800100" y="257175"/>
                </a:lnTo>
                <a:lnTo>
                  <a:pt x="800100" y="247650"/>
                </a:lnTo>
                <a:lnTo>
                  <a:pt x="838200" y="247650"/>
                </a:lnTo>
                <a:lnTo>
                  <a:pt x="838200" y="238125"/>
                </a:lnTo>
                <a:lnTo>
                  <a:pt x="895350" y="238125"/>
                </a:lnTo>
                <a:lnTo>
                  <a:pt x="895350" y="228600"/>
                </a:lnTo>
                <a:lnTo>
                  <a:pt x="962025" y="228600"/>
                </a:lnTo>
                <a:lnTo>
                  <a:pt x="962025" y="219075"/>
                </a:lnTo>
                <a:lnTo>
                  <a:pt x="1019175" y="219075"/>
                </a:lnTo>
                <a:lnTo>
                  <a:pt x="1019175" y="209550"/>
                </a:lnTo>
                <a:lnTo>
                  <a:pt x="1076325" y="209550"/>
                </a:lnTo>
                <a:lnTo>
                  <a:pt x="1076325" y="200025"/>
                </a:lnTo>
                <a:lnTo>
                  <a:pt x="1152525" y="200025"/>
                </a:lnTo>
                <a:lnTo>
                  <a:pt x="1171575" y="200025"/>
                </a:lnTo>
                <a:lnTo>
                  <a:pt x="1171575" y="190500"/>
                </a:lnTo>
                <a:lnTo>
                  <a:pt x="1257300" y="190500"/>
                </a:lnTo>
                <a:lnTo>
                  <a:pt x="1257300" y="180975"/>
                </a:lnTo>
                <a:lnTo>
                  <a:pt x="1381125" y="180975"/>
                </a:lnTo>
                <a:lnTo>
                  <a:pt x="1381125" y="47625"/>
                </a:lnTo>
                <a:lnTo>
                  <a:pt x="1371600" y="47625"/>
                </a:lnTo>
                <a:lnTo>
                  <a:pt x="1371600" y="38100"/>
                </a:lnTo>
                <a:lnTo>
                  <a:pt x="1390650" y="28575"/>
                </a:lnTo>
                <a:lnTo>
                  <a:pt x="1390650" y="38100"/>
                </a:lnTo>
                <a:lnTo>
                  <a:pt x="1409700" y="38100"/>
                </a:lnTo>
                <a:lnTo>
                  <a:pt x="1409700" y="47625"/>
                </a:lnTo>
                <a:lnTo>
                  <a:pt x="1428750" y="47625"/>
                </a:lnTo>
                <a:lnTo>
                  <a:pt x="1428750" y="57150"/>
                </a:lnTo>
                <a:lnTo>
                  <a:pt x="1457325" y="57150"/>
                </a:lnTo>
                <a:lnTo>
                  <a:pt x="1457325" y="66675"/>
                </a:lnTo>
                <a:lnTo>
                  <a:pt x="1476375" y="66675"/>
                </a:lnTo>
                <a:lnTo>
                  <a:pt x="1476375" y="76200"/>
                </a:lnTo>
                <a:lnTo>
                  <a:pt x="1495425" y="76200"/>
                </a:lnTo>
                <a:lnTo>
                  <a:pt x="1495425" y="85725"/>
                </a:lnTo>
                <a:lnTo>
                  <a:pt x="1514475" y="85725"/>
                </a:lnTo>
                <a:lnTo>
                  <a:pt x="1514475" y="95250"/>
                </a:lnTo>
                <a:lnTo>
                  <a:pt x="1543050" y="95250"/>
                </a:lnTo>
                <a:lnTo>
                  <a:pt x="1543050" y="104775"/>
                </a:lnTo>
                <a:lnTo>
                  <a:pt x="1562100" y="104775"/>
                </a:lnTo>
                <a:lnTo>
                  <a:pt x="1562100" y="114300"/>
                </a:lnTo>
                <a:lnTo>
                  <a:pt x="1581150" y="114300"/>
                </a:lnTo>
                <a:lnTo>
                  <a:pt x="1581150" y="123825"/>
                </a:lnTo>
                <a:lnTo>
                  <a:pt x="1600200" y="123825"/>
                </a:lnTo>
                <a:lnTo>
                  <a:pt x="1600200" y="133350"/>
                </a:lnTo>
                <a:lnTo>
                  <a:pt x="1628775" y="133350"/>
                </a:lnTo>
                <a:lnTo>
                  <a:pt x="1628775" y="142875"/>
                </a:lnTo>
                <a:lnTo>
                  <a:pt x="1647825" y="142875"/>
                </a:lnTo>
                <a:lnTo>
                  <a:pt x="1647825" y="152400"/>
                </a:lnTo>
                <a:lnTo>
                  <a:pt x="1666875" y="152400"/>
                </a:lnTo>
                <a:lnTo>
                  <a:pt x="1666875" y="161925"/>
                </a:lnTo>
                <a:lnTo>
                  <a:pt x="1685925" y="161925"/>
                </a:lnTo>
                <a:lnTo>
                  <a:pt x="1685925" y="171450"/>
                </a:lnTo>
                <a:lnTo>
                  <a:pt x="1704975" y="171450"/>
                </a:lnTo>
                <a:lnTo>
                  <a:pt x="1704975" y="180975"/>
                </a:lnTo>
                <a:lnTo>
                  <a:pt x="1724025" y="180975"/>
                </a:lnTo>
                <a:lnTo>
                  <a:pt x="1724025" y="190500"/>
                </a:lnTo>
                <a:lnTo>
                  <a:pt x="1752600" y="190500"/>
                </a:lnTo>
                <a:lnTo>
                  <a:pt x="1752600" y="200025"/>
                </a:lnTo>
                <a:lnTo>
                  <a:pt x="1790700" y="209550"/>
                </a:lnTo>
                <a:lnTo>
                  <a:pt x="1781175" y="238125"/>
                </a:lnTo>
                <a:lnTo>
                  <a:pt x="1743075" y="247650"/>
                </a:lnTo>
                <a:lnTo>
                  <a:pt x="1733550" y="266700"/>
                </a:lnTo>
                <a:lnTo>
                  <a:pt x="1714500" y="266700"/>
                </a:lnTo>
                <a:lnTo>
                  <a:pt x="1704975" y="285750"/>
                </a:lnTo>
                <a:lnTo>
                  <a:pt x="1666875" y="295275"/>
                </a:lnTo>
                <a:lnTo>
                  <a:pt x="1657350" y="314325"/>
                </a:lnTo>
                <a:lnTo>
                  <a:pt x="1638300" y="314325"/>
                </a:lnTo>
                <a:lnTo>
                  <a:pt x="1628775" y="333375"/>
                </a:lnTo>
                <a:lnTo>
                  <a:pt x="1590675" y="342900"/>
                </a:lnTo>
                <a:lnTo>
                  <a:pt x="1581150" y="361950"/>
                </a:lnTo>
                <a:lnTo>
                  <a:pt x="1562100" y="361950"/>
                </a:lnTo>
                <a:lnTo>
                  <a:pt x="1552575" y="381000"/>
                </a:lnTo>
                <a:lnTo>
                  <a:pt x="1514475" y="390525"/>
                </a:lnTo>
                <a:lnTo>
                  <a:pt x="1504950" y="409575"/>
                </a:lnTo>
                <a:lnTo>
                  <a:pt x="1485900" y="409575"/>
                </a:lnTo>
                <a:lnTo>
                  <a:pt x="1476375" y="428625"/>
                </a:lnTo>
                <a:lnTo>
                  <a:pt x="1438275" y="438150"/>
                </a:lnTo>
                <a:lnTo>
                  <a:pt x="1428750" y="457200"/>
                </a:lnTo>
                <a:lnTo>
                  <a:pt x="1400175" y="457200"/>
                </a:lnTo>
                <a:lnTo>
                  <a:pt x="1400175" y="314325"/>
                </a:lnTo>
                <a:lnTo>
                  <a:pt x="1228725" y="323850"/>
                </a:lnTo>
                <a:lnTo>
                  <a:pt x="1228725" y="333375"/>
                </a:lnTo>
                <a:lnTo>
                  <a:pt x="1143000" y="333375"/>
                </a:lnTo>
                <a:lnTo>
                  <a:pt x="1143000" y="342900"/>
                </a:lnTo>
                <a:lnTo>
                  <a:pt x="1066800" y="342900"/>
                </a:lnTo>
                <a:lnTo>
                  <a:pt x="1066800" y="352425"/>
                </a:lnTo>
                <a:lnTo>
                  <a:pt x="1000125" y="352425"/>
                </a:lnTo>
                <a:lnTo>
                  <a:pt x="1000125" y="361950"/>
                </a:lnTo>
                <a:lnTo>
                  <a:pt x="885825" y="371475"/>
                </a:lnTo>
                <a:lnTo>
                  <a:pt x="885825" y="381000"/>
                </a:lnTo>
                <a:lnTo>
                  <a:pt x="838200" y="381000"/>
                </a:lnTo>
                <a:lnTo>
                  <a:pt x="838200" y="390525"/>
                </a:lnTo>
                <a:lnTo>
                  <a:pt x="790575" y="390525"/>
                </a:lnTo>
                <a:lnTo>
                  <a:pt x="790575" y="400050"/>
                </a:lnTo>
                <a:lnTo>
                  <a:pt x="781050" y="400050"/>
                </a:lnTo>
                <a:close/>
              </a:path>
            </a:pathLst>
          </a:custGeom>
          <a:solidFill xmlns:a="http://schemas.openxmlformats.org/drawingml/2006/main">
            <a:srgbClr val="13B3AE"/>
          </a:solidFill>
          <a:ln xmlns:a="http://schemas.openxmlformats.org/drawingml/2006/main" w="0">
            <a:noFill/>
          </a:ln>
        </p:spPr>
      </p:sp>
      <p:sp>
        <p:nvSpPr>
          <p:cNvPr id="15" name="arrow2">
            <a:extLst xmlns:a="http://schemas.openxmlformats.org/drawingml/2006/main">
              <a:ext uri="{FF2B5EF4-FFF2-40B4-BE49-F238E27FC236}">
                <a16:creationId xmlns:a16="http://schemas.microsoft.com/office/drawing/2014/main" id="{2CFE5E91-0D9F-442D-B13B-7A363BBF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504950"/>
            <a:ext cx="1933575" cy="733425"/>
          </a:xfrm>
          <a:custGeom xmlns:a="http://schemas.openxmlformats.org/drawingml/2006/main">
            <a:pathLst>
              <a:path w="1933575" h="733425">
                <a:moveTo>
                  <a:pt x="1628775" y="666750"/>
                </a:moveTo>
                <a:lnTo>
                  <a:pt x="1447800" y="666750"/>
                </a:lnTo>
                <a:lnTo>
                  <a:pt x="1447800" y="638175"/>
                </a:lnTo>
                <a:lnTo>
                  <a:pt x="1457325" y="638175"/>
                </a:lnTo>
                <a:lnTo>
                  <a:pt x="1457325" y="619125"/>
                </a:lnTo>
                <a:lnTo>
                  <a:pt x="1466850" y="619125"/>
                </a:lnTo>
                <a:lnTo>
                  <a:pt x="1466850" y="600075"/>
                </a:lnTo>
                <a:lnTo>
                  <a:pt x="1476375" y="600075"/>
                </a:lnTo>
                <a:lnTo>
                  <a:pt x="1476375" y="581025"/>
                </a:lnTo>
                <a:lnTo>
                  <a:pt x="1485900" y="581025"/>
                </a:lnTo>
                <a:lnTo>
                  <a:pt x="1485900" y="561975"/>
                </a:lnTo>
                <a:lnTo>
                  <a:pt x="1495425" y="561975"/>
                </a:lnTo>
                <a:lnTo>
                  <a:pt x="1495425" y="542925"/>
                </a:lnTo>
                <a:lnTo>
                  <a:pt x="1504950" y="542925"/>
                </a:lnTo>
                <a:lnTo>
                  <a:pt x="1495425" y="523875"/>
                </a:lnTo>
                <a:lnTo>
                  <a:pt x="1476375" y="523875"/>
                </a:lnTo>
                <a:lnTo>
                  <a:pt x="1476375" y="514350"/>
                </a:lnTo>
                <a:lnTo>
                  <a:pt x="1457325" y="514350"/>
                </a:lnTo>
                <a:lnTo>
                  <a:pt x="1457325" y="504825"/>
                </a:lnTo>
                <a:lnTo>
                  <a:pt x="1438275" y="504825"/>
                </a:lnTo>
                <a:lnTo>
                  <a:pt x="1438275" y="495300"/>
                </a:lnTo>
                <a:lnTo>
                  <a:pt x="1409700" y="495300"/>
                </a:lnTo>
                <a:lnTo>
                  <a:pt x="1409700" y="485775"/>
                </a:lnTo>
                <a:lnTo>
                  <a:pt x="1390650" y="485775"/>
                </a:lnTo>
                <a:lnTo>
                  <a:pt x="1390650" y="476250"/>
                </a:lnTo>
                <a:lnTo>
                  <a:pt x="1362075" y="476250"/>
                </a:lnTo>
                <a:lnTo>
                  <a:pt x="1362075" y="466725"/>
                </a:lnTo>
                <a:lnTo>
                  <a:pt x="1343025" y="466725"/>
                </a:lnTo>
                <a:lnTo>
                  <a:pt x="1343025" y="457200"/>
                </a:lnTo>
                <a:lnTo>
                  <a:pt x="1314450" y="457200"/>
                </a:lnTo>
                <a:lnTo>
                  <a:pt x="1314450" y="447675"/>
                </a:lnTo>
                <a:lnTo>
                  <a:pt x="1285875" y="447675"/>
                </a:lnTo>
                <a:lnTo>
                  <a:pt x="1285875" y="438150"/>
                </a:lnTo>
                <a:lnTo>
                  <a:pt x="1257300" y="438150"/>
                </a:lnTo>
                <a:lnTo>
                  <a:pt x="1257300" y="428625"/>
                </a:lnTo>
                <a:lnTo>
                  <a:pt x="1228725" y="428625"/>
                </a:lnTo>
                <a:lnTo>
                  <a:pt x="1228725" y="419100"/>
                </a:lnTo>
                <a:lnTo>
                  <a:pt x="1200150" y="419100"/>
                </a:lnTo>
                <a:lnTo>
                  <a:pt x="1200150" y="409575"/>
                </a:lnTo>
                <a:lnTo>
                  <a:pt x="1171575" y="409575"/>
                </a:lnTo>
                <a:lnTo>
                  <a:pt x="1171575" y="400050"/>
                </a:lnTo>
                <a:lnTo>
                  <a:pt x="1143000" y="400050"/>
                </a:lnTo>
                <a:lnTo>
                  <a:pt x="1143000" y="390525"/>
                </a:lnTo>
                <a:lnTo>
                  <a:pt x="1104900" y="390525"/>
                </a:lnTo>
                <a:lnTo>
                  <a:pt x="1104900" y="381000"/>
                </a:lnTo>
                <a:lnTo>
                  <a:pt x="1076325" y="381000"/>
                </a:lnTo>
                <a:lnTo>
                  <a:pt x="1076325" y="371475"/>
                </a:lnTo>
                <a:lnTo>
                  <a:pt x="1038225" y="371475"/>
                </a:lnTo>
                <a:lnTo>
                  <a:pt x="1038225" y="361950"/>
                </a:lnTo>
                <a:lnTo>
                  <a:pt x="1000125" y="361950"/>
                </a:lnTo>
                <a:lnTo>
                  <a:pt x="1000125" y="352425"/>
                </a:lnTo>
                <a:lnTo>
                  <a:pt x="962025" y="352425"/>
                </a:lnTo>
                <a:lnTo>
                  <a:pt x="962025" y="342900"/>
                </a:lnTo>
                <a:lnTo>
                  <a:pt x="923925" y="342900"/>
                </a:lnTo>
                <a:lnTo>
                  <a:pt x="923925" y="333375"/>
                </a:lnTo>
                <a:lnTo>
                  <a:pt x="876300" y="333375"/>
                </a:lnTo>
                <a:lnTo>
                  <a:pt x="876300" y="323850"/>
                </a:lnTo>
                <a:lnTo>
                  <a:pt x="828675" y="323850"/>
                </a:lnTo>
                <a:lnTo>
                  <a:pt x="828675" y="314325"/>
                </a:lnTo>
                <a:lnTo>
                  <a:pt x="781050" y="314325"/>
                </a:lnTo>
                <a:lnTo>
                  <a:pt x="781050" y="304800"/>
                </a:lnTo>
                <a:lnTo>
                  <a:pt x="733425" y="304800"/>
                </a:lnTo>
                <a:lnTo>
                  <a:pt x="733425" y="295275"/>
                </a:lnTo>
                <a:lnTo>
                  <a:pt x="666750" y="295275"/>
                </a:lnTo>
                <a:lnTo>
                  <a:pt x="666750" y="285750"/>
                </a:lnTo>
                <a:lnTo>
                  <a:pt x="600075" y="285750"/>
                </a:lnTo>
                <a:lnTo>
                  <a:pt x="600075" y="276225"/>
                </a:lnTo>
                <a:lnTo>
                  <a:pt x="533400" y="276225"/>
                </a:lnTo>
                <a:lnTo>
                  <a:pt x="533400" y="266700"/>
                </a:lnTo>
                <a:lnTo>
                  <a:pt x="333375" y="257175"/>
                </a:lnTo>
                <a:lnTo>
                  <a:pt x="333375" y="247650"/>
                </a:lnTo>
                <a:lnTo>
                  <a:pt x="209550" y="247650"/>
                </a:lnTo>
                <a:lnTo>
                  <a:pt x="209550" y="238125"/>
                </a:lnTo>
                <a:lnTo>
                  <a:pt x="47625" y="238125"/>
                </a:lnTo>
                <a:lnTo>
                  <a:pt x="47625" y="228600"/>
                </a:lnTo>
                <a:lnTo>
                  <a:pt x="38100" y="228600"/>
                </a:lnTo>
                <a:lnTo>
                  <a:pt x="47625" y="95250"/>
                </a:lnTo>
                <a:lnTo>
                  <a:pt x="342900" y="114300"/>
                </a:lnTo>
                <a:lnTo>
                  <a:pt x="504825" y="123825"/>
                </a:lnTo>
                <a:lnTo>
                  <a:pt x="504825" y="133350"/>
                </a:lnTo>
                <a:lnTo>
                  <a:pt x="581025" y="133350"/>
                </a:lnTo>
                <a:lnTo>
                  <a:pt x="581025" y="142875"/>
                </a:lnTo>
                <a:lnTo>
                  <a:pt x="647700" y="142875"/>
                </a:lnTo>
                <a:lnTo>
                  <a:pt x="647700" y="152400"/>
                </a:lnTo>
                <a:lnTo>
                  <a:pt x="704850" y="152400"/>
                </a:lnTo>
                <a:lnTo>
                  <a:pt x="704850" y="161925"/>
                </a:lnTo>
                <a:lnTo>
                  <a:pt x="762000" y="161925"/>
                </a:lnTo>
                <a:lnTo>
                  <a:pt x="762000" y="171450"/>
                </a:lnTo>
                <a:lnTo>
                  <a:pt x="819150" y="171450"/>
                </a:lnTo>
                <a:lnTo>
                  <a:pt x="819150" y="180975"/>
                </a:lnTo>
                <a:lnTo>
                  <a:pt x="914400" y="190500"/>
                </a:lnTo>
                <a:lnTo>
                  <a:pt x="914400" y="200025"/>
                </a:lnTo>
                <a:lnTo>
                  <a:pt x="952500" y="200025"/>
                </a:lnTo>
                <a:lnTo>
                  <a:pt x="952500" y="209550"/>
                </a:lnTo>
                <a:lnTo>
                  <a:pt x="1000125" y="209550"/>
                </a:lnTo>
                <a:lnTo>
                  <a:pt x="1000125" y="219075"/>
                </a:lnTo>
                <a:lnTo>
                  <a:pt x="1038225" y="219075"/>
                </a:lnTo>
                <a:lnTo>
                  <a:pt x="1038225" y="228600"/>
                </a:lnTo>
                <a:lnTo>
                  <a:pt x="1114425" y="238125"/>
                </a:lnTo>
                <a:lnTo>
                  <a:pt x="1114425" y="247650"/>
                </a:lnTo>
                <a:lnTo>
                  <a:pt x="1143000" y="247650"/>
                </a:lnTo>
                <a:lnTo>
                  <a:pt x="1143000" y="257175"/>
                </a:lnTo>
                <a:lnTo>
                  <a:pt x="1181100" y="257175"/>
                </a:lnTo>
                <a:lnTo>
                  <a:pt x="1181100" y="266700"/>
                </a:lnTo>
                <a:lnTo>
                  <a:pt x="1209675" y="266700"/>
                </a:lnTo>
                <a:lnTo>
                  <a:pt x="1209675" y="276225"/>
                </a:lnTo>
                <a:lnTo>
                  <a:pt x="1238250" y="276225"/>
                </a:lnTo>
                <a:lnTo>
                  <a:pt x="1238250" y="285750"/>
                </a:lnTo>
                <a:lnTo>
                  <a:pt x="1276350" y="285750"/>
                </a:lnTo>
                <a:lnTo>
                  <a:pt x="1276350" y="295275"/>
                </a:lnTo>
                <a:lnTo>
                  <a:pt x="1295400" y="295275"/>
                </a:lnTo>
                <a:lnTo>
                  <a:pt x="1295400" y="304800"/>
                </a:lnTo>
                <a:lnTo>
                  <a:pt x="1323975" y="304800"/>
                </a:lnTo>
                <a:lnTo>
                  <a:pt x="1323975" y="314325"/>
                </a:lnTo>
                <a:lnTo>
                  <a:pt x="1381125" y="323850"/>
                </a:lnTo>
                <a:lnTo>
                  <a:pt x="1381125" y="333375"/>
                </a:lnTo>
                <a:lnTo>
                  <a:pt x="1400175" y="333375"/>
                </a:lnTo>
                <a:lnTo>
                  <a:pt x="1400175" y="342900"/>
                </a:lnTo>
                <a:lnTo>
                  <a:pt x="1457325" y="352425"/>
                </a:lnTo>
                <a:lnTo>
                  <a:pt x="1457325" y="361950"/>
                </a:lnTo>
                <a:lnTo>
                  <a:pt x="1476375" y="361950"/>
                </a:lnTo>
                <a:lnTo>
                  <a:pt x="1476375" y="371475"/>
                </a:lnTo>
                <a:lnTo>
                  <a:pt x="1495425" y="371475"/>
                </a:lnTo>
                <a:lnTo>
                  <a:pt x="1495425" y="381000"/>
                </a:lnTo>
                <a:lnTo>
                  <a:pt x="1524000" y="381000"/>
                </a:lnTo>
                <a:lnTo>
                  <a:pt x="1524000" y="390525"/>
                </a:lnTo>
                <a:lnTo>
                  <a:pt x="1543050" y="390525"/>
                </a:lnTo>
                <a:lnTo>
                  <a:pt x="1543050" y="400050"/>
                </a:lnTo>
                <a:lnTo>
                  <a:pt x="1571625" y="400050"/>
                </a:lnTo>
                <a:lnTo>
                  <a:pt x="1571625" y="381000"/>
                </a:lnTo>
                <a:lnTo>
                  <a:pt x="1581150" y="381000"/>
                </a:lnTo>
                <a:lnTo>
                  <a:pt x="1581150" y="361950"/>
                </a:lnTo>
                <a:lnTo>
                  <a:pt x="1590675" y="361950"/>
                </a:lnTo>
                <a:lnTo>
                  <a:pt x="1609725" y="304800"/>
                </a:lnTo>
                <a:lnTo>
                  <a:pt x="1619250" y="304800"/>
                </a:lnTo>
                <a:lnTo>
                  <a:pt x="1628775" y="285750"/>
                </a:lnTo>
                <a:lnTo>
                  <a:pt x="1647825" y="285750"/>
                </a:lnTo>
                <a:lnTo>
                  <a:pt x="1647825" y="304800"/>
                </a:lnTo>
                <a:lnTo>
                  <a:pt x="1666875" y="314325"/>
                </a:lnTo>
                <a:lnTo>
                  <a:pt x="1666875" y="333375"/>
                </a:lnTo>
                <a:lnTo>
                  <a:pt x="1685925" y="342900"/>
                </a:lnTo>
                <a:lnTo>
                  <a:pt x="1685925" y="361950"/>
                </a:lnTo>
                <a:lnTo>
                  <a:pt x="1714500" y="381000"/>
                </a:lnTo>
                <a:lnTo>
                  <a:pt x="1714500" y="400050"/>
                </a:lnTo>
                <a:lnTo>
                  <a:pt x="1733550" y="409575"/>
                </a:lnTo>
                <a:lnTo>
                  <a:pt x="1733550" y="428625"/>
                </a:lnTo>
                <a:lnTo>
                  <a:pt x="1752600" y="438150"/>
                </a:lnTo>
                <a:lnTo>
                  <a:pt x="1752600" y="457200"/>
                </a:lnTo>
                <a:lnTo>
                  <a:pt x="1771650" y="466725"/>
                </a:lnTo>
                <a:lnTo>
                  <a:pt x="1771650" y="485775"/>
                </a:lnTo>
                <a:lnTo>
                  <a:pt x="1790700" y="495300"/>
                </a:lnTo>
                <a:lnTo>
                  <a:pt x="1790700" y="514350"/>
                </a:lnTo>
                <a:lnTo>
                  <a:pt x="1809750" y="523875"/>
                </a:lnTo>
                <a:lnTo>
                  <a:pt x="1809750" y="542925"/>
                </a:lnTo>
                <a:lnTo>
                  <a:pt x="1828800" y="552450"/>
                </a:lnTo>
                <a:lnTo>
                  <a:pt x="1828800" y="571500"/>
                </a:lnTo>
                <a:lnTo>
                  <a:pt x="1847850" y="581025"/>
                </a:lnTo>
                <a:lnTo>
                  <a:pt x="1847850" y="600075"/>
                </a:lnTo>
                <a:lnTo>
                  <a:pt x="1876425" y="619125"/>
                </a:lnTo>
                <a:lnTo>
                  <a:pt x="1876425" y="638175"/>
                </a:lnTo>
                <a:lnTo>
                  <a:pt x="1895475" y="647700"/>
                </a:lnTo>
                <a:lnTo>
                  <a:pt x="1895475" y="666750"/>
                </a:lnTo>
                <a:lnTo>
                  <a:pt x="1628775" y="666750"/>
                </a:lnTo>
                <a:close/>
              </a:path>
            </a:pathLst>
          </a:custGeom>
          <a:solidFill xmlns:a="http://schemas.openxmlformats.org/drawingml/2006/main">
            <a:srgbClr val="13B3AE"/>
          </a:solidFill>
          <a:ln xmlns:a="http://schemas.openxmlformats.org/drawingml/2006/main" w="0">
            <a:noFill/>
          </a:ln>
        </p:spPr>
      </p:sp>
      <p:sp>
        <p:nvSpPr>
          <p:cNvPr id="16" name="arrow3">
            <a:extLst xmlns:a="http://schemas.openxmlformats.org/drawingml/2006/main">
              <a:ext uri="{FF2B5EF4-FFF2-40B4-BE49-F238E27FC236}">
                <a16:creationId xmlns:a16="http://schemas.microsoft.com/office/drawing/2014/main" id="{9D01DCA9-AD91-4DA0-9E52-C476D9A2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000375"/>
            <a:ext cx="714375" cy="1857375"/>
          </a:xfrm>
          <a:custGeom xmlns:a="http://schemas.openxmlformats.org/drawingml/2006/main">
            <a:pathLst>
              <a:path w="714375" h="1857375">
                <a:moveTo>
                  <a:pt x="419100" y="1619250"/>
                </a:moveTo>
                <a:lnTo>
                  <a:pt x="419100" y="1628775"/>
                </a:lnTo>
                <a:lnTo>
                  <a:pt x="390525" y="1638300"/>
                </a:lnTo>
                <a:lnTo>
                  <a:pt x="381000" y="1657350"/>
                </a:lnTo>
                <a:lnTo>
                  <a:pt x="342900" y="1666875"/>
                </a:lnTo>
                <a:lnTo>
                  <a:pt x="333375" y="1685925"/>
                </a:lnTo>
                <a:lnTo>
                  <a:pt x="295275" y="1695450"/>
                </a:lnTo>
                <a:lnTo>
                  <a:pt x="285750" y="1714500"/>
                </a:lnTo>
                <a:lnTo>
                  <a:pt x="247650" y="1724025"/>
                </a:lnTo>
                <a:lnTo>
                  <a:pt x="238125" y="1743075"/>
                </a:lnTo>
                <a:lnTo>
                  <a:pt x="200025" y="1752600"/>
                </a:lnTo>
                <a:lnTo>
                  <a:pt x="190500" y="1771650"/>
                </a:lnTo>
                <a:lnTo>
                  <a:pt x="152400" y="1781175"/>
                </a:lnTo>
                <a:lnTo>
                  <a:pt x="142875" y="1800225"/>
                </a:lnTo>
                <a:lnTo>
                  <a:pt x="114300" y="1800225"/>
                </a:lnTo>
                <a:lnTo>
                  <a:pt x="133350" y="1371600"/>
                </a:lnTo>
                <a:lnTo>
                  <a:pt x="161925" y="1371600"/>
                </a:lnTo>
                <a:lnTo>
                  <a:pt x="161925" y="1381125"/>
                </a:lnTo>
                <a:lnTo>
                  <a:pt x="180975" y="1381125"/>
                </a:lnTo>
                <a:lnTo>
                  <a:pt x="190500" y="1400175"/>
                </a:lnTo>
                <a:lnTo>
                  <a:pt x="209550" y="1400175"/>
                </a:lnTo>
                <a:lnTo>
                  <a:pt x="209550" y="1409700"/>
                </a:lnTo>
                <a:lnTo>
                  <a:pt x="228600" y="1409700"/>
                </a:lnTo>
                <a:lnTo>
                  <a:pt x="228600" y="1419225"/>
                </a:lnTo>
                <a:lnTo>
                  <a:pt x="247650" y="1419225"/>
                </a:lnTo>
                <a:lnTo>
                  <a:pt x="247650" y="1428750"/>
                </a:lnTo>
                <a:lnTo>
                  <a:pt x="266700" y="1428750"/>
                </a:lnTo>
                <a:lnTo>
                  <a:pt x="266700" y="1409700"/>
                </a:lnTo>
                <a:lnTo>
                  <a:pt x="285750" y="1400175"/>
                </a:lnTo>
                <a:lnTo>
                  <a:pt x="285750" y="1381125"/>
                </a:lnTo>
                <a:lnTo>
                  <a:pt x="295275" y="1381125"/>
                </a:lnTo>
                <a:lnTo>
                  <a:pt x="295275" y="1362075"/>
                </a:lnTo>
                <a:lnTo>
                  <a:pt x="304800" y="1362075"/>
                </a:lnTo>
                <a:lnTo>
                  <a:pt x="304800" y="1343025"/>
                </a:lnTo>
                <a:lnTo>
                  <a:pt x="314325" y="1343025"/>
                </a:lnTo>
                <a:lnTo>
                  <a:pt x="314325" y="1323975"/>
                </a:lnTo>
                <a:lnTo>
                  <a:pt x="323850" y="1323975"/>
                </a:lnTo>
                <a:lnTo>
                  <a:pt x="323850" y="1304925"/>
                </a:lnTo>
                <a:lnTo>
                  <a:pt x="333375" y="1304925"/>
                </a:lnTo>
                <a:lnTo>
                  <a:pt x="333375" y="1276350"/>
                </a:lnTo>
                <a:lnTo>
                  <a:pt x="342900" y="1276350"/>
                </a:lnTo>
                <a:lnTo>
                  <a:pt x="342900" y="1257300"/>
                </a:lnTo>
                <a:lnTo>
                  <a:pt x="352425" y="1257300"/>
                </a:lnTo>
                <a:lnTo>
                  <a:pt x="352425" y="1238250"/>
                </a:lnTo>
                <a:lnTo>
                  <a:pt x="361950" y="1238250"/>
                </a:lnTo>
                <a:lnTo>
                  <a:pt x="361950" y="1219200"/>
                </a:lnTo>
                <a:lnTo>
                  <a:pt x="371475" y="1219200"/>
                </a:lnTo>
                <a:lnTo>
                  <a:pt x="381000" y="1162050"/>
                </a:lnTo>
                <a:lnTo>
                  <a:pt x="390525" y="1162050"/>
                </a:lnTo>
                <a:lnTo>
                  <a:pt x="390525" y="1143000"/>
                </a:lnTo>
                <a:lnTo>
                  <a:pt x="400050" y="1143000"/>
                </a:lnTo>
                <a:lnTo>
                  <a:pt x="400050" y="1114425"/>
                </a:lnTo>
                <a:lnTo>
                  <a:pt x="409575" y="1114425"/>
                </a:lnTo>
                <a:lnTo>
                  <a:pt x="409575" y="1085850"/>
                </a:lnTo>
                <a:lnTo>
                  <a:pt x="419100" y="1085850"/>
                </a:lnTo>
                <a:lnTo>
                  <a:pt x="419100" y="1047750"/>
                </a:lnTo>
                <a:lnTo>
                  <a:pt x="428625" y="1047750"/>
                </a:lnTo>
                <a:lnTo>
                  <a:pt x="428625" y="1019175"/>
                </a:lnTo>
                <a:lnTo>
                  <a:pt x="438150" y="1019175"/>
                </a:lnTo>
                <a:lnTo>
                  <a:pt x="438150" y="971550"/>
                </a:lnTo>
                <a:lnTo>
                  <a:pt x="447675" y="971550"/>
                </a:lnTo>
                <a:lnTo>
                  <a:pt x="447675" y="923925"/>
                </a:lnTo>
                <a:lnTo>
                  <a:pt x="457200" y="923925"/>
                </a:lnTo>
                <a:lnTo>
                  <a:pt x="457200" y="866775"/>
                </a:lnTo>
                <a:lnTo>
                  <a:pt x="466725" y="866775"/>
                </a:lnTo>
                <a:lnTo>
                  <a:pt x="466725" y="590550"/>
                </a:lnTo>
                <a:lnTo>
                  <a:pt x="457200" y="590550"/>
                </a:lnTo>
                <a:lnTo>
                  <a:pt x="457200" y="533400"/>
                </a:lnTo>
                <a:lnTo>
                  <a:pt x="447675" y="533400"/>
                </a:lnTo>
                <a:lnTo>
                  <a:pt x="438150" y="438150"/>
                </a:lnTo>
                <a:lnTo>
                  <a:pt x="428625" y="438150"/>
                </a:lnTo>
                <a:lnTo>
                  <a:pt x="428625" y="409575"/>
                </a:lnTo>
                <a:lnTo>
                  <a:pt x="419100" y="409575"/>
                </a:lnTo>
                <a:lnTo>
                  <a:pt x="419100" y="381000"/>
                </a:lnTo>
                <a:lnTo>
                  <a:pt x="409575" y="381000"/>
                </a:lnTo>
                <a:lnTo>
                  <a:pt x="400050" y="323850"/>
                </a:lnTo>
                <a:lnTo>
                  <a:pt x="390525" y="323850"/>
                </a:lnTo>
                <a:lnTo>
                  <a:pt x="381000" y="276225"/>
                </a:lnTo>
                <a:lnTo>
                  <a:pt x="371475" y="276225"/>
                </a:lnTo>
                <a:lnTo>
                  <a:pt x="361950" y="247650"/>
                </a:lnTo>
                <a:lnTo>
                  <a:pt x="352425" y="219075"/>
                </a:lnTo>
                <a:lnTo>
                  <a:pt x="342900" y="219075"/>
                </a:lnTo>
                <a:lnTo>
                  <a:pt x="342900" y="200025"/>
                </a:lnTo>
                <a:lnTo>
                  <a:pt x="333375" y="200025"/>
                </a:lnTo>
                <a:lnTo>
                  <a:pt x="333375" y="180975"/>
                </a:lnTo>
                <a:lnTo>
                  <a:pt x="323850" y="180975"/>
                </a:lnTo>
                <a:lnTo>
                  <a:pt x="323850" y="161925"/>
                </a:lnTo>
                <a:lnTo>
                  <a:pt x="314325" y="161925"/>
                </a:lnTo>
                <a:lnTo>
                  <a:pt x="314325" y="142875"/>
                </a:lnTo>
                <a:lnTo>
                  <a:pt x="304800" y="142875"/>
                </a:lnTo>
                <a:lnTo>
                  <a:pt x="304800" y="123825"/>
                </a:lnTo>
                <a:lnTo>
                  <a:pt x="285750" y="114300"/>
                </a:lnTo>
                <a:lnTo>
                  <a:pt x="285750" y="95250"/>
                </a:lnTo>
                <a:lnTo>
                  <a:pt x="314325" y="85725"/>
                </a:lnTo>
                <a:lnTo>
                  <a:pt x="314325" y="76200"/>
                </a:lnTo>
                <a:lnTo>
                  <a:pt x="333375" y="76200"/>
                </a:lnTo>
                <a:lnTo>
                  <a:pt x="342900" y="57150"/>
                </a:lnTo>
                <a:lnTo>
                  <a:pt x="361950" y="57150"/>
                </a:lnTo>
                <a:lnTo>
                  <a:pt x="361950" y="47625"/>
                </a:lnTo>
                <a:lnTo>
                  <a:pt x="381000" y="47625"/>
                </a:lnTo>
                <a:lnTo>
                  <a:pt x="381000" y="38100"/>
                </a:lnTo>
                <a:lnTo>
                  <a:pt x="409575" y="38100"/>
                </a:lnTo>
                <a:lnTo>
                  <a:pt x="409575" y="47625"/>
                </a:lnTo>
                <a:lnTo>
                  <a:pt x="419100" y="47625"/>
                </a:lnTo>
                <a:lnTo>
                  <a:pt x="419100" y="66675"/>
                </a:lnTo>
                <a:lnTo>
                  <a:pt x="428625" y="66675"/>
                </a:lnTo>
                <a:lnTo>
                  <a:pt x="428625" y="85725"/>
                </a:lnTo>
                <a:lnTo>
                  <a:pt x="447675" y="95250"/>
                </a:lnTo>
                <a:lnTo>
                  <a:pt x="447675" y="114300"/>
                </a:lnTo>
                <a:lnTo>
                  <a:pt x="457200" y="114300"/>
                </a:lnTo>
                <a:lnTo>
                  <a:pt x="457200" y="133350"/>
                </a:lnTo>
                <a:lnTo>
                  <a:pt x="466725" y="133350"/>
                </a:lnTo>
                <a:lnTo>
                  <a:pt x="466725" y="152400"/>
                </a:lnTo>
                <a:lnTo>
                  <a:pt x="476250" y="152400"/>
                </a:lnTo>
                <a:lnTo>
                  <a:pt x="476250" y="171450"/>
                </a:lnTo>
                <a:lnTo>
                  <a:pt x="485775" y="171450"/>
                </a:lnTo>
                <a:lnTo>
                  <a:pt x="485775" y="190500"/>
                </a:lnTo>
                <a:lnTo>
                  <a:pt x="495300" y="190500"/>
                </a:lnTo>
                <a:lnTo>
                  <a:pt x="495300" y="209550"/>
                </a:lnTo>
                <a:lnTo>
                  <a:pt x="504825" y="209550"/>
                </a:lnTo>
                <a:lnTo>
                  <a:pt x="504825" y="228600"/>
                </a:lnTo>
                <a:lnTo>
                  <a:pt x="514350" y="228600"/>
                </a:lnTo>
                <a:lnTo>
                  <a:pt x="514350" y="257175"/>
                </a:lnTo>
                <a:lnTo>
                  <a:pt x="523875" y="257175"/>
                </a:lnTo>
                <a:lnTo>
                  <a:pt x="523875" y="276225"/>
                </a:lnTo>
                <a:lnTo>
                  <a:pt x="533400" y="276225"/>
                </a:lnTo>
                <a:lnTo>
                  <a:pt x="533400" y="304800"/>
                </a:lnTo>
                <a:lnTo>
                  <a:pt x="542925" y="304800"/>
                </a:lnTo>
                <a:lnTo>
                  <a:pt x="542925" y="333375"/>
                </a:lnTo>
                <a:lnTo>
                  <a:pt x="552450" y="333375"/>
                </a:lnTo>
                <a:lnTo>
                  <a:pt x="552450" y="361950"/>
                </a:lnTo>
                <a:lnTo>
                  <a:pt x="561975" y="361950"/>
                </a:lnTo>
                <a:lnTo>
                  <a:pt x="561975" y="390525"/>
                </a:lnTo>
                <a:lnTo>
                  <a:pt x="571500" y="390525"/>
                </a:lnTo>
                <a:lnTo>
                  <a:pt x="581025" y="466725"/>
                </a:lnTo>
                <a:lnTo>
                  <a:pt x="590550" y="466725"/>
                </a:lnTo>
                <a:lnTo>
                  <a:pt x="600075" y="571500"/>
                </a:lnTo>
                <a:lnTo>
                  <a:pt x="609600" y="571500"/>
                </a:lnTo>
                <a:lnTo>
                  <a:pt x="609600" y="885825"/>
                </a:lnTo>
                <a:lnTo>
                  <a:pt x="600075" y="885825"/>
                </a:lnTo>
                <a:lnTo>
                  <a:pt x="590550" y="990600"/>
                </a:lnTo>
                <a:lnTo>
                  <a:pt x="581025" y="990600"/>
                </a:lnTo>
                <a:lnTo>
                  <a:pt x="581025" y="1028700"/>
                </a:lnTo>
                <a:lnTo>
                  <a:pt x="571500" y="1028700"/>
                </a:lnTo>
                <a:lnTo>
                  <a:pt x="561975" y="1104900"/>
                </a:lnTo>
                <a:lnTo>
                  <a:pt x="552450" y="1104900"/>
                </a:lnTo>
                <a:lnTo>
                  <a:pt x="552450" y="1133475"/>
                </a:lnTo>
                <a:lnTo>
                  <a:pt x="542925" y="1133475"/>
                </a:lnTo>
                <a:lnTo>
                  <a:pt x="542925" y="1162050"/>
                </a:lnTo>
                <a:lnTo>
                  <a:pt x="533400" y="1162050"/>
                </a:lnTo>
                <a:lnTo>
                  <a:pt x="523875" y="1219200"/>
                </a:lnTo>
                <a:lnTo>
                  <a:pt x="514350" y="1219200"/>
                </a:lnTo>
                <a:lnTo>
                  <a:pt x="514350" y="1238250"/>
                </a:lnTo>
                <a:lnTo>
                  <a:pt x="504825" y="1238250"/>
                </a:lnTo>
                <a:lnTo>
                  <a:pt x="504825" y="1266825"/>
                </a:lnTo>
                <a:lnTo>
                  <a:pt x="495300" y="1266825"/>
                </a:lnTo>
                <a:lnTo>
                  <a:pt x="495300" y="1285875"/>
                </a:lnTo>
                <a:lnTo>
                  <a:pt x="485775" y="1285875"/>
                </a:lnTo>
                <a:lnTo>
                  <a:pt x="485775" y="1304925"/>
                </a:lnTo>
                <a:lnTo>
                  <a:pt x="476250" y="1304925"/>
                </a:lnTo>
                <a:lnTo>
                  <a:pt x="476250" y="1323975"/>
                </a:lnTo>
                <a:lnTo>
                  <a:pt x="466725" y="1323975"/>
                </a:lnTo>
                <a:lnTo>
                  <a:pt x="466725" y="1352550"/>
                </a:lnTo>
                <a:lnTo>
                  <a:pt x="457200" y="1352550"/>
                </a:lnTo>
                <a:lnTo>
                  <a:pt x="457200" y="1371600"/>
                </a:lnTo>
                <a:lnTo>
                  <a:pt x="447675" y="1371600"/>
                </a:lnTo>
                <a:lnTo>
                  <a:pt x="447675" y="1390650"/>
                </a:lnTo>
                <a:lnTo>
                  <a:pt x="438150" y="1390650"/>
                </a:lnTo>
                <a:lnTo>
                  <a:pt x="419100" y="1447800"/>
                </a:lnTo>
                <a:lnTo>
                  <a:pt x="409575" y="1447800"/>
                </a:lnTo>
                <a:lnTo>
                  <a:pt x="400050" y="1476375"/>
                </a:lnTo>
                <a:lnTo>
                  <a:pt x="390525" y="1476375"/>
                </a:lnTo>
                <a:lnTo>
                  <a:pt x="390525" y="1504950"/>
                </a:lnTo>
                <a:lnTo>
                  <a:pt x="400050" y="1504950"/>
                </a:lnTo>
                <a:lnTo>
                  <a:pt x="400050" y="1514475"/>
                </a:lnTo>
                <a:lnTo>
                  <a:pt x="457200" y="1533525"/>
                </a:lnTo>
                <a:lnTo>
                  <a:pt x="466725" y="1552575"/>
                </a:lnTo>
                <a:lnTo>
                  <a:pt x="485775" y="1552575"/>
                </a:lnTo>
                <a:lnTo>
                  <a:pt x="485775" y="1562100"/>
                </a:lnTo>
                <a:lnTo>
                  <a:pt x="504825" y="1562100"/>
                </a:lnTo>
                <a:lnTo>
                  <a:pt x="504825" y="1571625"/>
                </a:lnTo>
                <a:lnTo>
                  <a:pt x="495300" y="1571625"/>
                </a:lnTo>
                <a:lnTo>
                  <a:pt x="485775" y="1590675"/>
                </a:lnTo>
                <a:lnTo>
                  <a:pt x="466725" y="1590675"/>
                </a:lnTo>
                <a:lnTo>
                  <a:pt x="457200" y="1609725"/>
                </a:lnTo>
                <a:lnTo>
                  <a:pt x="419100" y="1619250"/>
                </a:lnTo>
                <a:close/>
              </a:path>
            </a:pathLst>
          </a:custGeom>
          <a:solidFill xmlns:a="http://schemas.openxmlformats.org/drawingml/2006/main">
            <a:srgbClr val="13B3AE"/>
          </a:solidFill>
          <a:ln xmlns:a="http://schemas.openxmlformats.org/drawingml/2006/main" w="0">
            <a:noFill/>
          </a:ln>
        </p:spPr>
      </p:sp>
      <p:sp>
        <p:nvSpPr>
          <p:cNvPr id="17" name="arrow4">
            <a:extLst xmlns:a="http://schemas.openxmlformats.org/drawingml/2006/main">
              <a:ext uri="{FF2B5EF4-FFF2-40B4-BE49-F238E27FC236}">
                <a16:creationId xmlns:a16="http://schemas.microsoft.com/office/drawing/2014/main" id="{4F5CD332-0DC0-4AF5-B196-6AA4ABBE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81625"/>
            <a:ext cx="3143250" cy="523875"/>
          </a:xfrm>
          <a:custGeom xmlns:a="http://schemas.openxmlformats.org/drawingml/2006/main">
            <a:pathLst>
              <a:path w="3143250" h="523875">
                <a:moveTo>
                  <a:pt x="400050" y="66675"/>
                </a:moveTo>
                <a:lnTo>
                  <a:pt x="504825" y="47625"/>
                </a:lnTo>
                <a:lnTo>
                  <a:pt x="504825" y="85725"/>
                </a:lnTo>
                <a:lnTo>
                  <a:pt x="495300" y="85725"/>
                </a:lnTo>
                <a:lnTo>
                  <a:pt x="485775" y="152400"/>
                </a:lnTo>
                <a:lnTo>
                  <a:pt x="476250" y="152400"/>
                </a:lnTo>
                <a:lnTo>
                  <a:pt x="476250" y="190500"/>
                </a:lnTo>
                <a:lnTo>
                  <a:pt x="504825" y="190500"/>
                </a:lnTo>
                <a:lnTo>
                  <a:pt x="504825" y="200025"/>
                </a:lnTo>
                <a:lnTo>
                  <a:pt x="542925" y="200025"/>
                </a:lnTo>
                <a:lnTo>
                  <a:pt x="542925" y="209550"/>
                </a:lnTo>
                <a:lnTo>
                  <a:pt x="581025" y="209550"/>
                </a:lnTo>
                <a:lnTo>
                  <a:pt x="581025" y="219075"/>
                </a:lnTo>
                <a:lnTo>
                  <a:pt x="619125" y="219075"/>
                </a:lnTo>
                <a:lnTo>
                  <a:pt x="619125" y="228600"/>
                </a:lnTo>
                <a:lnTo>
                  <a:pt x="657225" y="228600"/>
                </a:lnTo>
                <a:lnTo>
                  <a:pt x="657225" y="238125"/>
                </a:lnTo>
                <a:lnTo>
                  <a:pt x="704850" y="238125"/>
                </a:lnTo>
                <a:lnTo>
                  <a:pt x="704850" y="247650"/>
                </a:lnTo>
                <a:lnTo>
                  <a:pt x="762000" y="247650"/>
                </a:lnTo>
                <a:lnTo>
                  <a:pt x="762000" y="257175"/>
                </a:lnTo>
                <a:lnTo>
                  <a:pt x="809625" y="257175"/>
                </a:lnTo>
                <a:lnTo>
                  <a:pt x="809625" y="266700"/>
                </a:lnTo>
                <a:lnTo>
                  <a:pt x="866775" y="266700"/>
                </a:lnTo>
                <a:lnTo>
                  <a:pt x="866775" y="276225"/>
                </a:lnTo>
                <a:lnTo>
                  <a:pt x="933450" y="276225"/>
                </a:lnTo>
                <a:lnTo>
                  <a:pt x="933450" y="285750"/>
                </a:lnTo>
                <a:lnTo>
                  <a:pt x="1066800" y="295275"/>
                </a:lnTo>
                <a:lnTo>
                  <a:pt x="1066800" y="304800"/>
                </a:lnTo>
                <a:lnTo>
                  <a:pt x="1304925" y="314325"/>
                </a:lnTo>
                <a:lnTo>
                  <a:pt x="1304925" y="323850"/>
                </a:lnTo>
                <a:lnTo>
                  <a:pt x="1876425" y="323850"/>
                </a:lnTo>
                <a:lnTo>
                  <a:pt x="1876425" y="314325"/>
                </a:lnTo>
                <a:lnTo>
                  <a:pt x="2133600" y="304800"/>
                </a:lnTo>
                <a:lnTo>
                  <a:pt x="2133600" y="295275"/>
                </a:lnTo>
                <a:lnTo>
                  <a:pt x="2219325" y="295275"/>
                </a:lnTo>
                <a:lnTo>
                  <a:pt x="2219325" y="285750"/>
                </a:lnTo>
                <a:lnTo>
                  <a:pt x="2286000" y="285750"/>
                </a:lnTo>
                <a:lnTo>
                  <a:pt x="2286000" y="276225"/>
                </a:lnTo>
                <a:lnTo>
                  <a:pt x="2428875" y="266700"/>
                </a:lnTo>
                <a:lnTo>
                  <a:pt x="2428875" y="257175"/>
                </a:lnTo>
                <a:lnTo>
                  <a:pt x="2486025" y="257175"/>
                </a:lnTo>
                <a:lnTo>
                  <a:pt x="2486025" y="247650"/>
                </a:lnTo>
                <a:lnTo>
                  <a:pt x="2543175" y="247650"/>
                </a:lnTo>
                <a:lnTo>
                  <a:pt x="2543175" y="238125"/>
                </a:lnTo>
                <a:lnTo>
                  <a:pt x="2657475" y="228600"/>
                </a:lnTo>
                <a:lnTo>
                  <a:pt x="2657475" y="219075"/>
                </a:lnTo>
                <a:lnTo>
                  <a:pt x="2705100" y="219075"/>
                </a:lnTo>
                <a:lnTo>
                  <a:pt x="2705100" y="209550"/>
                </a:lnTo>
                <a:lnTo>
                  <a:pt x="2752725" y="209550"/>
                </a:lnTo>
                <a:lnTo>
                  <a:pt x="2752725" y="200025"/>
                </a:lnTo>
                <a:lnTo>
                  <a:pt x="2800350" y="200025"/>
                </a:lnTo>
                <a:lnTo>
                  <a:pt x="2800350" y="190500"/>
                </a:lnTo>
                <a:lnTo>
                  <a:pt x="2847975" y="190500"/>
                </a:lnTo>
                <a:lnTo>
                  <a:pt x="2847975" y="180975"/>
                </a:lnTo>
                <a:lnTo>
                  <a:pt x="2943225" y="171450"/>
                </a:lnTo>
                <a:lnTo>
                  <a:pt x="2943225" y="161925"/>
                </a:lnTo>
                <a:lnTo>
                  <a:pt x="2981325" y="161925"/>
                </a:lnTo>
                <a:lnTo>
                  <a:pt x="2981325" y="152400"/>
                </a:lnTo>
                <a:lnTo>
                  <a:pt x="3019425" y="152400"/>
                </a:lnTo>
                <a:lnTo>
                  <a:pt x="3019425" y="142875"/>
                </a:lnTo>
                <a:lnTo>
                  <a:pt x="3067050" y="142875"/>
                </a:lnTo>
                <a:lnTo>
                  <a:pt x="3067050" y="133350"/>
                </a:lnTo>
                <a:lnTo>
                  <a:pt x="3076575" y="133350"/>
                </a:lnTo>
                <a:lnTo>
                  <a:pt x="3076575" y="142875"/>
                </a:lnTo>
                <a:lnTo>
                  <a:pt x="3086100" y="142875"/>
                </a:lnTo>
                <a:lnTo>
                  <a:pt x="3086100" y="171450"/>
                </a:lnTo>
                <a:lnTo>
                  <a:pt x="3095625" y="171450"/>
                </a:lnTo>
                <a:lnTo>
                  <a:pt x="3095625" y="219075"/>
                </a:lnTo>
                <a:lnTo>
                  <a:pt x="3105150" y="219075"/>
                </a:lnTo>
                <a:lnTo>
                  <a:pt x="3114675" y="266700"/>
                </a:lnTo>
                <a:lnTo>
                  <a:pt x="3095625" y="266700"/>
                </a:lnTo>
                <a:lnTo>
                  <a:pt x="3095625" y="276225"/>
                </a:lnTo>
                <a:lnTo>
                  <a:pt x="3057525" y="276225"/>
                </a:lnTo>
                <a:lnTo>
                  <a:pt x="3057525" y="285750"/>
                </a:lnTo>
                <a:lnTo>
                  <a:pt x="2971800" y="295275"/>
                </a:lnTo>
                <a:lnTo>
                  <a:pt x="2971800" y="304800"/>
                </a:lnTo>
                <a:lnTo>
                  <a:pt x="2924175" y="304800"/>
                </a:lnTo>
                <a:lnTo>
                  <a:pt x="2924175" y="314325"/>
                </a:lnTo>
                <a:lnTo>
                  <a:pt x="2876550" y="314325"/>
                </a:lnTo>
                <a:lnTo>
                  <a:pt x="2876550" y="323850"/>
                </a:lnTo>
                <a:lnTo>
                  <a:pt x="2828925" y="323850"/>
                </a:lnTo>
                <a:lnTo>
                  <a:pt x="2828925" y="333375"/>
                </a:lnTo>
                <a:lnTo>
                  <a:pt x="2762250" y="342900"/>
                </a:lnTo>
                <a:lnTo>
                  <a:pt x="2686050" y="352425"/>
                </a:lnTo>
                <a:lnTo>
                  <a:pt x="2686050" y="361950"/>
                </a:lnTo>
                <a:lnTo>
                  <a:pt x="2638425" y="361950"/>
                </a:lnTo>
                <a:lnTo>
                  <a:pt x="2638425" y="371475"/>
                </a:lnTo>
                <a:lnTo>
                  <a:pt x="2581275" y="371475"/>
                </a:lnTo>
                <a:lnTo>
                  <a:pt x="2581275" y="381000"/>
                </a:lnTo>
                <a:lnTo>
                  <a:pt x="2524125" y="381000"/>
                </a:lnTo>
                <a:lnTo>
                  <a:pt x="2524125" y="390525"/>
                </a:lnTo>
                <a:lnTo>
                  <a:pt x="2466975" y="390525"/>
                </a:lnTo>
                <a:lnTo>
                  <a:pt x="2466975" y="400050"/>
                </a:lnTo>
                <a:lnTo>
                  <a:pt x="2409825" y="400050"/>
                </a:lnTo>
                <a:lnTo>
                  <a:pt x="2409825" y="409575"/>
                </a:lnTo>
                <a:lnTo>
                  <a:pt x="2333625" y="409575"/>
                </a:lnTo>
                <a:lnTo>
                  <a:pt x="2333625" y="419100"/>
                </a:lnTo>
                <a:lnTo>
                  <a:pt x="2266950" y="419100"/>
                </a:lnTo>
                <a:lnTo>
                  <a:pt x="2266950" y="428625"/>
                </a:lnTo>
                <a:lnTo>
                  <a:pt x="2181225" y="428625"/>
                </a:lnTo>
                <a:lnTo>
                  <a:pt x="2181225" y="438150"/>
                </a:lnTo>
                <a:lnTo>
                  <a:pt x="2066925" y="438150"/>
                </a:lnTo>
                <a:lnTo>
                  <a:pt x="2066925" y="447675"/>
                </a:lnTo>
                <a:lnTo>
                  <a:pt x="1952625" y="447675"/>
                </a:lnTo>
                <a:lnTo>
                  <a:pt x="1952625" y="457200"/>
                </a:lnTo>
                <a:lnTo>
                  <a:pt x="1743075" y="457200"/>
                </a:lnTo>
                <a:lnTo>
                  <a:pt x="1743075" y="466725"/>
                </a:lnTo>
                <a:lnTo>
                  <a:pt x="1419225" y="466725"/>
                </a:lnTo>
                <a:lnTo>
                  <a:pt x="1419225" y="457200"/>
                </a:lnTo>
                <a:lnTo>
                  <a:pt x="1238250" y="457200"/>
                </a:lnTo>
                <a:lnTo>
                  <a:pt x="1238250" y="447675"/>
                </a:lnTo>
                <a:lnTo>
                  <a:pt x="1133475" y="447675"/>
                </a:lnTo>
                <a:lnTo>
                  <a:pt x="1133475" y="438150"/>
                </a:lnTo>
                <a:lnTo>
                  <a:pt x="1028700" y="438150"/>
                </a:lnTo>
                <a:lnTo>
                  <a:pt x="1028700" y="428625"/>
                </a:lnTo>
                <a:lnTo>
                  <a:pt x="885825" y="419100"/>
                </a:lnTo>
                <a:lnTo>
                  <a:pt x="885825" y="409575"/>
                </a:lnTo>
                <a:lnTo>
                  <a:pt x="771525" y="400050"/>
                </a:lnTo>
                <a:lnTo>
                  <a:pt x="771525" y="390525"/>
                </a:lnTo>
                <a:lnTo>
                  <a:pt x="723900" y="390525"/>
                </a:lnTo>
                <a:lnTo>
                  <a:pt x="723900" y="381000"/>
                </a:lnTo>
                <a:lnTo>
                  <a:pt x="666750" y="381000"/>
                </a:lnTo>
                <a:lnTo>
                  <a:pt x="666750" y="371475"/>
                </a:lnTo>
                <a:lnTo>
                  <a:pt x="628650" y="371475"/>
                </a:lnTo>
                <a:lnTo>
                  <a:pt x="628650" y="361950"/>
                </a:lnTo>
                <a:lnTo>
                  <a:pt x="590550" y="361950"/>
                </a:lnTo>
                <a:lnTo>
                  <a:pt x="590550" y="352425"/>
                </a:lnTo>
                <a:lnTo>
                  <a:pt x="542925" y="352425"/>
                </a:lnTo>
                <a:lnTo>
                  <a:pt x="542925" y="342900"/>
                </a:lnTo>
                <a:lnTo>
                  <a:pt x="504825" y="342900"/>
                </a:lnTo>
                <a:lnTo>
                  <a:pt x="504825" y="333375"/>
                </a:lnTo>
                <a:lnTo>
                  <a:pt x="466725" y="333375"/>
                </a:lnTo>
                <a:lnTo>
                  <a:pt x="466725" y="323850"/>
                </a:lnTo>
                <a:lnTo>
                  <a:pt x="438150" y="323850"/>
                </a:lnTo>
                <a:lnTo>
                  <a:pt x="438150" y="314325"/>
                </a:lnTo>
                <a:lnTo>
                  <a:pt x="428625" y="314325"/>
                </a:lnTo>
                <a:lnTo>
                  <a:pt x="419100" y="361950"/>
                </a:lnTo>
                <a:lnTo>
                  <a:pt x="409575" y="361950"/>
                </a:lnTo>
                <a:lnTo>
                  <a:pt x="409575" y="390525"/>
                </a:lnTo>
                <a:lnTo>
                  <a:pt x="400050" y="390525"/>
                </a:lnTo>
                <a:lnTo>
                  <a:pt x="400050" y="419100"/>
                </a:lnTo>
                <a:lnTo>
                  <a:pt x="390525" y="419100"/>
                </a:lnTo>
                <a:lnTo>
                  <a:pt x="390525" y="447675"/>
                </a:lnTo>
                <a:lnTo>
                  <a:pt x="371475" y="447675"/>
                </a:lnTo>
                <a:lnTo>
                  <a:pt x="371475" y="438150"/>
                </a:lnTo>
                <a:lnTo>
                  <a:pt x="361950" y="438150"/>
                </a:lnTo>
                <a:lnTo>
                  <a:pt x="361950" y="428625"/>
                </a:lnTo>
                <a:lnTo>
                  <a:pt x="352425" y="428625"/>
                </a:lnTo>
                <a:lnTo>
                  <a:pt x="352425" y="419100"/>
                </a:lnTo>
                <a:lnTo>
                  <a:pt x="342900" y="419100"/>
                </a:lnTo>
                <a:lnTo>
                  <a:pt x="342900" y="409575"/>
                </a:lnTo>
                <a:lnTo>
                  <a:pt x="333375" y="409575"/>
                </a:lnTo>
                <a:lnTo>
                  <a:pt x="333375" y="400050"/>
                </a:lnTo>
                <a:lnTo>
                  <a:pt x="323850" y="400050"/>
                </a:lnTo>
                <a:lnTo>
                  <a:pt x="323850" y="390525"/>
                </a:lnTo>
                <a:lnTo>
                  <a:pt x="314325" y="390525"/>
                </a:lnTo>
                <a:lnTo>
                  <a:pt x="314325" y="381000"/>
                </a:lnTo>
                <a:lnTo>
                  <a:pt x="304800" y="381000"/>
                </a:lnTo>
                <a:lnTo>
                  <a:pt x="304800" y="371475"/>
                </a:lnTo>
                <a:lnTo>
                  <a:pt x="295275" y="371475"/>
                </a:lnTo>
                <a:lnTo>
                  <a:pt x="295275" y="361950"/>
                </a:lnTo>
                <a:lnTo>
                  <a:pt x="285750" y="361950"/>
                </a:lnTo>
                <a:lnTo>
                  <a:pt x="285750" y="352425"/>
                </a:lnTo>
                <a:lnTo>
                  <a:pt x="276225" y="352425"/>
                </a:lnTo>
                <a:lnTo>
                  <a:pt x="276225" y="342900"/>
                </a:lnTo>
                <a:lnTo>
                  <a:pt x="266700" y="342900"/>
                </a:lnTo>
                <a:lnTo>
                  <a:pt x="266700" y="333375"/>
                </a:lnTo>
                <a:lnTo>
                  <a:pt x="257175" y="333375"/>
                </a:lnTo>
                <a:lnTo>
                  <a:pt x="257175" y="323850"/>
                </a:lnTo>
                <a:lnTo>
                  <a:pt x="247650" y="323850"/>
                </a:lnTo>
                <a:lnTo>
                  <a:pt x="247650" y="314325"/>
                </a:lnTo>
                <a:lnTo>
                  <a:pt x="238125" y="314325"/>
                </a:lnTo>
                <a:lnTo>
                  <a:pt x="238125" y="304800"/>
                </a:lnTo>
                <a:lnTo>
                  <a:pt x="228600" y="304800"/>
                </a:lnTo>
                <a:lnTo>
                  <a:pt x="228600" y="295275"/>
                </a:lnTo>
                <a:lnTo>
                  <a:pt x="219075" y="295275"/>
                </a:lnTo>
                <a:lnTo>
                  <a:pt x="219075" y="285750"/>
                </a:lnTo>
                <a:lnTo>
                  <a:pt x="209550" y="285750"/>
                </a:lnTo>
                <a:lnTo>
                  <a:pt x="209550" y="276225"/>
                </a:lnTo>
                <a:lnTo>
                  <a:pt x="200025" y="276225"/>
                </a:lnTo>
                <a:lnTo>
                  <a:pt x="200025" y="266700"/>
                </a:lnTo>
                <a:lnTo>
                  <a:pt x="190500" y="266700"/>
                </a:lnTo>
                <a:lnTo>
                  <a:pt x="190500" y="257175"/>
                </a:lnTo>
                <a:lnTo>
                  <a:pt x="180975" y="257175"/>
                </a:lnTo>
                <a:lnTo>
                  <a:pt x="180975" y="247650"/>
                </a:lnTo>
                <a:lnTo>
                  <a:pt x="171450" y="247650"/>
                </a:lnTo>
                <a:lnTo>
                  <a:pt x="171450" y="238125"/>
                </a:lnTo>
                <a:lnTo>
                  <a:pt x="161925" y="238125"/>
                </a:lnTo>
                <a:lnTo>
                  <a:pt x="161925" y="228600"/>
                </a:lnTo>
                <a:lnTo>
                  <a:pt x="152400" y="228600"/>
                </a:lnTo>
                <a:lnTo>
                  <a:pt x="152400" y="219075"/>
                </a:lnTo>
                <a:lnTo>
                  <a:pt x="142875" y="219075"/>
                </a:lnTo>
                <a:lnTo>
                  <a:pt x="142875" y="209550"/>
                </a:lnTo>
                <a:lnTo>
                  <a:pt x="133350" y="209550"/>
                </a:lnTo>
                <a:lnTo>
                  <a:pt x="133350" y="200025"/>
                </a:lnTo>
                <a:lnTo>
                  <a:pt x="123825" y="200025"/>
                </a:lnTo>
                <a:lnTo>
                  <a:pt x="123825" y="190500"/>
                </a:lnTo>
                <a:lnTo>
                  <a:pt x="66675" y="142875"/>
                </a:lnTo>
                <a:lnTo>
                  <a:pt x="66675" y="123825"/>
                </a:lnTo>
                <a:lnTo>
                  <a:pt x="400050" y="66675"/>
                </a:lnTo>
                <a:close/>
              </a:path>
            </a:pathLst>
          </a:custGeom>
          <a:solidFill xmlns:a="http://schemas.openxmlformats.org/drawingml/2006/main">
            <a:srgbClr val="13B3AE"/>
          </a:solidFill>
          <a:ln xmlns:a="http://schemas.openxmlformats.org/drawingml/2006/main" w="0">
            <a:noFill/>
          </a:ln>
        </p:spPr>
      </p:sp>
      <p:sp>
        <p:nvSpPr>
          <p:cNvPr id="18" name="arrow5">
            <a:extLst xmlns:a="http://schemas.openxmlformats.org/drawingml/2006/main">
              <a:ext uri="{FF2B5EF4-FFF2-40B4-BE49-F238E27FC236}">
                <a16:creationId xmlns:a16="http://schemas.microsoft.com/office/drawing/2014/main" id="{FDF1A928-5BC2-41CB-9190-4D17E3BD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33700"/>
            <a:ext cx="914400" cy="1952625"/>
          </a:xfrm>
          <a:custGeom xmlns:a="http://schemas.openxmlformats.org/drawingml/2006/main">
            <a:pathLst>
              <a:path w="914400" h="1952625">
                <a:moveTo>
                  <a:pt x="809625" y="1333500"/>
                </a:moveTo>
                <a:lnTo>
                  <a:pt x="914400" y="1333500"/>
                </a:lnTo>
                <a:lnTo>
                  <a:pt x="914400" y="1381125"/>
                </a:lnTo>
                <a:lnTo>
                  <a:pt x="857250" y="1381125"/>
                </a:lnTo>
                <a:lnTo>
                  <a:pt x="752475" y="1381125"/>
                </a:lnTo>
                <a:lnTo>
                  <a:pt x="752475" y="1343025"/>
                </a:lnTo>
                <a:lnTo>
                  <a:pt x="762000" y="1343025"/>
                </a:lnTo>
                <a:lnTo>
                  <a:pt x="762000" y="1333500"/>
                </a:lnTo>
                <a:lnTo>
                  <a:pt x="809625" y="1333500"/>
                </a:lnTo>
                <a:close/>
              </a:path>
            </a:pathLst>
          </a:custGeom>
          <a:solidFill xmlns:a="http://schemas.openxmlformats.org/drawingml/2006/main">
            <a:srgbClr val="102536"/>
          </a:solidFill>
          <a:ln xmlns:a="http://schemas.openxmlformats.org/drawingml/2006/main" w="0">
            <a:noFill/>
          </a:ln>
        </p:spPr>
      </p:sp>
      <p:sp>
        <p:nvSpPr>
          <p:cNvPr id="19" name="arrow5">
            <a:extLst xmlns:a="http://schemas.openxmlformats.org/drawingml/2006/main">
              <a:ext uri="{FF2B5EF4-FFF2-40B4-BE49-F238E27FC236}">
                <a16:creationId xmlns:a16="http://schemas.microsoft.com/office/drawing/2014/main" id="{6F0E8E9E-B0EB-4A3A-A4C5-47C9ADBD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33700"/>
            <a:ext cx="914400" cy="1952625"/>
          </a:xfrm>
          <a:custGeom xmlns:a="http://schemas.openxmlformats.org/drawingml/2006/main">
            <a:pathLst>
              <a:path w="914400" h="1952625">
                <a:moveTo>
                  <a:pt x="476250" y="1343025"/>
                </a:moveTo>
                <a:lnTo>
                  <a:pt x="476250" y="1352550"/>
                </a:lnTo>
                <a:lnTo>
                  <a:pt x="495300" y="1362075"/>
                </a:lnTo>
                <a:lnTo>
                  <a:pt x="504825" y="1400175"/>
                </a:lnTo>
                <a:lnTo>
                  <a:pt x="514350" y="1400175"/>
                </a:lnTo>
                <a:lnTo>
                  <a:pt x="514350" y="1409700"/>
                </a:lnTo>
                <a:lnTo>
                  <a:pt x="533400" y="1419225"/>
                </a:lnTo>
                <a:lnTo>
                  <a:pt x="533400" y="1438275"/>
                </a:lnTo>
                <a:lnTo>
                  <a:pt x="561975" y="1457325"/>
                </a:lnTo>
                <a:lnTo>
                  <a:pt x="561975" y="1476375"/>
                </a:lnTo>
                <a:lnTo>
                  <a:pt x="571500" y="1476375"/>
                </a:lnTo>
                <a:lnTo>
                  <a:pt x="571500" y="1485900"/>
                </a:lnTo>
                <a:lnTo>
                  <a:pt x="600075" y="1504950"/>
                </a:lnTo>
                <a:lnTo>
                  <a:pt x="600075" y="1524000"/>
                </a:lnTo>
                <a:lnTo>
                  <a:pt x="609600" y="1524000"/>
                </a:lnTo>
                <a:lnTo>
                  <a:pt x="609600" y="1533525"/>
                </a:lnTo>
                <a:lnTo>
                  <a:pt x="619125" y="1533525"/>
                </a:lnTo>
                <a:lnTo>
                  <a:pt x="619125" y="1543050"/>
                </a:lnTo>
                <a:lnTo>
                  <a:pt x="628650" y="1543050"/>
                </a:lnTo>
                <a:lnTo>
                  <a:pt x="628650" y="1552575"/>
                </a:lnTo>
                <a:lnTo>
                  <a:pt x="638175" y="1552575"/>
                </a:lnTo>
                <a:lnTo>
                  <a:pt x="638175" y="1562100"/>
                </a:lnTo>
                <a:lnTo>
                  <a:pt x="695325" y="1609725"/>
                </a:lnTo>
                <a:lnTo>
                  <a:pt x="695325" y="1628775"/>
                </a:lnTo>
                <a:lnTo>
                  <a:pt x="704850" y="1628775"/>
                </a:lnTo>
                <a:lnTo>
                  <a:pt x="723900" y="1657350"/>
                </a:lnTo>
                <a:lnTo>
                  <a:pt x="742950" y="1657350"/>
                </a:lnTo>
                <a:lnTo>
                  <a:pt x="742950" y="1666875"/>
                </a:lnTo>
                <a:lnTo>
                  <a:pt x="752475" y="1666875"/>
                </a:lnTo>
                <a:lnTo>
                  <a:pt x="752475" y="1676400"/>
                </a:lnTo>
                <a:lnTo>
                  <a:pt x="762000" y="1676400"/>
                </a:lnTo>
                <a:lnTo>
                  <a:pt x="809625" y="1733550"/>
                </a:lnTo>
                <a:lnTo>
                  <a:pt x="828675" y="1733550"/>
                </a:lnTo>
                <a:lnTo>
                  <a:pt x="857250" y="1771650"/>
                </a:lnTo>
                <a:lnTo>
                  <a:pt x="885825" y="1781175"/>
                </a:lnTo>
                <a:lnTo>
                  <a:pt x="885825" y="1790700"/>
                </a:lnTo>
                <a:lnTo>
                  <a:pt x="857250" y="1809750"/>
                </a:lnTo>
                <a:lnTo>
                  <a:pt x="857250" y="1828800"/>
                </a:lnTo>
                <a:lnTo>
                  <a:pt x="828675" y="1847850"/>
                </a:lnTo>
                <a:lnTo>
                  <a:pt x="828675" y="1866900"/>
                </a:lnTo>
                <a:lnTo>
                  <a:pt x="819150" y="1866900"/>
                </a:lnTo>
                <a:lnTo>
                  <a:pt x="809625" y="1885950"/>
                </a:lnTo>
                <a:lnTo>
                  <a:pt x="771525" y="1876425"/>
                </a:lnTo>
                <a:lnTo>
                  <a:pt x="771525" y="1866900"/>
                </a:lnTo>
                <a:lnTo>
                  <a:pt x="762000" y="1866900"/>
                </a:lnTo>
                <a:lnTo>
                  <a:pt x="752475" y="1847850"/>
                </a:lnTo>
                <a:lnTo>
                  <a:pt x="733425" y="1847850"/>
                </a:lnTo>
                <a:lnTo>
                  <a:pt x="704850" y="1809750"/>
                </a:lnTo>
                <a:lnTo>
                  <a:pt x="685800" y="1809750"/>
                </a:lnTo>
                <a:lnTo>
                  <a:pt x="685800" y="1800225"/>
                </a:lnTo>
                <a:lnTo>
                  <a:pt x="676275" y="1800225"/>
                </a:lnTo>
                <a:lnTo>
                  <a:pt x="676275" y="1790700"/>
                </a:lnTo>
                <a:lnTo>
                  <a:pt x="666750" y="1790700"/>
                </a:lnTo>
                <a:lnTo>
                  <a:pt x="666750" y="1781175"/>
                </a:lnTo>
                <a:lnTo>
                  <a:pt x="657225" y="1781175"/>
                </a:lnTo>
                <a:lnTo>
                  <a:pt x="657225" y="1771650"/>
                </a:lnTo>
                <a:lnTo>
                  <a:pt x="647700" y="1771650"/>
                </a:lnTo>
                <a:lnTo>
                  <a:pt x="647700" y="1762125"/>
                </a:lnTo>
                <a:lnTo>
                  <a:pt x="638175" y="1762125"/>
                </a:lnTo>
                <a:lnTo>
                  <a:pt x="638175" y="1752600"/>
                </a:lnTo>
                <a:lnTo>
                  <a:pt x="628650" y="1752600"/>
                </a:lnTo>
                <a:lnTo>
                  <a:pt x="628650" y="1743075"/>
                </a:lnTo>
                <a:lnTo>
                  <a:pt x="619125" y="1743075"/>
                </a:lnTo>
                <a:lnTo>
                  <a:pt x="619125" y="1733550"/>
                </a:lnTo>
                <a:lnTo>
                  <a:pt x="609600" y="1733550"/>
                </a:lnTo>
                <a:lnTo>
                  <a:pt x="609600" y="1724025"/>
                </a:lnTo>
                <a:lnTo>
                  <a:pt x="600075" y="1724025"/>
                </a:lnTo>
                <a:lnTo>
                  <a:pt x="600075" y="1714500"/>
                </a:lnTo>
                <a:lnTo>
                  <a:pt x="590550" y="1714500"/>
                </a:lnTo>
                <a:lnTo>
                  <a:pt x="590550" y="1704975"/>
                </a:lnTo>
                <a:lnTo>
                  <a:pt x="581025" y="1704975"/>
                </a:lnTo>
                <a:lnTo>
                  <a:pt x="581025" y="1695450"/>
                </a:lnTo>
                <a:lnTo>
                  <a:pt x="571500" y="1695450"/>
                </a:lnTo>
                <a:lnTo>
                  <a:pt x="571500" y="1685925"/>
                </a:lnTo>
                <a:lnTo>
                  <a:pt x="561975" y="1685925"/>
                </a:lnTo>
                <a:lnTo>
                  <a:pt x="561975" y="1676400"/>
                </a:lnTo>
                <a:lnTo>
                  <a:pt x="552450" y="1676400"/>
                </a:lnTo>
                <a:lnTo>
                  <a:pt x="552450" y="1666875"/>
                </a:lnTo>
                <a:lnTo>
                  <a:pt x="495300" y="1619250"/>
                </a:lnTo>
                <a:lnTo>
                  <a:pt x="495300" y="1600200"/>
                </a:lnTo>
                <a:lnTo>
                  <a:pt x="447675" y="1562100"/>
                </a:lnTo>
                <a:lnTo>
                  <a:pt x="447675" y="1543050"/>
                </a:lnTo>
                <a:lnTo>
                  <a:pt x="428625" y="1533525"/>
                </a:lnTo>
                <a:lnTo>
                  <a:pt x="428625" y="1514475"/>
                </a:lnTo>
                <a:lnTo>
                  <a:pt x="400050" y="1495425"/>
                </a:lnTo>
                <a:lnTo>
                  <a:pt x="400050" y="1476375"/>
                </a:lnTo>
                <a:lnTo>
                  <a:pt x="381000" y="1466850"/>
                </a:lnTo>
                <a:lnTo>
                  <a:pt x="381000" y="1447800"/>
                </a:lnTo>
                <a:lnTo>
                  <a:pt x="361950" y="1438275"/>
                </a:lnTo>
                <a:lnTo>
                  <a:pt x="361950" y="1419225"/>
                </a:lnTo>
                <a:lnTo>
                  <a:pt x="352425" y="1419225"/>
                </a:lnTo>
                <a:lnTo>
                  <a:pt x="342900" y="1390650"/>
                </a:lnTo>
                <a:lnTo>
                  <a:pt x="323850" y="1381125"/>
                </a:lnTo>
                <a:lnTo>
                  <a:pt x="323850" y="1362075"/>
                </a:lnTo>
                <a:lnTo>
                  <a:pt x="314325" y="1362075"/>
                </a:lnTo>
                <a:lnTo>
                  <a:pt x="314325" y="1343025"/>
                </a:lnTo>
                <a:lnTo>
                  <a:pt x="304800" y="1343025"/>
                </a:lnTo>
                <a:lnTo>
                  <a:pt x="304800" y="1323975"/>
                </a:lnTo>
                <a:lnTo>
                  <a:pt x="295275" y="1323975"/>
                </a:lnTo>
                <a:lnTo>
                  <a:pt x="295275" y="1304925"/>
                </a:lnTo>
                <a:lnTo>
                  <a:pt x="285750" y="1304925"/>
                </a:lnTo>
                <a:lnTo>
                  <a:pt x="285750" y="1285875"/>
                </a:lnTo>
                <a:lnTo>
                  <a:pt x="276225" y="1285875"/>
                </a:lnTo>
                <a:lnTo>
                  <a:pt x="276225" y="1266825"/>
                </a:lnTo>
                <a:lnTo>
                  <a:pt x="266700" y="1266825"/>
                </a:lnTo>
                <a:lnTo>
                  <a:pt x="266700" y="1247775"/>
                </a:lnTo>
                <a:lnTo>
                  <a:pt x="257175" y="1247775"/>
                </a:lnTo>
                <a:lnTo>
                  <a:pt x="257175" y="1228725"/>
                </a:lnTo>
                <a:lnTo>
                  <a:pt x="247650" y="1228725"/>
                </a:lnTo>
                <a:lnTo>
                  <a:pt x="247650" y="1200150"/>
                </a:lnTo>
                <a:lnTo>
                  <a:pt x="238125" y="1200150"/>
                </a:lnTo>
                <a:lnTo>
                  <a:pt x="238125" y="1181100"/>
                </a:lnTo>
                <a:lnTo>
                  <a:pt x="228600" y="1181100"/>
                </a:lnTo>
                <a:lnTo>
                  <a:pt x="228600" y="1162050"/>
                </a:lnTo>
                <a:lnTo>
                  <a:pt x="219075" y="1162050"/>
                </a:lnTo>
                <a:lnTo>
                  <a:pt x="219075" y="1133475"/>
                </a:lnTo>
                <a:lnTo>
                  <a:pt x="209550" y="1133475"/>
                </a:lnTo>
                <a:lnTo>
                  <a:pt x="209550" y="1104900"/>
                </a:lnTo>
                <a:lnTo>
                  <a:pt x="200025" y="1104900"/>
                </a:lnTo>
                <a:lnTo>
                  <a:pt x="200025" y="1076325"/>
                </a:lnTo>
                <a:lnTo>
                  <a:pt x="190500" y="1076325"/>
                </a:lnTo>
                <a:lnTo>
                  <a:pt x="190500" y="1038225"/>
                </a:lnTo>
                <a:lnTo>
                  <a:pt x="180975" y="1038225"/>
                </a:lnTo>
                <a:lnTo>
                  <a:pt x="180975" y="1000125"/>
                </a:lnTo>
                <a:lnTo>
                  <a:pt x="171450" y="1000125"/>
                </a:lnTo>
                <a:lnTo>
                  <a:pt x="161925" y="895350"/>
                </a:lnTo>
                <a:lnTo>
                  <a:pt x="152400" y="895350"/>
                </a:lnTo>
                <a:lnTo>
                  <a:pt x="152400" y="676275"/>
                </a:lnTo>
                <a:lnTo>
                  <a:pt x="152400" y="590550"/>
                </a:lnTo>
                <a:lnTo>
                  <a:pt x="161925" y="590550"/>
                </a:lnTo>
                <a:lnTo>
                  <a:pt x="161925" y="523875"/>
                </a:lnTo>
                <a:lnTo>
                  <a:pt x="171450" y="523875"/>
                </a:lnTo>
                <a:lnTo>
                  <a:pt x="171450" y="485775"/>
                </a:lnTo>
                <a:lnTo>
                  <a:pt x="180975" y="485775"/>
                </a:lnTo>
                <a:lnTo>
                  <a:pt x="190500" y="409575"/>
                </a:lnTo>
                <a:lnTo>
                  <a:pt x="152400" y="409575"/>
                </a:lnTo>
                <a:lnTo>
                  <a:pt x="152400" y="400050"/>
                </a:lnTo>
                <a:lnTo>
                  <a:pt x="123825" y="400050"/>
                </a:lnTo>
                <a:lnTo>
                  <a:pt x="123825" y="390525"/>
                </a:lnTo>
                <a:lnTo>
                  <a:pt x="76200" y="390525"/>
                </a:lnTo>
                <a:lnTo>
                  <a:pt x="76200" y="381000"/>
                </a:lnTo>
                <a:lnTo>
                  <a:pt x="57150" y="381000"/>
                </a:lnTo>
                <a:lnTo>
                  <a:pt x="57150" y="371475"/>
                </a:lnTo>
                <a:lnTo>
                  <a:pt x="66675" y="371475"/>
                </a:lnTo>
                <a:lnTo>
                  <a:pt x="66675" y="361950"/>
                </a:lnTo>
                <a:lnTo>
                  <a:pt x="76200" y="361950"/>
                </a:lnTo>
                <a:lnTo>
                  <a:pt x="76200" y="352425"/>
                </a:lnTo>
                <a:lnTo>
                  <a:pt x="133350" y="304800"/>
                </a:lnTo>
                <a:lnTo>
                  <a:pt x="133350" y="285750"/>
                </a:lnTo>
                <a:lnTo>
                  <a:pt x="142875" y="285750"/>
                </a:lnTo>
                <a:lnTo>
                  <a:pt x="142875" y="276225"/>
                </a:lnTo>
                <a:lnTo>
                  <a:pt x="152400" y="276225"/>
                </a:lnTo>
                <a:lnTo>
                  <a:pt x="152400" y="266700"/>
                </a:lnTo>
                <a:lnTo>
                  <a:pt x="161925" y="266700"/>
                </a:lnTo>
                <a:lnTo>
                  <a:pt x="161925" y="257175"/>
                </a:lnTo>
                <a:lnTo>
                  <a:pt x="171450" y="257175"/>
                </a:lnTo>
                <a:lnTo>
                  <a:pt x="171450" y="247650"/>
                </a:lnTo>
                <a:lnTo>
                  <a:pt x="180975" y="247650"/>
                </a:lnTo>
                <a:lnTo>
                  <a:pt x="180975" y="238125"/>
                </a:lnTo>
                <a:lnTo>
                  <a:pt x="190500" y="238125"/>
                </a:lnTo>
                <a:lnTo>
                  <a:pt x="190500" y="228600"/>
                </a:lnTo>
                <a:lnTo>
                  <a:pt x="200025" y="228600"/>
                </a:lnTo>
                <a:lnTo>
                  <a:pt x="200025" y="219075"/>
                </a:lnTo>
                <a:lnTo>
                  <a:pt x="209550" y="219075"/>
                </a:lnTo>
                <a:lnTo>
                  <a:pt x="209550" y="209550"/>
                </a:lnTo>
                <a:lnTo>
                  <a:pt x="219075" y="209550"/>
                </a:lnTo>
                <a:lnTo>
                  <a:pt x="219075" y="200025"/>
                </a:lnTo>
                <a:lnTo>
                  <a:pt x="228600" y="200025"/>
                </a:lnTo>
                <a:lnTo>
                  <a:pt x="228600" y="190500"/>
                </a:lnTo>
                <a:lnTo>
                  <a:pt x="238125" y="190500"/>
                </a:lnTo>
                <a:lnTo>
                  <a:pt x="238125" y="180975"/>
                </a:lnTo>
                <a:lnTo>
                  <a:pt x="247650" y="180975"/>
                </a:lnTo>
                <a:lnTo>
                  <a:pt x="247650" y="171450"/>
                </a:lnTo>
                <a:lnTo>
                  <a:pt x="257175" y="171450"/>
                </a:lnTo>
                <a:lnTo>
                  <a:pt x="257175" y="161925"/>
                </a:lnTo>
                <a:lnTo>
                  <a:pt x="266700" y="161925"/>
                </a:lnTo>
                <a:lnTo>
                  <a:pt x="266700" y="152400"/>
                </a:lnTo>
                <a:lnTo>
                  <a:pt x="276225" y="152400"/>
                </a:lnTo>
                <a:lnTo>
                  <a:pt x="276225" y="142875"/>
                </a:lnTo>
                <a:lnTo>
                  <a:pt x="285750" y="142875"/>
                </a:lnTo>
                <a:lnTo>
                  <a:pt x="285750" y="133350"/>
                </a:lnTo>
                <a:lnTo>
                  <a:pt x="295275" y="133350"/>
                </a:lnTo>
                <a:lnTo>
                  <a:pt x="295275" y="123825"/>
                </a:lnTo>
                <a:lnTo>
                  <a:pt x="304800" y="123825"/>
                </a:lnTo>
                <a:lnTo>
                  <a:pt x="304800" y="114300"/>
                </a:lnTo>
                <a:lnTo>
                  <a:pt x="314325" y="114300"/>
                </a:lnTo>
                <a:lnTo>
                  <a:pt x="361950" y="57150"/>
                </a:lnTo>
                <a:lnTo>
                  <a:pt x="381000" y="66675"/>
                </a:lnTo>
                <a:lnTo>
                  <a:pt x="381000" y="114300"/>
                </a:lnTo>
                <a:lnTo>
                  <a:pt x="390525" y="114300"/>
                </a:lnTo>
                <a:lnTo>
                  <a:pt x="390525" y="152400"/>
                </a:lnTo>
                <a:lnTo>
                  <a:pt x="400050" y="152400"/>
                </a:lnTo>
                <a:lnTo>
                  <a:pt x="400050" y="200025"/>
                </a:lnTo>
                <a:lnTo>
                  <a:pt x="409575" y="200025"/>
                </a:lnTo>
                <a:lnTo>
                  <a:pt x="409575" y="238125"/>
                </a:lnTo>
                <a:lnTo>
                  <a:pt x="419100" y="238125"/>
                </a:lnTo>
                <a:lnTo>
                  <a:pt x="419100" y="285750"/>
                </a:lnTo>
                <a:lnTo>
                  <a:pt x="428625" y="285750"/>
                </a:lnTo>
                <a:lnTo>
                  <a:pt x="428625" y="323850"/>
                </a:lnTo>
                <a:lnTo>
                  <a:pt x="438150" y="323850"/>
                </a:lnTo>
                <a:lnTo>
                  <a:pt x="438150" y="371475"/>
                </a:lnTo>
                <a:lnTo>
                  <a:pt x="447675" y="371475"/>
                </a:lnTo>
                <a:lnTo>
                  <a:pt x="447675" y="419100"/>
                </a:lnTo>
                <a:lnTo>
                  <a:pt x="457200" y="419100"/>
                </a:lnTo>
                <a:lnTo>
                  <a:pt x="457200" y="466725"/>
                </a:lnTo>
                <a:lnTo>
                  <a:pt x="466725" y="466725"/>
                </a:lnTo>
                <a:lnTo>
                  <a:pt x="466725" y="485775"/>
                </a:lnTo>
                <a:lnTo>
                  <a:pt x="400050" y="476250"/>
                </a:lnTo>
                <a:lnTo>
                  <a:pt x="400050" y="466725"/>
                </a:lnTo>
                <a:lnTo>
                  <a:pt x="361950" y="466725"/>
                </a:lnTo>
                <a:lnTo>
                  <a:pt x="361950" y="457200"/>
                </a:lnTo>
                <a:lnTo>
                  <a:pt x="323850" y="457200"/>
                </a:lnTo>
                <a:lnTo>
                  <a:pt x="323850" y="504825"/>
                </a:lnTo>
                <a:lnTo>
                  <a:pt x="314325" y="504825"/>
                </a:lnTo>
                <a:lnTo>
                  <a:pt x="314325" y="552450"/>
                </a:lnTo>
                <a:lnTo>
                  <a:pt x="304800" y="552450"/>
                </a:lnTo>
                <a:lnTo>
                  <a:pt x="304800" y="609600"/>
                </a:lnTo>
                <a:lnTo>
                  <a:pt x="295275" y="609600"/>
                </a:lnTo>
                <a:lnTo>
                  <a:pt x="295275" y="876300"/>
                </a:lnTo>
                <a:lnTo>
                  <a:pt x="304800" y="876300"/>
                </a:lnTo>
                <a:lnTo>
                  <a:pt x="314325" y="981075"/>
                </a:lnTo>
                <a:lnTo>
                  <a:pt x="323850" y="981075"/>
                </a:lnTo>
                <a:lnTo>
                  <a:pt x="323850" y="1019175"/>
                </a:lnTo>
                <a:lnTo>
                  <a:pt x="333375" y="1019175"/>
                </a:lnTo>
                <a:lnTo>
                  <a:pt x="333375" y="1047750"/>
                </a:lnTo>
                <a:lnTo>
                  <a:pt x="342900" y="1047750"/>
                </a:lnTo>
                <a:lnTo>
                  <a:pt x="342900" y="1076325"/>
                </a:lnTo>
                <a:lnTo>
                  <a:pt x="352425" y="1076325"/>
                </a:lnTo>
                <a:lnTo>
                  <a:pt x="361950" y="1133475"/>
                </a:lnTo>
                <a:lnTo>
                  <a:pt x="371475" y="1133475"/>
                </a:lnTo>
                <a:lnTo>
                  <a:pt x="371475" y="1152525"/>
                </a:lnTo>
                <a:lnTo>
                  <a:pt x="381000" y="1152525"/>
                </a:lnTo>
                <a:lnTo>
                  <a:pt x="381000" y="1171575"/>
                </a:lnTo>
                <a:lnTo>
                  <a:pt x="390525" y="1171575"/>
                </a:lnTo>
                <a:lnTo>
                  <a:pt x="390525" y="1200150"/>
                </a:lnTo>
                <a:lnTo>
                  <a:pt x="400050" y="1200150"/>
                </a:lnTo>
                <a:lnTo>
                  <a:pt x="400050" y="1219200"/>
                </a:lnTo>
                <a:lnTo>
                  <a:pt x="409575" y="1219200"/>
                </a:lnTo>
                <a:lnTo>
                  <a:pt x="428625" y="1276350"/>
                </a:lnTo>
                <a:lnTo>
                  <a:pt x="447675" y="1285875"/>
                </a:lnTo>
                <a:lnTo>
                  <a:pt x="447675" y="1304925"/>
                </a:lnTo>
                <a:lnTo>
                  <a:pt x="457200" y="1304925"/>
                </a:lnTo>
                <a:lnTo>
                  <a:pt x="457200" y="1323975"/>
                </a:lnTo>
                <a:lnTo>
                  <a:pt x="466725" y="1323975"/>
                </a:lnTo>
                <a:lnTo>
                  <a:pt x="476250" y="1343025"/>
                </a:lnTo>
                <a:close/>
              </a:path>
            </a:pathLst>
          </a:custGeom>
          <a:solidFill xmlns:a="http://schemas.openxmlformats.org/drawingml/2006/main">
            <a:srgbClr val="13B3A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99FC2F-68A7-4E8F-A761-771F8406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3475" y="2847975"/>
            <a:ext cx="238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F49A96-F279-4244-849B-58BEF4FE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26860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Soldier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C97418-39FB-471F-A9BC-3DE3DFF6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2075" y="25146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Sense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B549A7-02E6-4F5A-A0DE-19960D30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2724150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Analyze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BF2527-8640-4E0D-BAB9-45F645ED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595312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Synthesize in field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7C0931-9E1F-41BF-8022-63881364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595312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Deliver + reassess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AB81A7-3092-43C9-A1CB-5405CA75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3390900"/>
            <a:ext cx="4000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5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On-the-fly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8110BC-21E3-4305-986F-27D8A2CB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1875" y="3800475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70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32D3B"/>
                </a:solidFill>
                <a:latin typeface="Arial"/>
                <a:ea typeface="Arial"/>
                <a:cs typeface="Arial"/>
              </a:rPr>
              <a:t>bespoke synthesis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55F1D3-9703-463B-9CAA-33F80EC1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64674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132D3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32D3B"/>
                </a:solidFill>
                <a:latin typeface="Arial"/>
                <a:ea typeface="Arial"/>
                <a:cs typeface="Arial"/>
              </a:rPr>
              <a:t>Concept</a:t>
            </a:r>
          </a:p>
        </p:txBody>
      </p:sp>
    </p:spTree>
    <p:extLst>
      <p:ext uri="{BB962C8B-B14F-4D97-AF65-F5344CB8AC3E}">
        <p14:creationId xmlns:p14="http://schemas.microsoft.com/office/powerpoint/2010/main" val="1048339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2026-10-18T17:31:05.0380000Z</dcterms:created>
  <dcterms:modified xsi:type="dcterms:W3CDTF">2026-10-18T17:31:05.0380000Z</dcterms:modified>
</coreProperties>
</file>