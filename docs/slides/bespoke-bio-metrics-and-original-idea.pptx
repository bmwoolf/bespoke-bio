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3fb5b1baae4793" /><Relationship Type="http://schemas.openxmlformats.org/officeDocument/2006/relationships/extended-properties" Target="/docProps/app.xml" Id="R7934ae4d74164379" /><Relationship Type="http://schemas.openxmlformats.org/officeDocument/2006/relationships/officeDocument" Target="/ppt/presentation.xml" Id="Ra5c4747bd57e42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8274cd21447e7"/>
  </p:sldMasterIdLst>
  <p:notesMasterIdLst>
    <p:notesMasterId xmlns:r="http://schemas.openxmlformats.org/officeDocument/2006/relationships" r:id="R1d0134072a184286"/>
  </p:notesMasterIdLst>
  <p:sldIdLst>
    <p:sldId xmlns:r="http://schemas.openxmlformats.org/officeDocument/2006/relationships" id="256" r:id="Re284cce9a9d44792"/>
    <p:sldId xmlns:r="http://schemas.openxmlformats.org/officeDocument/2006/relationships" id="257" r:id="R7ca5b6eb624c4a2e"/>
    <p:sldId xmlns:r="http://schemas.openxmlformats.org/officeDocument/2006/relationships" id="258" r:id="R8a3876a1ee8f4139"/>
    <p:sldId xmlns:r="http://schemas.openxmlformats.org/officeDocument/2006/relationships" id="259" r:id="R62e234b5fca04af5"/>
    <p:sldId xmlns:r="http://schemas.openxmlformats.org/officeDocument/2006/relationships" id="260" r:id="Re1ec82f5b4d049e2"/>
    <p:sldId xmlns:r="http://schemas.openxmlformats.org/officeDocument/2006/relationships" id="261" r:id="R3001c0083ed24204"/>
    <p:sldId xmlns:r="http://schemas.openxmlformats.org/officeDocument/2006/relationships" id="262" r:id="Re98c4746020c4302"/>
    <p:sldId xmlns:r="http://schemas.openxmlformats.org/officeDocument/2006/relationships" id="263" r:id="Rd6a99a6f80794cfa"/>
    <p:sldId xmlns:r="http://schemas.openxmlformats.org/officeDocument/2006/relationships" id="264" r:id="R4edbac920ee04f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b20af6b097458e" /><Relationship Type="http://schemas.openxmlformats.org/officeDocument/2006/relationships/slideMaster" Target="/ppt/slideMasters/slideMaster1.xml" Id="R8b48274cd21447e7" /><Relationship Type="http://schemas.openxmlformats.org/officeDocument/2006/relationships/notesMaster" Target="/ppt/notesMasters/notesMaster1.xml" Id="R1d0134072a184286" /><Relationship Type="http://schemas.openxmlformats.org/officeDocument/2006/relationships/presProps" Target="/ppt/presProps.xml" Id="R694112bb43cc4847" /><Relationship Type="http://schemas.openxmlformats.org/officeDocument/2006/relationships/tableStyles" Target="/ppt/tableStyles.xml" Id="Rc6d3682868b74b69" /><Relationship Type="http://schemas.openxmlformats.org/officeDocument/2006/relationships/slide" Target="/ppt/slides/slide1.xml" Id="Re284cce9a9d44792" /><Relationship Type="http://schemas.openxmlformats.org/officeDocument/2006/relationships/slide" Target="/ppt/slides/slide2.xml" Id="R7ca5b6eb624c4a2e" /><Relationship Type="http://schemas.openxmlformats.org/officeDocument/2006/relationships/slide" Target="/ppt/slides/slide3.xml" Id="R8a3876a1ee8f4139" /><Relationship Type="http://schemas.openxmlformats.org/officeDocument/2006/relationships/slide" Target="/ppt/slides/slide4.xml" Id="R62e234b5fca04af5" /><Relationship Type="http://schemas.openxmlformats.org/officeDocument/2006/relationships/slide" Target="/ppt/slides/slide5.xml" Id="Re1ec82f5b4d049e2" /><Relationship Type="http://schemas.openxmlformats.org/officeDocument/2006/relationships/slide" Target="/ppt/slides/slide6.xml" Id="R3001c0083ed24204" /><Relationship Type="http://schemas.openxmlformats.org/officeDocument/2006/relationships/slide" Target="/ppt/slides/slide7.xml" Id="Re98c4746020c4302" /><Relationship Type="http://schemas.openxmlformats.org/officeDocument/2006/relationships/slide" Target="/ppt/slides/slide8.xml" Id="Rd6a99a6f80794cfa" /><Relationship Type="http://schemas.openxmlformats.org/officeDocument/2006/relationships/slide" Target="/ppt/slides/slide9.xml" Id="R4edbac920ee0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078d991567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354a5446e34790" /><Relationship Type="http://schemas.openxmlformats.org/officeDocument/2006/relationships/notesMaster" Target="/ppt/notesMasters/notesMaster1.xml" Id="Rf041c2833d3247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096bc774574a8d" /><Relationship Type="http://schemas.openxmlformats.org/officeDocument/2006/relationships/notesMaster" Target="/ppt/notesMasters/notesMaster1.xml" Id="R151fd0b127f047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0987558650469b" /><Relationship Type="http://schemas.openxmlformats.org/officeDocument/2006/relationships/notesMaster" Target="/ppt/notesMasters/notesMaster1.xml" Id="Rcd157ec221d64f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2458a386794cd1" /><Relationship Type="http://schemas.openxmlformats.org/officeDocument/2006/relationships/notesMaster" Target="/ppt/notesMasters/notesMaster1.xml" Id="Rbe498a768a6f49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d2eaac8b5240b7" /><Relationship Type="http://schemas.openxmlformats.org/officeDocument/2006/relationships/notesMaster" Target="/ppt/notesMasters/notesMaster1.xml" Id="R3d6b6242baf642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77acf1db3a4b69" /><Relationship Type="http://schemas.openxmlformats.org/officeDocument/2006/relationships/notesMaster" Target="/ppt/notesMasters/notesMaster1.xml" Id="R2850a5568a9849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acb458e5434da8" /><Relationship Type="http://schemas.openxmlformats.org/officeDocument/2006/relationships/notesMaster" Target="/ppt/notesMasters/notesMaster1.xml" Id="R3900ca9580de41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d9eade79a042a0" /><Relationship Type="http://schemas.openxmlformats.org/officeDocument/2006/relationships/notesMaster" Target="/ppt/notesMasters/notesMaster1.xml" Id="R867b3255459148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d69a88d5d64989" /><Relationship Type="http://schemas.openxmlformats.org/officeDocument/2006/relationships/notesMaster" Target="/ppt/notesMasters/notesMaster1.xml" Id="R7610094aa511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GitHub main 086484a and binder branch 95507e6 on 2026-10-17. Stage 1 precomputed HG002 export and independent replay are reported in main README and docs/stage-one.md. Raw DNA/RNA workflow adapters remain unqualified for full cases. Stage 2 implements exact-sequence lookup and folding adapters; do not claim every backend was run here. Current direct protein intake bypasses the CDS-based Step 2 API and accepts full sequences without automatic signal peptide trimming. BoltzGen supports sequence and structure inputs, with no specified epitope. The public PD-L1 runs establish pipeline execution, not measured binding. Uniqueness refers to deduplicated protein sequences, not experimentally established variant-specific binders. Selectivity against reference proteins or other targets is not established. No new binder run was performed for the supplied CCL26 JSON.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https://github.com/bmwoolf/bespoke-bio/blob/086484a/README.md</a:t>
            </a:r>
          </a:p>
          <a:p xmlns:a="http://schemas.openxmlformats.org/drawingml/2006/main">
            <a:r>
              <a:t>https://github.com/bmwoolf/bespoke-bio/blob/086484a/docs/stage-one.md</a:t>
            </a:r>
          </a:p>
          <a:p xmlns:a="http://schemas.openxmlformats.org/drawingml/2006/main">
            <a:r>
              <a:t>https://github.com/bmwoolf/bespoke-bio/blob/086484a/src/bespoke_bio/api.py</a:t>
            </a:r>
          </a:p>
          <a:p xmlns:a="http://schemas.openxmlformats.org/drawingml/2006/main">
            <a:r>
              <a:t>https://github.com/bmwoolf/bespoke-bio/blob/95507e6/docs/STATUS.md</a:t>
            </a:r>
          </a:p>
          <a:p xmlns:a="http://schemas.openxmlformats.org/drawingml/2006/main">
            <a:r>
              <a:t>https://github.com/bmwoolf/bespoke-bio/blob/95507e6/src/biocad/service.py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small pipeline smoke tests, not an estimate of binder hit rate. Structure-input run: 2 candidates, 1 passed, ipTM 0.3046 and 0.2925. Rejected candidate failed filter_rmsd at 2.6117 Å against the configured 2.5 Å threshold. Sequence-only HTTP run shown: 1 candidate, passed, complex recovery RMSD 0.8308 Å, binder-alone recovery 1.3318 Å, ipTM 0.4104, ESMFold2 minimum ipSAE 0.172. Managed shared-service run: 1 candidate, passed, ipTM 0.2009, ESMFold2 minimum ipSAE 0.0148; verified result download and worker deletion. Counts total 4 generated candidates and 3 native filter passes across 3 completed runs. Failed startup attempts are not included. No measured affinity, binding assay, reference-vs-variant specificity or off-target panel is available. CCL26 integration preparation did not perform inference. The image uses actual refolded predicted coordinates from binder_5c7000a0e62fb0de/complex.cif, rendered with Mol*: chain A 75 residues teal, chain B 115 residues orange. Geometry recovery tests whether refolding reproduces the design, not whether the proteins bind in a laboratory.</a:t>
            </a:r>
          </a:p>
          <a:p xmlns:a="http://schemas.openxmlformats.org/drawingml/2006/main">
            <a:r>
              <a:t>Sources: https://github.com/bmwoolf/bespoke-bio/blob/95507e6/examples/boltzgen_results/summary.json</a:t>
            </a:r>
          </a:p>
          <a:p xmlns:a="http://schemas.openxmlformats.org/drawingml/2006/main">
            <a:r>
              <a:t>https://github.com/bmwoolf/bespoke-bio/blob/95507e6/examples/boltzgen_api_results/summary.json</a:t>
            </a:r>
          </a:p>
          <a:p xmlns:a="http://schemas.openxmlformats.org/drawingml/2006/main">
            <a:r>
              <a:t>https://github.com/bmwoolf/bespoke-bio/blob/95507e6/examples/shared_service_smoke/summary.json</a:t>
            </a:r>
          </a:p>
          <a:p xmlns:a="http://schemas.openxmlformats.org/drawingml/2006/main">
            <a:r>
              <a:t>https://github.com/bmwoolf/bespoke-bio/blob/95507e6/examples/boltzgen_api_results/bundle/binder_5c7000a0e62fb0de/complex.cif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User-proposed future concept: the entire loop operates in the field. A soldier or medic provides a sample; edge omics sensing sends a compact reference-linked report to local field computing; analysis informs bespoke peptide synthesis or formulation in a portable field lab; delivery to the medic enables treatment and reassessment, feeding back into the loop. On-the-fly bespoke synthesis is the intended capability, not a demonstrated current clinical capability. New treatments require efficacy, safety, clinical review and manufacturing quality validation. The current project has demonstrated computational pipeline operation, not this field medical system. Figure is a conceptual diagram, not actual equipment. Foldseek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overview. Preparation resolves exact constructs, variants and target alignments/structures. BoltzGen generates candidate binders, performs native refolding/filtering and ESMFold2 assessment. Separate standard Boltz-2 validation uses fixed sequences, target MSA, empty binder MSA and no templates: complex and binder alone across three seeds. Review per-chain pLDDT, directional interface confidence and PAE, experimental target geometry where available, clashes, design agreement and repeat pose consistency. Native filtering does not impose a universal binding-confidence threshold. Outputs are computational candidates, not experimentally proven binders. GPU lifecycle includes verification of downloaded results before deletion. Source: docs/FOLDING_VALIDATION.md and examples/folding_validation/FINAL_FINDINGS.md on codex/binder-pipeline-demo.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Definitions: pLDDT0–100, pTM/ipTM0–1, PAE/RMSD in angstroms. Directional chain-pair ipTM and ESMFold2 ipSAE are different metrics. Clash screen counts heavy-atom pairs below2Å; not a force-field test. No calibrated binding threshold. Sources: examples/folding_validation/summary_figures/README.md and FINAL_FINDINGS.md.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medians are rounded from docs/FOLDING_VALIDATION.md. MSA=frozen multiple sequence alignment. Experimental reference is withheld from no-template prediction inputs, not necessarily model training. This does not establish arbitrary de novo target reliability. Template arms include coordinates and cannot be interpreted as independent folding.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passes2/32FGF2 and1/32IL1RN. Full IDs binder_446e69445d74fbf2,binder_8d7f64798b00c4dc,binder_70c5ec0eca4403d4. Interface ranges combine both raw directions across3seeds. Pose variation compares three non-independent seed pairs after fitting target. No coordinate templates used; targetMSA, binderemptyMSA. FGF2best ESMFold2minipSAE .0138/nativeipTM .157 vs highstandardconfidence; zerooriginaldesigncontactrecall,51Å originalposerelocation. No experimental binding. Source examples/folding_validation/FINAL_FINDINGS.md.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Natural positive used target-only template and official paired/unpairedMSAs for both natural chains; empty-binder-MSA comparison differs from this protocol. Contact recall strictheavyatom&lt;5Å. De novo binders lack natural homologMSAs, limiting calibration transfer. SERPINA1 numbers are medianCαRMSD on367sharedobservedcorepositions excludingvariant sites:withinreference .693,S .705,Z .807Å; ranges overlap. Canonical-backgroundsingle substitutions,not phasedhaplotypes. Seeds not physical ensembles or significance test. Source FINAL_FINDINGS.md.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simplified digitization of user photo IMG_7001.HEIC. Original sketch labels: McMaster Site UX/operator; ModelsDB/Analytics; analyze data/structure/standardizedformatted; model layer; AF3/OF output3D proteinmodels humanproteome+variants; solutionmodel target3Dsurfaces/locks,modelpossiblekeys,outputkeys/proteinsolutions;bioreactor proteins;battlefront;sensor biomarkers spit/blood/genome-seqDNA/RNA/prot;feedbackloop. This is the original proposed architecture, not a claim all modules exist today. Current binder service implements only part of the scientific loop. No image of the photo is embedded; diagram is native shapes/text/arrows.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56ee9429845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ba0fe349048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f01447a4c47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f36a514704a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902df178a41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ed40dba864a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30D39C-07A1-4718-A69C-F1B18043D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270BBB-B686-4444-B4FF-376CD26CCF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9BD42C-1693-4218-B8EE-0D0C8F50A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9B8D4C-D0BD-4493-8224-E15E0066E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F90CDF-D3D0-4730-8086-460C39AF02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745275-F643-4B17-BAFE-1BD971BFF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F6492B-2F55-405C-B3A9-96F8897C30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70B906-63BD-44C4-87F0-BEA968D8E8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655DB4-CBA8-4CC0-BE06-C62C6DC16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D9B39C-0BF4-4A4B-90DB-62880EADFC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91f9a91dbf4752" /><Relationship Type="http://schemas.openxmlformats.org/officeDocument/2006/relationships/slideLayout" Target="/ppt/slideLayouts/slideLayout1.xml" Id="Ra096be6015ee49cb" /><Relationship Type="http://schemas.openxmlformats.org/officeDocument/2006/relationships/slideLayout" Target="/ppt/slideLayouts/slideLayout2.xml" Id="R9f14d3e8a34842dd" /><Relationship Type="http://schemas.openxmlformats.org/officeDocument/2006/relationships/slideLayout" Target="/ppt/slideLayouts/slideLayout3.xml" Id="R06e5bccd85fc457a" /><Relationship Type="http://schemas.openxmlformats.org/officeDocument/2006/relationships/slideLayout" Target="/ppt/slideLayouts/slideLayout4.xml" Id="R0e0c5db67b354b28" /><Relationship Type="http://schemas.openxmlformats.org/officeDocument/2006/relationships/slideLayout" Target="/ppt/slideLayouts/slideLayout5.xml" Id="R06b2f2ce1f734a56" /><Relationship Type="http://schemas.openxmlformats.org/officeDocument/2006/relationships/slideLayout" Target="/ppt/slideLayouts/slideLayout6.xml" Id="R6947e88bd8804f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96be6015ee49cb"/>
    <p:sldLayoutId xmlns:r="http://schemas.openxmlformats.org/officeDocument/2006/relationships" id="2147483650" r:id="R9f14d3e8a34842dd"/>
    <p:sldLayoutId xmlns:r="http://schemas.openxmlformats.org/officeDocument/2006/relationships" id="2147483651" r:id="R06e5bccd85fc457a"/>
    <p:sldLayoutId xmlns:r="http://schemas.openxmlformats.org/officeDocument/2006/relationships" id="2147483652" r:id="R0e0c5db67b354b28"/>
    <p:sldLayoutId xmlns:r="http://schemas.openxmlformats.org/officeDocument/2006/relationships" id="2147483653" r:id="R06b2f2ce1f734a56"/>
    <p:sldLayoutId xmlns:r="http://schemas.openxmlformats.org/officeDocument/2006/relationships" id="2147483654" r:id="R6947e88bd8804f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71a05376641e0" /><Relationship Type="http://schemas.openxmlformats.org/officeDocument/2006/relationships/notesSlide" Target="/ppt/notesSlides/notesSlide1.xml" Id="R66d85bcb1c3240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84072688f4c5d" /><Relationship Type="http://schemas.openxmlformats.org/officeDocument/2006/relationships/image" Target="/ppt/media/image.png" Id="R6f358c4503b34052" /><Relationship Type="http://schemas.openxmlformats.org/officeDocument/2006/relationships/notesSlide" Target="/ppt/notesSlides/notesSlide2.xml" Id="Rc36f14d901a140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965ace16f40a6" /><Relationship Type="http://schemas.openxmlformats.org/officeDocument/2006/relationships/notesSlide" Target="/ppt/notesSlides/notesSlide3.xml" Id="Rf826244cdc8c4f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0033b1ae24fe8" /><Relationship Type="http://schemas.openxmlformats.org/officeDocument/2006/relationships/notesSlide" Target="/ppt/notesSlides/notesSlide4.xml" Id="R41cdc9d3c15e46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0f3ce971f497a" /><Relationship Type="http://schemas.openxmlformats.org/officeDocument/2006/relationships/notesSlide" Target="/ppt/notesSlides/notesSlide5.xml" Id="Rc9b017310dfd4b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92e7d44864a4a" /><Relationship Type="http://schemas.openxmlformats.org/officeDocument/2006/relationships/chart" Target="/ppt/slides/charts/chart1.xml" Id="R59f6ad380c01447f" /><Relationship Type="http://schemas.openxmlformats.org/officeDocument/2006/relationships/notesSlide" Target="/ppt/notesSlides/notesSlide6.xml" Id="Rdee3ec1ecc9b42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7b27bfab54ef2" /><Relationship Type="http://schemas.openxmlformats.org/officeDocument/2006/relationships/notesSlide" Target="/ppt/notesSlides/notesSlide7.xml" Id="R95602b577e4747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948576da84540" /><Relationship Type="http://schemas.openxmlformats.org/officeDocument/2006/relationships/notesSlide" Target="/ppt/notesSlides/notesSlide8.xml" Id="R9d123d322e5d44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fe615b2ef44aa" /><Relationship Type="http://schemas.openxmlformats.org/officeDocument/2006/relationships/notesSlide" Target="/ppt/notesSlides/notesSlide9.xml" Id="R1c0bc0990f9b4eb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Sequence only</c:v>
          </c:tx>
          <c:spPr>
            <a:solidFill xmlns:a="http://schemas.openxmlformats.org/drawingml/2006/main">
              <a:srgbClr val="BA8D4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FGF2</c:v>
                </c:pt>
                <c:pt idx="1">
                  <c:v>IL1RN</c:v>
                </c:pt>
                <c:pt idx="2">
                  <c:v>SERPINA1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2.1</c:v>
                </c:pt>
                <c:pt idx="1">
                  <c:v>14.66</c:v>
                </c:pt>
                <c:pt idx="2">
                  <c:v>9.3</c:v>
                </c:pt>
              </c:numCache>
            </c:numRef>
          </c:val>
        </c:ser>
        <c:ser>
          <c:idx val="1"/>
          <c:order val="1"/>
          <c:tx>
            <c:v>MSA only</c:v>
          </c:tx>
          <c:spPr>
            <a:solidFill xmlns:a="http://schemas.openxmlformats.org/drawingml/2006/main">
              <a:srgbClr val="14AAA5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FGF2</c:v>
                </c:pt>
                <c:pt idx="1">
                  <c:v>IL1RN</c:v>
                </c:pt>
                <c:pt idx="2">
                  <c:v>SERPINA1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0.335</c:v>
                </c:pt>
                <c:pt idx="1">
                  <c:v>0.538</c:v>
                </c:pt>
                <c:pt idx="2">
                  <c:v>1.65</c:v>
                </c:pt>
              </c:numCache>
            </c:numRef>
          </c:val>
        </c:ser>
        <c:ser>
          <c:idx val="2"/>
          <c:order val="2"/>
          <c:tx>
            <c:v>Template only</c:v>
          </c:tx>
          <c:spPr>
            <a:solidFill xmlns:a="http://schemas.openxmlformats.org/drawingml/2006/main">
              <a:srgbClr val="539BBA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FGF2</c:v>
                </c:pt>
                <c:pt idx="1">
                  <c:v>IL1RN</c:v>
                </c:pt>
                <c:pt idx="2">
                  <c:v>SERPINA1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0.311</c:v>
                </c:pt>
                <c:pt idx="1">
                  <c:v>0.561</c:v>
                </c:pt>
                <c:pt idx="2">
                  <c:v>1.76</c:v>
                </c:pt>
              </c:numCache>
            </c:numRef>
          </c:val>
        </c:ser>
        <c:ser>
          <c:idx val="3"/>
          <c:order val="3"/>
          <c:tx>
            <c:v>MSA + template</c:v>
          </c:tx>
          <c:spPr>
            <a:solidFill xmlns:a="http://schemas.openxmlformats.org/drawingml/2006/main">
              <a:srgbClr val="173B48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FGF2</c:v>
                </c:pt>
                <c:pt idx="1">
                  <c:v>IL1RN</c:v>
                </c:pt>
                <c:pt idx="2">
                  <c:v>SERPINA1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0.29</c:v>
                </c:pt>
                <c:pt idx="1">
                  <c:v>0.55</c:v>
                </c:pt>
                <c:pt idx="2">
                  <c:v>1.51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Arial"/>
                    <a:ea typeface="Arial"/>
                    <a:cs typeface="Arial"/>
                  </a:rPr>
                  <a:t>Target Cα RMSD (Å) ↓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BF643-B4BF-47CF-8DE6-BA2F7ED5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Bespoke Bio: current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B87D6-9573-49F9-99B8-261C8870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Personalized protein sequences and computational binder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443D7-858A-483D-9098-E00C4BD6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47343-821C-44E9-BF66-759895C2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Evidence to proteins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60143-C4E0-411E-86B4-9924AF23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Resolve supported alleles from variant evidence. Translate complete protein sequences and retain donor / transcript provenance.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37D3F-D73D-4CA4-88F2-E9072095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protein JSON + FASTA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FCF2A-3B1A-49CD-A871-19AF99E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E5B62-3C3F-4140-A81A-1E7962D4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Target structures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4B8EB-ED5E-4BF8-8E5B-D836470A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Reuse exact matching structures or predict each unique sequence with Boltz-2, ESMFold or OpenFold.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8FDBF-5079-4230-8D67-0CBB968E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structures +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CBB0A-C40B-4EFF-B1F3-F5969FFB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B85EF-2AFB-4D6A-9697-499D294B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Binder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FF483-C9F6-46CA-B0DF-7E99D901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BoltzGen generates candidate binders, predicts complexes and evaluates folding and interface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8B0AF-8BDC-4DAF-8B67-FCFFBB98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sequences + ranked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CF97E-403D-4EB0-8AD5-533E10C5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Live shortcut: protein JSON can enter the binder API directly, without a separate folding job.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869AA-B5D7-45B4-A138-F9C9A1AE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Verified: HG002 protein export and public-target binder runs. Raw-read qualification and variant selectivity remain open.</a:t>
            </a:r>
          </a:p>
        </p:txBody>
      </p:sp>
    </p:spTree>
    <p:extLst>
      <p:ext uri="{BB962C8B-B14F-4D97-AF65-F5344CB8AC3E}">
        <p14:creationId xmlns:p14="http://schemas.microsoft.com/office/powerpoint/2010/main" val="1144402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D2C56-73DD-47DE-A3A8-AE6589A7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PD-L1 binder tests: results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11E3B-60BF-40FA-BDC0-CFA692F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Three completed BoltzGen GPU runs, four candidate binders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043ED-6CC3-42A7-91C6-025EEDF594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58c4503b34052"/>
          <a:stretch xmlns:a="http://schemas.openxmlformats.org/drawingml/2006/main"/>
        </p:blipFill>
        <p:spPr>
          <a:xfrm xmlns:a="http://schemas.openxmlformats.org/drawingml/2006/main">
            <a:off x="991277" y="1847850"/>
            <a:ext cx="4208697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512DA-5E9D-40E3-8EBD-2AB8609B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007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566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566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56615"/>
                </a:solidFill>
                <a:latin typeface="Arial"/>
                <a:ea typeface="Arial"/>
                <a:cs typeface="Arial"/>
              </a:rPr>
              <a:t>PD-L1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52D2E-1D31-45FB-9E9D-FE9F755D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07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Designed binder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42E2D-9178-4EBC-A9D0-F1F05819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 complex from the sequence-only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C3B6F-04A8-420D-A658-0F24BF64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What worked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1DB90-4619-47E0-A108-B6456A40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All seven pipeline stages completed. The shared API also downloaded results and deleted its GPU worker.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EA88A-997E-4B74-8C85-5DB57B77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passed / failed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66BD9-29F7-405A-B7BF-668AD2D5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33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3 of 4 passed native filters. One refolded too far from its design: RMSD 2.61 Å (limit 2.5 Å).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C6878-A3AF-46B1-8B18-530B51F7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remains unproven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6C621-2B42-4321-9759-28B0A69F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Interface confidence was low to modest (ipTM 0.20–0.41). Binding, affinity and variant selectivity need validation.</a:t>
            </a:r>
          </a:p>
        </p:txBody>
      </p:sp>
    </p:spTree>
    <p:extLst>
      <p:ext uri="{BB962C8B-B14F-4D97-AF65-F5344CB8AC3E}">
        <p14:creationId xmlns:p14="http://schemas.microsoft.com/office/powerpoint/2010/main" val="1526629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5883DD-7125-464A-8E7B-EAF5BB95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66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Vision: field care loop</a:t>
            </a:r>
          </a:p>
        </p:txBody>
      </p:sp>
      <p:sp>
        <p:nvSpPr>
          <p:cNvPr id="2" name="soldier">
            <a:extLst xmlns:a="http://schemas.openxmlformats.org/drawingml/2006/main">
              <a:ext uri="{FF2B5EF4-FFF2-40B4-BE49-F238E27FC236}">
                <a16:creationId xmlns:a16="http://schemas.microsoft.com/office/drawing/2014/main" id="{7CDDA81F-52D4-4173-AE39-86A0FBD3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2619375" cy="1619250"/>
          </a:xfrm>
          <a:custGeom xmlns:a="http://schemas.openxmlformats.org/drawingml/2006/main">
            <a:pathLst>
              <a:path w="2619375" h="1619250">
                <a:moveTo>
                  <a:pt x="1952625" y="876300"/>
                </a:moveTo>
                <a:lnTo>
                  <a:pt x="1943100" y="847725"/>
                </a:lnTo>
                <a:lnTo>
                  <a:pt x="1933575" y="847725"/>
                </a:lnTo>
                <a:lnTo>
                  <a:pt x="1924050" y="800100"/>
                </a:lnTo>
                <a:lnTo>
                  <a:pt x="1905000" y="800100"/>
                </a:lnTo>
                <a:lnTo>
                  <a:pt x="1905000" y="819150"/>
                </a:lnTo>
                <a:lnTo>
                  <a:pt x="1895475" y="819150"/>
                </a:lnTo>
                <a:lnTo>
                  <a:pt x="1895475" y="838200"/>
                </a:lnTo>
                <a:lnTo>
                  <a:pt x="1885950" y="838200"/>
                </a:lnTo>
                <a:lnTo>
                  <a:pt x="1866900" y="895350"/>
                </a:lnTo>
                <a:lnTo>
                  <a:pt x="1847850" y="904875"/>
                </a:lnTo>
                <a:lnTo>
                  <a:pt x="1838325" y="942975"/>
                </a:lnTo>
                <a:lnTo>
                  <a:pt x="1819275" y="952500"/>
                </a:lnTo>
                <a:lnTo>
                  <a:pt x="1819275" y="971550"/>
                </a:lnTo>
                <a:lnTo>
                  <a:pt x="1800225" y="981075"/>
                </a:lnTo>
                <a:lnTo>
                  <a:pt x="1800225" y="1000125"/>
                </a:lnTo>
                <a:lnTo>
                  <a:pt x="1790700" y="1000125"/>
                </a:lnTo>
                <a:lnTo>
                  <a:pt x="1762125" y="1038225"/>
                </a:lnTo>
                <a:lnTo>
                  <a:pt x="1743075" y="1038225"/>
                </a:lnTo>
                <a:lnTo>
                  <a:pt x="1743075" y="1047750"/>
                </a:lnTo>
                <a:lnTo>
                  <a:pt x="1609725" y="1038225"/>
                </a:lnTo>
                <a:lnTo>
                  <a:pt x="1609725" y="1028700"/>
                </a:lnTo>
                <a:lnTo>
                  <a:pt x="1562100" y="1028700"/>
                </a:lnTo>
                <a:lnTo>
                  <a:pt x="1562100" y="1019175"/>
                </a:lnTo>
                <a:lnTo>
                  <a:pt x="1476375" y="1009650"/>
                </a:lnTo>
                <a:lnTo>
                  <a:pt x="1476375" y="1000125"/>
                </a:lnTo>
                <a:lnTo>
                  <a:pt x="1447800" y="1000125"/>
                </a:lnTo>
                <a:lnTo>
                  <a:pt x="1447800" y="990600"/>
                </a:lnTo>
                <a:lnTo>
                  <a:pt x="1400175" y="990600"/>
                </a:lnTo>
                <a:lnTo>
                  <a:pt x="1400175" y="1000125"/>
                </a:lnTo>
                <a:lnTo>
                  <a:pt x="1371600" y="1000125"/>
                </a:lnTo>
                <a:lnTo>
                  <a:pt x="1371600" y="1009650"/>
                </a:lnTo>
                <a:lnTo>
                  <a:pt x="1323975" y="1000125"/>
                </a:lnTo>
                <a:lnTo>
                  <a:pt x="1323975" y="990600"/>
                </a:lnTo>
                <a:lnTo>
                  <a:pt x="1285875" y="990600"/>
                </a:lnTo>
                <a:lnTo>
                  <a:pt x="1266825" y="1019175"/>
                </a:lnTo>
                <a:lnTo>
                  <a:pt x="1247775" y="1019175"/>
                </a:lnTo>
                <a:lnTo>
                  <a:pt x="1238250" y="1038225"/>
                </a:lnTo>
                <a:lnTo>
                  <a:pt x="1219200" y="1038225"/>
                </a:lnTo>
                <a:lnTo>
                  <a:pt x="1200150" y="1066800"/>
                </a:lnTo>
                <a:lnTo>
                  <a:pt x="1181100" y="1066800"/>
                </a:lnTo>
                <a:lnTo>
                  <a:pt x="1171575" y="1085850"/>
                </a:lnTo>
                <a:lnTo>
                  <a:pt x="1133475" y="1095375"/>
                </a:lnTo>
                <a:lnTo>
                  <a:pt x="1123950" y="1076325"/>
                </a:lnTo>
                <a:lnTo>
                  <a:pt x="1133475" y="1076325"/>
                </a:lnTo>
                <a:lnTo>
                  <a:pt x="1152525" y="1047750"/>
                </a:lnTo>
                <a:lnTo>
                  <a:pt x="1171575" y="1047750"/>
                </a:lnTo>
                <a:lnTo>
                  <a:pt x="1190625" y="1019175"/>
                </a:lnTo>
                <a:lnTo>
                  <a:pt x="1209675" y="1019175"/>
                </a:lnTo>
                <a:lnTo>
                  <a:pt x="1219200" y="1000125"/>
                </a:lnTo>
                <a:lnTo>
                  <a:pt x="1238250" y="1000125"/>
                </a:lnTo>
                <a:lnTo>
                  <a:pt x="1257300" y="971550"/>
                </a:lnTo>
                <a:lnTo>
                  <a:pt x="1285875" y="962025"/>
                </a:lnTo>
                <a:lnTo>
                  <a:pt x="1285875" y="923925"/>
                </a:lnTo>
                <a:lnTo>
                  <a:pt x="1295400" y="923925"/>
                </a:lnTo>
                <a:lnTo>
                  <a:pt x="1295400" y="904875"/>
                </a:lnTo>
                <a:lnTo>
                  <a:pt x="1304925" y="904875"/>
                </a:lnTo>
                <a:lnTo>
                  <a:pt x="1323975" y="876300"/>
                </a:lnTo>
                <a:lnTo>
                  <a:pt x="1400175" y="876300"/>
                </a:lnTo>
                <a:lnTo>
                  <a:pt x="1400175" y="885825"/>
                </a:lnTo>
                <a:lnTo>
                  <a:pt x="1428750" y="895350"/>
                </a:lnTo>
                <a:lnTo>
                  <a:pt x="1438275" y="933450"/>
                </a:lnTo>
                <a:lnTo>
                  <a:pt x="1457325" y="933450"/>
                </a:lnTo>
                <a:lnTo>
                  <a:pt x="1457325" y="942975"/>
                </a:lnTo>
                <a:lnTo>
                  <a:pt x="1524000" y="952500"/>
                </a:lnTo>
                <a:lnTo>
                  <a:pt x="1524000" y="962025"/>
                </a:lnTo>
                <a:lnTo>
                  <a:pt x="1571625" y="962025"/>
                </a:lnTo>
                <a:lnTo>
                  <a:pt x="1571625" y="971550"/>
                </a:lnTo>
                <a:lnTo>
                  <a:pt x="1619250" y="971550"/>
                </a:lnTo>
                <a:lnTo>
                  <a:pt x="1619250" y="981075"/>
                </a:lnTo>
                <a:lnTo>
                  <a:pt x="1724025" y="990600"/>
                </a:lnTo>
                <a:lnTo>
                  <a:pt x="1724025" y="981075"/>
                </a:lnTo>
                <a:lnTo>
                  <a:pt x="1762125" y="952500"/>
                </a:lnTo>
                <a:lnTo>
                  <a:pt x="1762125" y="933450"/>
                </a:lnTo>
                <a:lnTo>
                  <a:pt x="1771650" y="933450"/>
                </a:lnTo>
                <a:lnTo>
                  <a:pt x="1781175" y="904875"/>
                </a:lnTo>
                <a:lnTo>
                  <a:pt x="1800225" y="895350"/>
                </a:lnTo>
                <a:lnTo>
                  <a:pt x="1800225" y="876300"/>
                </a:lnTo>
                <a:lnTo>
                  <a:pt x="1809750" y="876300"/>
                </a:lnTo>
                <a:lnTo>
                  <a:pt x="1809750" y="857250"/>
                </a:lnTo>
                <a:lnTo>
                  <a:pt x="1819275" y="857250"/>
                </a:lnTo>
                <a:lnTo>
                  <a:pt x="1819275" y="838200"/>
                </a:lnTo>
                <a:lnTo>
                  <a:pt x="1828800" y="838200"/>
                </a:lnTo>
                <a:lnTo>
                  <a:pt x="1828800" y="819150"/>
                </a:lnTo>
                <a:lnTo>
                  <a:pt x="1838325" y="819150"/>
                </a:lnTo>
                <a:lnTo>
                  <a:pt x="1838325" y="800100"/>
                </a:lnTo>
                <a:lnTo>
                  <a:pt x="1847850" y="800100"/>
                </a:lnTo>
                <a:lnTo>
                  <a:pt x="1847850" y="771525"/>
                </a:lnTo>
                <a:lnTo>
                  <a:pt x="1857375" y="771525"/>
                </a:lnTo>
                <a:lnTo>
                  <a:pt x="1857375" y="742950"/>
                </a:lnTo>
                <a:lnTo>
                  <a:pt x="1866900" y="742950"/>
                </a:lnTo>
                <a:lnTo>
                  <a:pt x="1866900" y="723900"/>
                </a:lnTo>
                <a:lnTo>
                  <a:pt x="1876425" y="723900"/>
                </a:lnTo>
                <a:lnTo>
                  <a:pt x="1876425" y="695325"/>
                </a:lnTo>
                <a:lnTo>
                  <a:pt x="1866900" y="695325"/>
                </a:lnTo>
                <a:lnTo>
                  <a:pt x="1857375" y="676275"/>
                </a:lnTo>
                <a:lnTo>
                  <a:pt x="1809750" y="685800"/>
                </a:lnTo>
                <a:lnTo>
                  <a:pt x="1809750" y="695325"/>
                </a:lnTo>
                <a:lnTo>
                  <a:pt x="1714500" y="695325"/>
                </a:lnTo>
                <a:lnTo>
                  <a:pt x="1714500" y="685800"/>
                </a:lnTo>
                <a:lnTo>
                  <a:pt x="1676400" y="685800"/>
                </a:lnTo>
                <a:lnTo>
                  <a:pt x="1676400" y="676275"/>
                </a:lnTo>
                <a:lnTo>
                  <a:pt x="1638300" y="666750"/>
                </a:lnTo>
                <a:lnTo>
                  <a:pt x="1628775" y="647700"/>
                </a:lnTo>
                <a:lnTo>
                  <a:pt x="1609725" y="647700"/>
                </a:lnTo>
                <a:lnTo>
                  <a:pt x="1609725" y="638175"/>
                </a:lnTo>
                <a:lnTo>
                  <a:pt x="1571625" y="609600"/>
                </a:lnTo>
                <a:lnTo>
                  <a:pt x="1571625" y="590550"/>
                </a:lnTo>
                <a:lnTo>
                  <a:pt x="1552575" y="581025"/>
                </a:lnTo>
                <a:lnTo>
                  <a:pt x="1552575" y="561975"/>
                </a:lnTo>
                <a:lnTo>
                  <a:pt x="1543050" y="561975"/>
                </a:lnTo>
                <a:lnTo>
                  <a:pt x="1543050" y="542925"/>
                </a:lnTo>
                <a:lnTo>
                  <a:pt x="1533525" y="542925"/>
                </a:lnTo>
                <a:lnTo>
                  <a:pt x="1533525" y="514350"/>
                </a:lnTo>
                <a:lnTo>
                  <a:pt x="1524000" y="514350"/>
                </a:lnTo>
                <a:lnTo>
                  <a:pt x="1524000" y="400050"/>
                </a:lnTo>
                <a:lnTo>
                  <a:pt x="1533525" y="400050"/>
                </a:lnTo>
                <a:lnTo>
                  <a:pt x="1533525" y="371475"/>
                </a:lnTo>
                <a:lnTo>
                  <a:pt x="1543050" y="371475"/>
                </a:lnTo>
                <a:lnTo>
                  <a:pt x="1552575" y="333375"/>
                </a:lnTo>
                <a:lnTo>
                  <a:pt x="1571625" y="323850"/>
                </a:lnTo>
                <a:lnTo>
                  <a:pt x="1571625" y="304800"/>
                </a:lnTo>
                <a:lnTo>
                  <a:pt x="1581150" y="304800"/>
                </a:lnTo>
                <a:lnTo>
                  <a:pt x="1600200" y="276225"/>
                </a:lnTo>
                <a:lnTo>
                  <a:pt x="1619250" y="276225"/>
                </a:lnTo>
                <a:lnTo>
                  <a:pt x="1638300" y="247650"/>
                </a:lnTo>
                <a:lnTo>
                  <a:pt x="1685925" y="238125"/>
                </a:lnTo>
                <a:lnTo>
                  <a:pt x="1685925" y="228600"/>
                </a:lnTo>
                <a:lnTo>
                  <a:pt x="1724025" y="228600"/>
                </a:lnTo>
                <a:lnTo>
                  <a:pt x="1724025" y="219075"/>
                </a:lnTo>
                <a:lnTo>
                  <a:pt x="1800225" y="219075"/>
                </a:lnTo>
                <a:lnTo>
                  <a:pt x="1800225" y="228600"/>
                </a:lnTo>
                <a:lnTo>
                  <a:pt x="1866900" y="238125"/>
                </a:lnTo>
                <a:lnTo>
                  <a:pt x="1876425" y="257175"/>
                </a:lnTo>
                <a:lnTo>
                  <a:pt x="1895475" y="257175"/>
                </a:lnTo>
                <a:lnTo>
                  <a:pt x="1905000" y="276225"/>
                </a:lnTo>
                <a:lnTo>
                  <a:pt x="1924050" y="276225"/>
                </a:lnTo>
                <a:lnTo>
                  <a:pt x="1924050" y="285750"/>
                </a:lnTo>
                <a:lnTo>
                  <a:pt x="1943100" y="295275"/>
                </a:lnTo>
                <a:lnTo>
                  <a:pt x="1943100" y="314325"/>
                </a:lnTo>
                <a:lnTo>
                  <a:pt x="1962150" y="323850"/>
                </a:lnTo>
                <a:lnTo>
                  <a:pt x="1981200" y="381000"/>
                </a:lnTo>
                <a:lnTo>
                  <a:pt x="1990725" y="381000"/>
                </a:lnTo>
                <a:lnTo>
                  <a:pt x="1990725" y="419100"/>
                </a:lnTo>
                <a:lnTo>
                  <a:pt x="2000250" y="4191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62150" y="590550"/>
                </a:lnTo>
                <a:lnTo>
                  <a:pt x="1943100" y="600075"/>
                </a:lnTo>
                <a:lnTo>
                  <a:pt x="1943100" y="619125"/>
                </a:lnTo>
                <a:lnTo>
                  <a:pt x="1933575" y="619125"/>
                </a:lnTo>
                <a:lnTo>
                  <a:pt x="1924050" y="638175"/>
                </a:lnTo>
                <a:lnTo>
                  <a:pt x="1905000" y="638175"/>
                </a:lnTo>
                <a:lnTo>
                  <a:pt x="1905000" y="666750"/>
                </a:lnTo>
                <a:lnTo>
                  <a:pt x="1914525" y="666750"/>
                </a:lnTo>
                <a:lnTo>
                  <a:pt x="1914525" y="676275"/>
                </a:lnTo>
                <a:lnTo>
                  <a:pt x="1971675" y="666750"/>
                </a:lnTo>
                <a:lnTo>
                  <a:pt x="1971675" y="657225"/>
                </a:lnTo>
                <a:lnTo>
                  <a:pt x="2019300" y="647700"/>
                </a:lnTo>
                <a:lnTo>
                  <a:pt x="2019300" y="638175"/>
                </a:lnTo>
                <a:lnTo>
                  <a:pt x="2066925" y="628650"/>
                </a:lnTo>
                <a:lnTo>
                  <a:pt x="2066925" y="619125"/>
                </a:lnTo>
                <a:lnTo>
                  <a:pt x="2114550" y="619125"/>
                </a:lnTo>
                <a:lnTo>
                  <a:pt x="2133600" y="647700"/>
                </a:lnTo>
                <a:lnTo>
                  <a:pt x="2162175" y="647700"/>
                </a:lnTo>
                <a:lnTo>
                  <a:pt x="2162175" y="638175"/>
                </a:lnTo>
                <a:lnTo>
                  <a:pt x="2200275" y="638175"/>
                </a:lnTo>
                <a:lnTo>
                  <a:pt x="2200275" y="628650"/>
                </a:lnTo>
                <a:lnTo>
                  <a:pt x="2238375" y="628650"/>
                </a:lnTo>
                <a:lnTo>
                  <a:pt x="2238375" y="619125"/>
                </a:lnTo>
                <a:lnTo>
                  <a:pt x="2276475" y="619125"/>
                </a:lnTo>
                <a:lnTo>
                  <a:pt x="2276475" y="609600"/>
                </a:lnTo>
                <a:lnTo>
                  <a:pt x="2371725" y="609600"/>
                </a:lnTo>
                <a:lnTo>
                  <a:pt x="2371725" y="619125"/>
                </a:lnTo>
                <a:lnTo>
                  <a:pt x="2409825" y="628650"/>
                </a:lnTo>
                <a:lnTo>
                  <a:pt x="2409825" y="638175"/>
                </a:lnTo>
                <a:lnTo>
                  <a:pt x="2438400" y="657225"/>
                </a:lnTo>
                <a:lnTo>
                  <a:pt x="2438400" y="676275"/>
                </a:lnTo>
                <a:lnTo>
                  <a:pt x="2447925" y="676275"/>
                </a:lnTo>
                <a:lnTo>
                  <a:pt x="2447925" y="695325"/>
                </a:lnTo>
                <a:lnTo>
                  <a:pt x="2457450" y="695325"/>
                </a:lnTo>
                <a:lnTo>
                  <a:pt x="2457450" y="723900"/>
                </a:lnTo>
                <a:lnTo>
                  <a:pt x="2466975" y="723900"/>
                </a:lnTo>
                <a:lnTo>
                  <a:pt x="2466975" y="752475"/>
                </a:lnTo>
                <a:lnTo>
                  <a:pt x="2476500" y="752475"/>
                </a:lnTo>
                <a:lnTo>
                  <a:pt x="2486025" y="819150"/>
                </a:lnTo>
                <a:lnTo>
                  <a:pt x="2495550" y="819150"/>
                </a:lnTo>
                <a:lnTo>
                  <a:pt x="2495550" y="857250"/>
                </a:lnTo>
                <a:lnTo>
                  <a:pt x="2505075" y="857250"/>
                </a:lnTo>
                <a:lnTo>
                  <a:pt x="2514600" y="933450"/>
                </a:lnTo>
                <a:lnTo>
                  <a:pt x="2524125" y="933450"/>
                </a:lnTo>
                <a:lnTo>
                  <a:pt x="2524125" y="962025"/>
                </a:lnTo>
                <a:lnTo>
                  <a:pt x="2533650" y="962025"/>
                </a:lnTo>
                <a:lnTo>
                  <a:pt x="2533650" y="1047750"/>
                </a:lnTo>
                <a:lnTo>
                  <a:pt x="2524125" y="1047750"/>
                </a:lnTo>
                <a:lnTo>
                  <a:pt x="2514600" y="1085850"/>
                </a:lnTo>
                <a:lnTo>
                  <a:pt x="2505075" y="1085850"/>
                </a:lnTo>
                <a:lnTo>
                  <a:pt x="2486025" y="1114425"/>
                </a:lnTo>
                <a:lnTo>
                  <a:pt x="2438400" y="1123950"/>
                </a:lnTo>
                <a:lnTo>
                  <a:pt x="2438400" y="1133475"/>
                </a:lnTo>
                <a:lnTo>
                  <a:pt x="2409825" y="1133475"/>
                </a:lnTo>
                <a:lnTo>
                  <a:pt x="2409825" y="1143000"/>
                </a:lnTo>
                <a:lnTo>
                  <a:pt x="2371725" y="1143000"/>
                </a:lnTo>
                <a:lnTo>
                  <a:pt x="2371725" y="1152525"/>
                </a:lnTo>
                <a:lnTo>
                  <a:pt x="2352675" y="1152525"/>
                </a:lnTo>
                <a:lnTo>
                  <a:pt x="2333625" y="1152525"/>
                </a:lnTo>
                <a:lnTo>
                  <a:pt x="2333625" y="1162050"/>
                </a:lnTo>
                <a:lnTo>
                  <a:pt x="2295525" y="1162050"/>
                </a:lnTo>
                <a:lnTo>
                  <a:pt x="2295525" y="1171575"/>
                </a:lnTo>
                <a:lnTo>
                  <a:pt x="2257425" y="1171575"/>
                </a:lnTo>
                <a:lnTo>
                  <a:pt x="2257425" y="1181100"/>
                </a:lnTo>
                <a:lnTo>
                  <a:pt x="2219325" y="1181100"/>
                </a:lnTo>
                <a:lnTo>
                  <a:pt x="2219325" y="1190625"/>
                </a:lnTo>
                <a:lnTo>
                  <a:pt x="2209800" y="1190625"/>
                </a:lnTo>
                <a:lnTo>
                  <a:pt x="2209800" y="1228725"/>
                </a:lnTo>
                <a:lnTo>
                  <a:pt x="2190750" y="1238250"/>
                </a:lnTo>
                <a:lnTo>
                  <a:pt x="2190750" y="1266825"/>
                </a:lnTo>
                <a:lnTo>
                  <a:pt x="2171700" y="1276350"/>
                </a:lnTo>
                <a:lnTo>
                  <a:pt x="2171700" y="1295400"/>
                </a:lnTo>
                <a:lnTo>
                  <a:pt x="2162175" y="1295400"/>
                </a:lnTo>
                <a:lnTo>
                  <a:pt x="2162175" y="1314450"/>
                </a:lnTo>
                <a:lnTo>
                  <a:pt x="2152650" y="1314450"/>
                </a:lnTo>
                <a:lnTo>
                  <a:pt x="2152650" y="1333500"/>
                </a:lnTo>
                <a:lnTo>
                  <a:pt x="2143125" y="1333500"/>
                </a:lnTo>
                <a:lnTo>
                  <a:pt x="2124075" y="1390650"/>
                </a:lnTo>
                <a:lnTo>
                  <a:pt x="2105025" y="1400175"/>
                </a:lnTo>
                <a:lnTo>
                  <a:pt x="2105025" y="1419225"/>
                </a:lnTo>
                <a:lnTo>
                  <a:pt x="2095500" y="1419225"/>
                </a:lnTo>
                <a:lnTo>
                  <a:pt x="2095500" y="1438275"/>
                </a:lnTo>
                <a:lnTo>
                  <a:pt x="2085975" y="1438275"/>
                </a:lnTo>
                <a:lnTo>
                  <a:pt x="2085975" y="1457325"/>
                </a:lnTo>
                <a:lnTo>
                  <a:pt x="2076450" y="1457325"/>
                </a:lnTo>
                <a:lnTo>
                  <a:pt x="2076450" y="1476375"/>
                </a:lnTo>
                <a:lnTo>
                  <a:pt x="2066925" y="1476375"/>
                </a:lnTo>
                <a:lnTo>
                  <a:pt x="2066925" y="1495425"/>
                </a:lnTo>
                <a:lnTo>
                  <a:pt x="2057400" y="1495425"/>
                </a:lnTo>
                <a:lnTo>
                  <a:pt x="2057400" y="1514475"/>
                </a:lnTo>
                <a:lnTo>
                  <a:pt x="2047875" y="1514475"/>
                </a:lnTo>
                <a:lnTo>
                  <a:pt x="2038350" y="1543050"/>
                </a:lnTo>
                <a:lnTo>
                  <a:pt x="2095500" y="1543050"/>
                </a:lnTo>
                <a:lnTo>
                  <a:pt x="2095500" y="1533525"/>
                </a:lnTo>
                <a:lnTo>
                  <a:pt x="2152650" y="1533525"/>
                </a:lnTo>
                <a:lnTo>
                  <a:pt x="2152650" y="1524000"/>
                </a:lnTo>
                <a:lnTo>
                  <a:pt x="2219325" y="1524000"/>
                </a:lnTo>
                <a:lnTo>
                  <a:pt x="2219325" y="1514475"/>
                </a:lnTo>
                <a:lnTo>
                  <a:pt x="2276475" y="1514475"/>
                </a:lnTo>
                <a:lnTo>
                  <a:pt x="2276475" y="1504950"/>
                </a:lnTo>
                <a:lnTo>
                  <a:pt x="2343150" y="1504950"/>
                </a:lnTo>
                <a:lnTo>
                  <a:pt x="2343150" y="1495425"/>
                </a:lnTo>
                <a:lnTo>
                  <a:pt x="2400300" y="1495425"/>
                </a:lnTo>
                <a:lnTo>
                  <a:pt x="2400300" y="1485900"/>
                </a:lnTo>
                <a:lnTo>
                  <a:pt x="2486025" y="1485900"/>
                </a:lnTo>
                <a:lnTo>
                  <a:pt x="2495550" y="1514475"/>
                </a:lnTo>
                <a:lnTo>
                  <a:pt x="2505075" y="1514475"/>
                </a:lnTo>
                <a:lnTo>
                  <a:pt x="2505075" y="1533525"/>
                </a:lnTo>
                <a:lnTo>
                  <a:pt x="2524125" y="1543050"/>
                </a:lnTo>
                <a:lnTo>
                  <a:pt x="2524125" y="1562100"/>
                </a:lnTo>
                <a:lnTo>
                  <a:pt x="2533650" y="1562100"/>
                </a:lnTo>
                <a:lnTo>
                  <a:pt x="2533650" y="1581150"/>
                </a:lnTo>
                <a:lnTo>
                  <a:pt x="2543175" y="1581150"/>
                </a:lnTo>
                <a:lnTo>
                  <a:pt x="2543175" y="1619250"/>
                </a:lnTo>
                <a:lnTo>
                  <a:pt x="2495550" y="1619250"/>
                </a:lnTo>
                <a:lnTo>
                  <a:pt x="2495550" y="1609725"/>
                </a:lnTo>
                <a:lnTo>
                  <a:pt x="2476500" y="1600200"/>
                </a:lnTo>
                <a:lnTo>
                  <a:pt x="2457450" y="1543050"/>
                </a:lnTo>
                <a:lnTo>
                  <a:pt x="2352675" y="1552575"/>
                </a:lnTo>
                <a:lnTo>
                  <a:pt x="2352675" y="1562100"/>
                </a:lnTo>
                <a:lnTo>
                  <a:pt x="2286000" y="1562100"/>
                </a:lnTo>
                <a:lnTo>
                  <a:pt x="2286000" y="1571625"/>
                </a:lnTo>
                <a:lnTo>
                  <a:pt x="2228850" y="1571625"/>
                </a:lnTo>
                <a:lnTo>
                  <a:pt x="2228850" y="1581150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05025" y="1590675"/>
                </a:lnTo>
                <a:lnTo>
                  <a:pt x="2105025" y="1600200"/>
                </a:lnTo>
                <a:lnTo>
                  <a:pt x="2047875" y="1600200"/>
                </a:lnTo>
                <a:lnTo>
                  <a:pt x="2047875" y="1609725"/>
                </a:lnTo>
                <a:lnTo>
                  <a:pt x="1990725" y="1609725"/>
                </a:lnTo>
                <a:lnTo>
                  <a:pt x="1990725" y="1600200"/>
                </a:lnTo>
                <a:lnTo>
                  <a:pt x="1971675" y="1590675"/>
                </a:lnTo>
                <a:lnTo>
                  <a:pt x="1962150" y="1552575"/>
                </a:lnTo>
                <a:lnTo>
                  <a:pt x="1971675" y="1552575"/>
                </a:lnTo>
                <a:lnTo>
                  <a:pt x="1971675" y="1533525"/>
                </a:lnTo>
                <a:lnTo>
                  <a:pt x="1981200" y="1533525"/>
                </a:lnTo>
                <a:lnTo>
                  <a:pt x="1981200" y="1514475"/>
                </a:lnTo>
                <a:lnTo>
                  <a:pt x="1990725" y="1514475"/>
                </a:lnTo>
                <a:lnTo>
                  <a:pt x="1990725" y="1495425"/>
                </a:lnTo>
                <a:lnTo>
                  <a:pt x="2000250" y="1495425"/>
                </a:lnTo>
                <a:lnTo>
                  <a:pt x="2000250" y="1476375"/>
                </a:lnTo>
                <a:lnTo>
                  <a:pt x="2009775" y="1476375"/>
                </a:lnTo>
                <a:lnTo>
                  <a:pt x="2028825" y="1419225"/>
                </a:lnTo>
                <a:lnTo>
                  <a:pt x="2047875" y="1409700"/>
                </a:lnTo>
                <a:lnTo>
                  <a:pt x="2047875" y="1390650"/>
                </a:lnTo>
                <a:lnTo>
                  <a:pt x="2057400" y="1390650"/>
                </a:lnTo>
                <a:lnTo>
                  <a:pt x="2057400" y="1371600"/>
                </a:lnTo>
                <a:lnTo>
                  <a:pt x="2066925" y="1371600"/>
                </a:lnTo>
                <a:lnTo>
                  <a:pt x="2066925" y="1352550"/>
                </a:lnTo>
                <a:lnTo>
                  <a:pt x="2076450" y="1352550"/>
                </a:lnTo>
                <a:lnTo>
                  <a:pt x="2076450" y="1333500"/>
                </a:lnTo>
                <a:lnTo>
                  <a:pt x="2085975" y="1333500"/>
                </a:lnTo>
                <a:lnTo>
                  <a:pt x="2085975" y="1314450"/>
                </a:lnTo>
                <a:lnTo>
                  <a:pt x="2095500" y="1314450"/>
                </a:lnTo>
                <a:lnTo>
                  <a:pt x="2114550" y="1257300"/>
                </a:lnTo>
                <a:lnTo>
                  <a:pt x="2133600" y="1247775"/>
                </a:lnTo>
                <a:lnTo>
                  <a:pt x="2133600" y="1228725"/>
                </a:lnTo>
                <a:lnTo>
                  <a:pt x="2143125" y="1228725"/>
                </a:lnTo>
                <a:lnTo>
                  <a:pt x="2143125" y="1209675"/>
                </a:lnTo>
                <a:lnTo>
                  <a:pt x="2152650" y="1209675"/>
                </a:lnTo>
                <a:lnTo>
                  <a:pt x="2152650" y="1190625"/>
                </a:lnTo>
                <a:lnTo>
                  <a:pt x="2162175" y="1190625"/>
                </a:lnTo>
                <a:lnTo>
                  <a:pt x="2162175" y="1181100"/>
                </a:lnTo>
                <a:lnTo>
                  <a:pt x="2152650" y="1181100"/>
                </a:lnTo>
                <a:lnTo>
                  <a:pt x="2152650" y="1133475"/>
                </a:lnTo>
                <a:lnTo>
                  <a:pt x="2143125" y="1133475"/>
                </a:lnTo>
                <a:lnTo>
                  <a:pt x="2133600" y="1076325"/>
                </a:lnTo>
                <a:lnTo>
                  <a:pt x="2124075" y="1076325"/>
                </a:lnTo>
                <a:lnTo>
                  <a:pt x="2124075" y="1057275"/>
                </a:lnTo>
                <a:lnTo>
                  <a:pt x="2114550" y="1057275"/>
                </a:lnTo>
                <a:lnTo>
                  <a:pt x="2114550" y="1028700"/>
                </a:lnTo>
                <a:lnTo>
                  <a:pt x="2105025" y="1028700"/>
                </a:lnTo>
                <a:lnTo>
                  <a:pt x="2105025" y="1009650"/>
                </a:lnTo>
                <a:lnTo>
                  <a:pt x="2095500" y="1009650"/>
                </a:lnTo>
                <a:lnTo>
                  <a:pt x="2095500" y="990600"/>
                </a:lnTo>
                <a:lnTo>
                  <a:pt x="2085975" y="990600"/>
                </a:lnTo>
                <a:lnTo>
                  <a:pt x="2066925" y="933450"/>
                </a:lnTo>
                <a:lnTo>
                  <a:pt x="2047875" y="923925"/>
                </a:lnTo>
                <a:lnTo>
                  <a:pt x="2038350" y="885825"/>
                </a:lnTo>
                <a:lnTo>
                  <a:pt x="2019300" y="876300"/>
                </a:lnTo>
                <a:lnTo>
                  <a:pt x="2019300" y="857250"/>
                </a:lnTo>
                <a:lnTo>
                  <a:pt x="2009775" y="857250"/>
                </a:lnTo>
                <a:lnTo>
                  <a:pt x="2000250" y="838200"/>
                </a:lnTo>
                <a:lnTo>
                  <a:pt x="1990725" y="838200"/>
                </a:lnTo>
                <a:lnTo>
                  <a:pt x="1990725" y="857250"/>
                </a:lnTo>
                <a:lnTo>
                  <a:pt x="2000250" y="857250"/>
                </a:lnTo>
                <a:lnTo>
                  <a:pt x="2000250" y="885825"/>
                </a:lnTo>
                <a:lnTo>
                  <a:pt x="2009775" y="885825"/>
                </a:lnTo>
                <a:lnTo>
                  <a:pt x="2019300" y="933450"/>
                </a:lnTo>
                <a:lnTo>
                  <a:pt x="2028825" y="933450"/>
                </a:lnTo>
                <a:lnTo>
                  <a:pt x="2028825" y="952500"/>
                </a:lnTo>
                <a:lnTo>
                  <a:pt x="2038350" y="952500"/>
                </a:lnTo>
                <a:lnTo>
                  <a:pt x="2047875" y="1009650"/>
                </a:lnTo>
                <a:lnTo>
                  <a:pt x="2057400" y="1009650"/>
                </a:lnTo>
                <a:lnTo>
                  <a:pt x="2057400" y="1028700"/>
                </a:lnTo>
                <a:lnTo>
                  <a:pt x="2066925" y="1028700"/>
                </a:lnTo>
                <a:lnTo>
                  <a:pt x="2066925" y="1057275"/>
                </a:lnTo>
                <a:lnTo>
                  <a:pt x="2076450" y="1057275"/>
                </a:lnTo>
                <a:lnTo>
                  <a:pt x="2076450" y="1085850"/>
                </a:lnTo>
                <a:lnTo>
                  <a:pt x="2085975" y="1085850"/>
                </a:lnTo>
                <a:lnTo>
                  <a:pt x="2085975" y="1114425"/>
                </a:lnTo>
                <a:lnTo>
                  <a:pt x="2095500" y="1114425"/>
                </a:lnTo>
                <a:lnTo>
                  <a:pt x="2095500" y="1143000"/>
                </a:lnTo>
                <a:lnTo>
                  <a:pt x="2105025" y="1143000"/>
                </a:lnTo>
                <a:lnTo>
                  <a:pt x="2105025" y="1171575"/>
                </a:lnTo>
                <a:lnTo>
                  <a:pt x="2114550" y="1171575"/>
                </a:lnTo>
                <a:lnTo>
                  <a:pt x="2114550" y="1200150"/>
                </a:lnTo>
                <a:lnTo>
                  <a:pt x="2124075" y="1200150"/>
                </a:lnTo>
                <a:lnTo>
                  <a:pt x="2124075" y="1238250"/>
                </a:lnTo>
                <a:lnTo>
                  <a:pt x="2114550" y="1238250"/>
                </a:lnTo>
                <a:lnTo>
                  <a:pt x="2114550" y="1247775"/>
                </a:lnTo>
                <a:lnTo>
                  <a:pt x="2057400" y="1247775"/>
                </a:lnTo>
                <a:lnTo>
                  <a:pt x="2057400" y="1238250"/>
                </a:lnTo>
                <a:lnTo>
                  <a:pt x="2009775" y="1238250"/>
                </a:lnTo>
                <a:lnTo>
                  <a:pt x="2009775" y="1228725"/>
                </a:lnTo>
                <a:lnTo>
                  <a:pt x="1905000" y="1219200"/>
                </a:lnTo>
                <a:lnTo>
                  <a:pt x="1905000" y="1209675"/>
                </a:lnTo>
                <a:lnTo>
                  <a:pt x="1857375" y="1209675"/>
                </a:lnTo>
                <a:lnTo>
                  <a:pt x="1857375" y="1200150"/>
                </a:lnTo>
                <a:lnTo>
                  <a:pt x="1809750" y="1200150"/>
                </a:lnTo>
                <a:lnTo>
                  <a:pt x="1809750" y="1190625"/>
                </a:lnTo>
                <a:lnTo>
                  <a:pt x="1733550" y="1181100"/>
                </a:lnTo>
                <a:lnTo>
                  <a:pt x="1733550" y="1190625"/>
                </a:lnTo>
                <a:lnTo>
                  <a:pt x="1724025" y="1190625"/>
                </a:lnTo>
                <a:lnTo>
                  <a:pt x="1724025" y="1295400"/>
                </a:lnTo>
                <a:lnTo>
                  <a:pt x="1714500" y="1295400"/>
                </a:lnTo>
                <a:lnTo>
                  <a:pt x="1714500" y="1400175"/>
                </a:lnTo>
                <a:lnTo>
                  <a:pt x="1704975" y="1400175"/>
                </a:lnTo>
                <a:lnTo>
                  <a:pt x="1695450" y="1571625"/>
                </a:lnTo>
                <a:lnTo>
                  <a:pt x="1685925" y="1571625"/>
                </a:lnTo>
                <a:lnTo>
                  <a:pt x="1685925" y="1581150"/>
                </a:lnTo>
                <a:lnTo>
                  <a:pt x="1647825" y="1581150"/>
                </a:lnTo>
                <a:lnTo>
                  <a:pt x="1647825" y="1571625"/>
                </a:lnTo>
                <a:lnTo>
                  <a:pt x="1638300" y="1571625"/>
                </a:lnTo>
                <a:lnTo>
                  <a:pt x="1638300" y="1495425"/>
                </a:lnTo>
                <a:lnTo>
                  <a:pt x="1647825" y="1495425"/>
                </a:lnTo>
                <a:lnTo>
                  <a:pt x="1647825" y="1400175"/>
                </a:lnTo>
                <a:lnTo>
                  <a:pt x="1657350" y="1400175"/>
                </a:lnTo>
                <a:lnTo>
                  <a:pt x="1666875" y="1171575"/>
                </a:lnTo>
                <a:lnTo>
                  <a:pt x="1676400" y="1171575"/>
                </a:lnTo>
                <a:lnTo>
                  <a:pt x="1676400" y="1143000"/>
                </a:lnTo>
                <a:lnTo>
                  <a:pt x="1685925" y="1143000"/>
                </a:lnTo>
                <a:lnTo>
                  <a:pt x="1695450" y="1123950"/>
                </a:lnTo>
                <a:lnTo>
                  <a:pt x="1781175" y="1123950"/>
                </a:lnTo>
                <a:lnTo>
                  <a:pt x="1781175" y="1133475"/>
                </a:lnTo>
                <a:lnTo>
                  <a:pt x="1828800" y="1133475"/>
                </a:lnTo>
                <a:lnTo>
                  <a:pt x="1828800" y="1143000"/>
                </a:lnTo>
                <a:lnTo>
                  <a:pt x="1876425" y="1143000"/>
                </a:lnTo>
                <a:lnTo>
                  <a:pt x="1876425" y="1152525"/>
                </a:lnTo>
                <a:lnTo>
                  <a:pt x="1924050" y="1152525"/>
                </a:lnTo>
                <a:lnTo>
                  <a:pt x="1924050" y="1162050"/>
                </a:lnTo>
                <a:lnTo>
                  <a:pt x="1971675" y="1162050"/>
                </a:lnTo>
                <a:lnTo>
                  <a:pt x="1971675" y="1171575"/>
                </a:lnTo>
                <a:lnTo>
                  <a:pt x="2057400" y="1181100"/>
                </a:lnTo>
                <a:lnTo>
                  <a:pt x="2057400" y="1171575"/>
                </a:lnTo>
                <a:lnTo>
                  <a:pt x="2047875" y="1171575"/>
                </a:lnTo>
                <a:lnTo>
                  <a:pt x="2047875" y="1143000"/>
                </a:lnTo>
                <a:lnTo>
                  <a:pt x="2038350" y="1143000"/>
                </a:lnTo>
                <a:lnTo>
                  <a:pt x="2038350" y="1114425"/>
                </a:lnTo>
                <a:lnTo>
                  <a:pt x="2028825" y="1114425"/>
                </a:lnTo>
                <a:lnTo>
                  <a:pt x="2028825" y="1085850"/>
                </a:lnTo>
                <a:lnTo>
                  <a:pt x="2019300" y="1085850"/>
                </a:lnTo>
                <a:lnTo>
                  <a:pt x="2019300" y="1057275"/>
                </a:lnTo>
                <a:lnTo>
                  <a:pt x="2009775" y="1057275"/>
                </a:lnTo>
                <a:lnTo>
                  <a:pt x="2009775" y="1028700"/>
                </a:lnTo>
                <a:lnTo>
                  <a:pt x="2000250" y="1028700"/>
                </a:lnTo>
                <a:lnTo>
                  <a:pt x="2000250" y="1000125"/>
                </a:lnTo>
                <a:lnTo>
                  <a:pt x="1990725" y="1000125"/>
                </a:lnTo>
                <a:lnTo>
                  <a:pt x="1990725" y="971550"/>
                </a:lnTo>
                <a:lnTo>
                  <a:pt x="1981200" y="971550"/>
                </a:lnTo>
                <a:lnTo>
                  <a:pt x="1981200" y="942975"/>
                </a:lnTo>
                <a:lnTo>
                  <a:pt x="1971675" y="942975"/>
                </a:lnTo>
                <a:lnTo>
                  <a:pt x="1971675" y="914400"/>
                </a:lnTo>
                <a:lnTo>
                  <a:pt x="1962150" y="914400"/>
                </a:lnTo>
                <a:lnTo>
                  <a:pt x="1962150" y="895350"/>
                </a:lnTo>
                <a:lnTo>
                  <a:pt x="1952625" y="895350"/>
                </a:lnTo>
                <a:lnTo>
                  <a:pt x="1952625" y="876300"/>
                </a:lnTo>
                <a:close/>
                <a:moveTo>
                  <a:pt x="609600" y="876300"/>
                </a:moveTo>
                <a:lnTo>
                  <a:pt x="609600" y="885825"/>
                </a:lnTo>
                <a:lnTo>
                  <a:pt x="619125" y="885825"/>
                </a:lnTo>
                <a:lnTo>
                  <a:pt x="619125" y="914400"/>
                </a:lnTo>
                <a:lnTo>
                  <a:pt x="628650" y="914400"/>
                </a:lnTo>
                <a:lnTo>
                  <a:pt x="628650" y="942975"/>
                </a:lnTo>
                <a:lnTo>
                  <a:pt x="638175" y="942975"/>
                </a:lnTo>
                <a:lnTo>
                  <a:pt x="638175" y="962025"/>
                </a:lnTo>
                <a:lnTo>
                  <a:pt x="647700" y="962025"/>
                </a:lnTo>
                <a:lnTo>
                  <a:pt x="647700" y="990600"/>
                </a:lnTo>
                <a:lnTo>
                  <a:pt x="657225" y="990600"/>
                </a:lnTo>
                <a:lnTo>
                  <a:pt x="657225" y="1009650"/>
                </a:lnTo>
                <a:lnTo>
                  <a:pt x="666750" y="1009650"/>
                </a:lnTo>
                <a:lnTo>
                  <a:pt x="676275" y="1066800"/>
                </a:lnTo>
                <a:lnTo>
                  <a:pt x="685800" y="1066800"/>
                </a:lnTo>
                <a:lnTo>
                  <a:pt x="685800" y="1085850"/>
                </a:lnTo>
                <a:lnTo>
                  <a:pt x="695325" y="1085850"/>
                </a:lnTo>
                <a:lnTo>
                  <a:pt x="704850" y="1143000"/>
                </a:lnTo>
                <a:lnTo>
                  <a:pt x="714375" y="1143000"/>
                </a:lnTo>
                <a:lnTo>
                  <a:pt x="723900" y="1171575"/>
                </a:lnTo>
                <a:lnTo>
                  <a:pt x="800100" y="1162050"/>
                </a:lnTo>
                <a:lnTo>
                  <a:pt x="800100" y="1152525"/>
                </a:lnTo>
                <a:lnTo>
                  <a:pt x="838200" y="1152525"/>
                </a:lnTo>
                <a:lnTo>
                  <a:pt x="838200" y="1143000"/>
                </a:lnTo>
                <a:lnTo>
                  <a:pt x="876300" y="1143000"/>
                </a:lnTo>
                <a:lnTo>
                  <a:pt x="876300" y="1133475"/>
                </a:lnTo>
                <a:lnTo>
                  <a:pt x="923925" y="1133475"/>
                </a:lnTo>
                <a:lnTo>
                  <a:pt x="923925" y="1123950"/>
                </a:lnTo>
                <a:lnTo>
                  <a:pt x="971550" y="1123950"/>
                </a:lnTo>
                <a:lnTo>
                  <a:pt x="971550" y="1114425"/>
                </a:lnTo>
                <a:lnTo>
                  <a:pt x="1019175" y="1114425"/>
                </a:lnTo>
                <a:lnTo>
                  <a:pt x="1019175" y="1104900"/>
                </a:lnTo>
                <a:lnTo>
                  <a:pt x="1076325" y="1104900"/>
                </a:lnTo>
                <a:lnTo>
                  <a:pt x="1076325" y="1114425"/>
                </a:lnTo>
                <a:lnTo>
                  <a:pt x="1095375" y="1123950"/>
                </a:lnTo>
                <a:lnTo>
                  <a:pt x="1095375" y="1143000"/>
                </a:lnTo>
                <a:lnTo>
                  <a:pt x="1114425" y="1152525"/>
                </a:lnTo>
                <a:lnTo>
                  <a:pt x="1114425" y="1171575"/>
                </a:lnTo>
                <a:lnTo>
                  <a:pt x="1133475" y="1181100"/>
                </a:lnTo>
                <a:lnTo>
                  <a:pt x="1133475" y="1200150"/>
                </a:lnTo>
                <a:lnTo>
                  <a:pt x="1152525" y="1209675"/>
                </a:lnTo>
                <a:lnTo>
                  <a:pt x="1152525" y="1228725"/>
                </a:lnTo>
                <a:lnTo>
                  <a:pt x="1162050" y="1228725"/>
                </a:lnTo>
                <a:lnTo>
                  <a:pt x="1162050" y="1247775"/>
                </a:lnTo>
                <a:lnTo>
                  <a:pt x="1181100" y="1257300"/>
                </a:lnTo>
                <a:lnTo>
                  <a:pt x="1190625" y="1295400"/>
                </a:lnTo>
                <a:lnTo>
                  <a:pt x="1209675" y="1304925"/>
                </a:lnTo>
                <a:lnTo>
                  <a:pt x="1209675" y="1323975"/>
                </a:lnTo>
                <a:lnTo>
                  <a:pt x="1219200" y="1323975"/>
                </a:lnTo>
                <a:lnTo>
                  <a:pt x="1228725" y="1352550"/>
                </a:lnTo>
                <a:lnTo>
                  <a:pt x="1247775" y="1362075"/>
                </a:lnTo>
                <a:lnTo>
                  <a:pt x="1257300" y="1400175"/>
                </a:lnTo>
                <a:lnTo>
                  <a:pt x="1276350" y="1409700"/>
                </a:lnTo>
                <a:lnTo>
                  <a:pt x="1276350" y="1428750"/>
                </a:lnTo>
                <a:lnTo>
                  <a:pt x="1285875" y="1428750"/>
                </a:lnTo>
                <a:lnTo>
                  <a:pt x="1295400" y="1457325"/>
                </a:lnTo>
                <a:lnTo>
                  <a:pt x="1314450" y="1466850"/>
                </a:lnTo>
                <a:lnTo>
                  <a:pt x="1314450" y="1485900"/>
                </a:lnTo>
                <a:lnTo>
                  <a:pt x="1333500" y="1485900"/>
                </a:lnTo>
                <a:lnTo>
                  <a:pt x="1333500" y="1476375"/>
                </a:lnTo>
                <a:lnTo>
                  <a:pt x="1409700" y="1476375"/>
                </a:lnTo>
                <a:lnTo>
                  <a:pt x="1409700" y="1466850"/>
                </a:lnTo>
                <a:lnTo>
                  <a:pt x="1485900" y="1466850"/>
                </a:lnTo>
                <a:lnTo>
                  <a:pt x="1485900" y="1476375"/>
                </a:lnTo>
                <a:lnTo>
                  <a:pt x="1495425" y="1476375"/>
                </a:lnTo>
                <a:lnTo>
                  <a:pt x="1495425" y="1504950"/>
                </a:lnTo>
                <a:lnTo>
                  <a:pt x="1485900" y="1504950"/>
                </a:lnTo>
                <a:lnTo>
                  <a:pt x="1476375" y="1524000"/>
                </a:lnTo>
                <a:lnTo>
                  <a:pt x="1409700" y="1524000"/>
                </a:lnTo>
                <a:lnTo>
                  <a:pt x="1409700" y="1533525"/>
                </a:lnTo>
                <a:lnTo>
                  <a:pt x="1285875" y="1543050"/>
                </a:lnTo>
                <a:lnTo>
                  <a:pt x="1285875" y="1533525"/>
                </a:lnTo>
                <a:lnTo>
                  <a:pt x="1266825" y="1524000"/>
                </a:lnTo>
                <a:lnTo>
                  <a:pt x="1266825" y="1504950"/>
                </a:lnTo>
                <a:lnTo>
                  <a:pt x="1247775" y="1495425"/>
                </a:lnTo>
                <a:lnTo>
                  <a:pt x="1247775" y="1476375"/>
                </a:lnTo>
                <a:lnTo>
                  <a:pt x="1228725" y="1466850"/>
                </a:lnTo>
                <a:lnTo>
                  <a:pt x="1219200" y="1428750"/>
                </a:lnTo>
                <a:lnTo>
                  <a:pt x="1200150" y="1419225"/>
                </a:lnTo>
                <a:lnTo>
                  <a:pt x="1190625" y="1381125"/>
                </a:lnTo>
                <a:lnTo>
                  <a:pt x="1171575" y="1371600"/>
                </a:lnTo>
                <a:lnTo>
                  <a:pt x="1171575" y="1352550"/>
                </a:lnTo>
                <a:lnTo>
                  <a:pt x="1162050" y="1352550"/>
                </a:lnTo>
                <a:lnTo>
                  <a:pt x="1152525" y="1323975"/>
                </a:lnTo>
                <a:lnTo>
                  <a:pt x="1133475" y="1314450"/>
                </a:lnTo>
                <a:lnTo>
                  <a:pt x="1123950" y="1276350"/>
                </a:lnTo>
                <a:lnTo>
                  <a:pt x="1104900" y="1266825"/>
                </a:lnTo>
                <a:lnTo>
                  <a:pt x="1104900" y="1247775"/>
                </a:lnTo>
                <a:lnTo>
                  <a:pt x="1095375" y="1247775"/>
                </a:lnTo>
                <a:lnTo>
                  <a:pt x="1085850" y="1219200"/>
                </a:lnTo>
                <a:lnTo>
                  <a:pt x="1066800" y="1209675"/>
                </a:lnTo>
                <a:lnTo>
                  <a:pt x="1066800" y="1190625"/>
                </a:lnTo>
                <a:lnTo>
                  <a:pt x="1047750" y="1190625"/>
                </a:lnTo>
                <a:lnTo>
                  <a:pt x="1047750" y="1200150"/>
                </a:lnTo>
                <a:lnTo>
                  <a:pt x="1028700" y="1209675"/>
                </a:lnTo>
                <a:lnTo>
                  <a:pt x="1028700" y="1171575"/>
                </a:lnTo>
                <a:lnTo>
                  <a:pt x="1000125" y="1171575"/>
                </a:lnTo>
                <a:lnTo>
                  <a:pt x="1000125" y="1181100"/>
                </a:lnTo>
                <a:lnTo>
                  <a:pt x="942975" y="1181100"/>
                </a:lnTo>
                <a:lnTo>
                  <a:pt x="942975" y="1190625"/>
                </a:lnTo>
                <a:lnTo>
                  <a:pt x="895350" y="1190625"/>
                </a:lnTo>
                <a:lnTo>
                  <a:pt x="895350" y="1200150"/>
                </a:lnTo>
                <a:lnTo>
                  <a:pt x="809625" y="1209675"/>
                </a:lnTo>
                <a:lnTo>
                  <a:pt x="809625" y="1219200"/>
                </a:lnTo>
                <a:lnTo>
                  <a:pt x="762000" y="1219200"/>
                </a:lnTo>
                <a:lnTo>
                  <a:pt x="762000" y="1228725"/>
                </a:lnTo>
                <a:lnTo>
                  <a:pt x="685800" y="1228725"/>
                </a:lnTo>
                <a:lnTo>
                  <a:pt x="685800" y="1219200"/>
                </a:lnTo>
                <a:lnTo>
                  <a:pt x="666750" y="1209675"/>
                </a:lnTo>
                <a:lnTo>
                  <a:pt x="657225" y="1152525"/>
                </a:lnTo>
                <a:lnTo>
                  <a:pt x="647700" y="1152525"/>
                </a:lnTo>
                <a:lnTo>
                  <a:pt x="647700" y="1133475"/>
                </a:lnTo>
                <a:lnTo>
                  <a:pt x="638175" y="1133475"/>
                </a:lnTo>
                <a:lnTo>
                  <a:pt x="638175" y="1104900"/>
                </a:lnTo>
                <a:lnTo>
                  <a:pt x="628650" y="1104900"/>
                </a:lnTo>
                <a:lnTo>
                  <a:pt x="628650" y="1076325"/>
                </a:lnTo>
                <a:lnTo>
                  <a:pt x="619125" y="1076325"/>
                </a:lnTo>
                <a:lnTo>
                  <a:pt x="619125" y="1047750"/>
                </a:lnTo>
                <a:lnTo>
                  <a:pt x="609600" y="1047750"/>
                </a:lnTo>
                <a:lnTo>
                  <a:pt x="609600" y="1028700"/>
                </a:lnTo>
                <a:lnTo>
                  <a:pt x="600075" y="1028700"/>
                </a:lnTo>
                <a:lnTo>
                  <a:pt x="600075" y="1000125"/>
                </a:lnTo>
                <a:lnTo>
                  <a:pt x="590550" y="1000125"/>
                </a:lnTo>
                <a:lnTo>
                  <a:pt x="590550" y="971550"/>
                </a:lnTo>
                <a:lnTo>
                  <a:pt x="581025" y="971550"/>
                </a:lnTo>
                <a:lnTo>
                  <a:pt x="581025" y="952500"/>
                </a:lnTo>
                <a:lnTo>
                  <a:pt x="571500" y="952500"/>
                </a:lnTo>
                <a:lnTo>
                  <a:pt x="571500" y="923925"/>
                </a:lnTo>
                <a:lnTo>
                  <a:pt x="561975" y="923925"/>
                </a:lnTo>
                <a:lnTo>
                  <a:pt x="552450" y="876300"/>
                </a:lnTo>
                <a:lnTo>
                  <a:pt x="542925" y="876300"/>
                </a:lnTo>
                <a:lnTo>
                  <a:pt x="542925" y="1466850"/>
                </a:lnTo>
                <a:lnTo>
                  <a:pt x="619125" y="1466850"/>
                </a:lnTo>
                <a:lnTo>
                  <a:pt x="619125" y="1457325"/>
                </a:lnTo>
                <a:lnTo>
                  <a:pt x="657225" y="1457325"/>
                </a:lnTo>
                <a:lnTo>
                  <a:pt x="657225" y="1447800"/>
                </a:lnTo>
                <a:lnTo>
                  <a:pt x="714375" y="1428750"/>
                </a:lnTo>
                <a:lnTo>
                  <a:pt x="714375" y="1419225"/>
                </a:lnTo>
                <a:lnTo>
                  <a:pt x="723900" y="1419225"/>
                </a:lnTo>
                <a:lnTo>
                  <a:pt x="742950" y="1390650"/>
                </a:lnTo>
                <a:lnTo>
                  <a:pt x="762000" y="1390650"/>
                </a:lnTo>
                <a:lnTo>
                  <a:pt x="809625" y="1333500"/>
                </a:lnTo>
                <a:lnTo>
                  <a:pt x="828675" y="1333500"/>
                </a:lnTo>
                <a:lnTo>
                  <a:pt x="828675" y="1323975"/>
                </a:lnTo>
                <a:lnTo>
                  <a:pt x="838200" y="1323975"/>
                </a:lnTo>
                <a:lnTo>
                  <a:pt x="885825" y="1266825"/>
                </a:lnTo>
                <a:lnTo>
                  <a:pt x="904875" y="1266825"/>
                </a:lnTo>
                <a:lnTo>
                  <a:pt x="904875" y="1257300"/>
                </a:lnTo>
                <a:lnTo>
                  <a:pt x="914400" y="1257300"/>
                </a:lnTo>
                <a:lnTo>
                  <a:pt x="914400" y="1247775"/>
                </a:lnTo>
                <a:lnTo>
                  <a:pt x="923925" y="1247775"/>
                </a:lnTo>
                <a:lnTo>
                  <a:pt x="971550" y="1190625"/>
                </a:lnTo>
                <a:lnTo>
                  <a:pt x="981075" y="1190625"/>
                </a:lnTo>
                <a:lnTo>
                  <a:pt x="990600" y="1228725"/>
                </a:lnTo>
                <a:lnTo>
                  <a:pt x="1009650" y="1228725"/>
                </a:lnTo>
                <a:lnTo>
                  <a:pt x="1009650" y="1238250"/>
                </a:lnTo>
                <a:lnTo>
                  <a:pt x="1000125" y="1238250"/>
                </a:lnTo>
                <a:lnTo>
                  <a:pt x="952500" y="1295400"/>
                </a:lnTo>
                <a:lnTo>
                  <a:pt x="933450" y="1295400"/>
                </a:lnTo>
                <a:lnTo>
                  <a:pt x="933450" y="1304925"/>
                </a:lnTo>
                <a:lnTo>
                  <a:pt x="923925" y="1304925"/>
                </a:lnTo>
                <a:lnTo>
                  <a:pt x="923925" y="1314450"/>
                </a:lnTo>
                <a:lnTo>
                  <a:pt x="914400" y="1314450"/>
                </a:lnTo>
                <a:lnTo>
                  <a:pt x="866775" y="1371600"/>
                </a:lnTo>
                <a:lnTo>
                  <a:pt x="847725" y="1371600"/>
                </a:lnTo>
                <a:lnTo>
                  <a:pt x="800100" y="1428750"/>
                </a:lnTo>
                <a:lnTo>
                  <a:pt x="781050" y="1428750"/>
                </a:lnTo>
                <a:lnTo>
                  <a:pt x="781050" y="1438275"/>
                </a:lnTo>
                <a:lnTo>
                  <a:pt x="771525" y="1438275"/>
                </a:lnTo>
                <a:lnTo>
                  <a:pt x="762000" y="1457325"/>
                </a:lnTo>
                <a:lnTo>
                  <a:pt x="742950" y="1457325"/>
                </a:lnTo>
                <a:lnTo>
                  <a:pt x="723900" y="1485900"/>
                </a:lnTo>
                <a:lnTo>
                  <a:pt x="704850" y="1485900"/>
                </a:lnTo>
                <a:lnTo>
                  <a:pt x="704850" y="1495425"/>
                </a:lnTo>
                <a:lnTo>
                  <a:pt x="685800" y="1495425"/>
                </a:lnTo>
                <a:lnTo>
                  <a:pt x="685800" y="1504950"/>
                </a:lnTo>
                <a:lnTo>
                  <a:pt x="657225" y="1504950"/>
                </a:lnTo>
                <a:lnTo>
                  <a:pt x="657225" y="1514475"/>
                </a:lnTo>
                <a:lnTo>
                  <a:pt x="504825" y="1514475"/>
                </a:lnTo>
                <a:lnTo>
                  <a:pt x="504825" y="1504950"/>
                </a:lnTo>
                <a:lnTo>
                  <a:pt x="485775" y="1495425"/>
                </a:lnTo>
                <a:lnTo>
                  <a:pt x="485775" y="1257300"/>
                </a:lnTo>
                <a:lnTo>
                  <a:pt x="485775" y="838200"/>
                </a:lnTo>
                <a:lnTo>
                  <a:pt x="476250" y="838200"/>
                </a:lnTo>
                <a:lnTo>
                  <a:pt x="466725" y="885825"/>
                </a:lnTo>
                <a:lnTo>
                  <a:pt x="457200" y="885825"/>
                </a:lnTo>
                <a:lnTo>
                  <a:pt x="457200" y="904875"/>
                </a:lnTo>
                <a:lnTo>
                  <a:pt x="447675" y="904875"/>
                </a:lnTo>
                <a:lnTo>
                  <a:pt x="447675" y="923925"/>
                </a:lnTo>
                <a:lnTo>
                  <a:pt x="438150" y="923925"/>
                </a:lnTo>
                <a:lnTo>
                  <a:pt x="438150" y="952500"/>
                </a:lnTo>
                <a:lnTo>
                  <a:pt x="428625" y="952500"/>
                </a:lnTo>
                <a:lnTo>
                  <a:pt x="428625" y="971550"/>
                </a:lnTo>
                <a:lnTo>
                  <a:pt x="419100" y="971550"/>
                </a:lnTo>
                <a:lnTo>
                  <a:pt x="419100" y="990600"/>
                </a:lnTo>
                <a:lnTo>
                  <a:pt x="409575" y="990600"/>
                </a:lnTo>
                <a:lnTo>
                  <a:pt x="409575" y="1009650"/>
                </a:lnTo>
                <a:lnTo>
                  <a:pt x="400050" y="1009650"/>
                </a:lnTo>
                <a:lnTo>
                  <a:pt x="400050" y="1038225"/>
                </a:lnTo>
                <a:lnTo>
                  <a:pt x="390525" y="1038225"/>
                </a:lnTo>
                <a:lnTo>
                  <a:pt x="390525" y="1057275"/>
                </a:lnTo>
                <a:lnTo>
                  <a:pt x="381000" y="1057275"/>
                </a:lnTo>
                <a:lnTo>
                  <a:pt x="381000" y="1076325"/>
                </a:lnTo>
                <a:lnTo>
                  <a:pt x="371475" y="1076325"/>
                </a:lnTo>
                <a:lnTo>
                  <a:pt x="371475" y="1104900"/>
                </a:lnTo>
                <a:lnTo>
                  <a:pt x="361950" y="1104900"/>
                </a:lnTo>
                <a:lnTo>
                  <a:pt x="361950" y="1123950"/>
                </a:lnTo>
                <a:lnTo>
                  <a:pt x="352425" y="1123950"/>
                </a:lnTo>
                <a:lnTo>
                  <a:pt x="352425" y="1143000"/>
                </a:lnTo>
                <a:lnTo>
                  <a:pt x="342900" y="1143000"/>
                </a:lnTo>
                <a:lnTo>
                  <a:pt x="342900" y="1171575"/>
                </a:lnTo>
                <a:lnTo>
                  <a:pt x="333375" y="1171575"/>
                </a:lnTo>
                <a:lnTo>
                  <a:pt x="323850" y="1219200"/>
                </a:lnTo>
                <a:lnTo>
                  <a:pt x="314325" y="1219200"/>
                </a:lnTo>
                <a:lnTo>
                  <a:pt x="314325" y="1238250"/>
                </a:lnTo>
                <a:lnTo>
                  <a:pt x="304800" y="1238250"/>
                </a:lnTo>
                <a:lnTo>
                  <a:pt x="295275" y="1295400"/>
                </a:lnTo>
                <a:lnTo>
                  <a:pt x="285750" y="1295400"/>
                </a:lnTo>
                <a:lnTo>
                  <a:pt x="276225" y="1343025"/>
                </a:lnTo>
                <a:lnTo>
                  <a:pt x="266700" y="1343025"/>
                </a:lnTo>
                <a:lnTo>
                  <a:pt x="266700" y="1362075"/>
                </a:lnTo>
                <a:lnTo>
                  <a:pt x="257175" y="1362075"/>
                </a:lnTo>
                <a:lnTo>
                  <a:pt x="247650" y="1419225"/>
                </a:lnTo>
                <a:lnTo>
                  <a:pt x="238125" y="1419225"/>
                </a:lnTo>
                <a:lnTo>
                  <a:pt x="238125" y="1438275"/>
                </a:lnTo>
                <a:lnTo>
                  <a:pt x="228600" y="1438275"/>
                </a:lnTo>
                <a:lnTo>
                  <a:pt x="219075" y="1495425"/>
                </a:lnTo>
                <a:lnTo>
                  <a:pt x="209550" y="1495425"/>
                </a:lnTo>
                <a:lnTo>
                  <a:pt x="200025" y="1514475"/>
                </a:lnTo>
                <a:lnTo>
                  <a:pt x="171450" y="1514475"/>
                </a:lnTo>
                <a:lnTo>
                  <a:pt x="171450" y="1504950"/>
                </a:lnTo>
                <a:lnTo>
                  <a:pt x="161925" y="1504950"/>
                </a:lnTo>
                <a:lnTo>
                  <a:pt x="161925" y="1457325"/>
                </a:lnTo>
                <a:lnTo>
                  <a:pt x="171450" y="1457325"/>
                </a:lnTo>
                <a:lnTo>
                  <a:pt x="171450" y="1428750"/>
                </a:lnTo>
                <a:lnTo>
                  <a:pt x="180975" y="1428750"/>
                </a:lnTo>
                <a:lnTo>
                  <a:pt x="190500" y="1381125"/>
                </a:lnTo>
                <a:lnTo>
                  <a:pt x="200025" y="1381125"/>
                </a:lnTo>
                <a:lnTo>
                  <a:pt x="200025" y="1362075"/>
                </a:lnTo>
                <a:lnTo>
                  <a:pt x="209550" y="1362075"/>
                </a:lnTo>
                <a:lnTo>
                  <a:pt x="209550" y="1333500"/>
                </a:lnTo>
                <a:lnTo>
                  <a:pt x="219075" y="1333500"/>
                </a:lnTo>
                <a:lnTo>
                  <a:pt x="228600" y="1276350"/>
                </a:lnTo>
                <a:lnTo>
                  <a:pt x="238125" y="1276350"/>
                </a:lnTo>
                <a:lnTo>
                  <a:pt x="238125" y="1257300"/>
                </a:lnTo>
                <a:lnTo>
                  <a:pt x="247650" y="1257300"/>
                </a:lnTo>
                <a:lnTo>
                  <a:pt x="247650" y="1228725"/>
                </a:lnTo>
                <a:lnTo>
                  <a:pt x="257175" y="1228725"/>
                </a:lnTo>
                <a:lnTo>
                  <a:pt x="257175" y="1209675"/>
                </a:lnTo>
                <a:lnTo>
                  <a:pt x="266700" y="1209675"/>
                </a:lnTo>
                <a:lnTo>
                  <a:pt x="266700" y="1171575"/>
                </a:lnTo>
                <a:lnTo>
                  <a:pt x="161925" y="1171575"/>
                </a:lnTo>
                <a:lnTo>
                  <a:pt x="161925" y="1162050"/>
                </a:lnTo>
                <a:lnTo>
                  <a:pt x="123825" y="1162050"/>
                </a:lnTo>
                <a:lnTo>
                  <a:pt x="123825" y="1152525"/>
                </a:lnTo>
                <a:lnTo>
                  <a:pt x="47625" y="1143000"/>
                </a:lnTo>
                <a:lnTo>
                  <a:pt x="38100" y="1114425"/>
                </a:lnTo>
                <a:lnTo>
                  <a:pt x="28575" y="1114425"/>
                </a:lnTo>
                <a:lnTo>
                  <a:pt x="38100" y="1047750"/>
                </a:lnTo>
                <a:lnTo>
                  <a:pt x="47625" y="1047750"/>
                </a:lnTo>
                <a:lnTo>
                  <a:pt x="47625" y="1009650"/>
                </a:lnTo>
                <a:lnTo>
                  <a:pt x="57150" y="1009650"/>
                </a:lnTo>
                <a:lnTo>
                  <a:pt x="57150" y="962025"/>
                </a:lnTo>
                <a:lnTo>
                  <a:pt x="66675" y="962025"/>
                </a:lnTo>
                <a:lnTo>
                  <a:pt x="66675" y="923925"/>
                </a:lnTo>
                <a:lnTo>
                  <a:pt x="76200" y="923925"/>
                </a:lnTo>
                <a:lnTo>
                  <a:pt x="76200" y="885825"/>
                </a:lnTo>
                <a:lnTo>
                  <a:pt x="85725" y="885825"/>
                </a:lnTo>
                <a:lnTo>
                  <a:pt x="85725" y="847725"/>
                </a:lnTo>
                <a:lnTo>
                  <a:pt x="95250" y="847725"/>
                </a:lnTo>
                <a:lnTo>
                  <a:pt x="95250" y="809625"/>
                </a:lnTo>
                <a:lnTo>
                  <a:pt x="104775" y="809625"/>
                </a:lnTo>
                <a:lnTo>
                  <a:pt x="104775" y="771525"/>
                </a:lnTo>
                <a:lnTo>
                  <a:pt x="114300" y="771525"/>
                </a:lnTo>
                <a:lnTo>
                  <a:pt x="123825" y="742950"/>
                </a:lnTo>
                <a:lnTo>
                  <a:pt x="142875" y="742950"/>
                </a:lnTo>
                <a:lnTo>
                  <a:pt x="142875" y="733425"/>
                </a:lnTo>
                <a:lnTo>
                  <a:pt x="190500" y="733425"/>
                </a:lnTo>
                <a:lnTo>
                  <a:pt x="190500" y="742950"/>
                </a:lnTo>
                <a:lnTo>
                  <a:pt x="257175" y="752475"/>
                </a:lnTo>
                <a:lnTo>
                  <a:pt x="257175" y="742950"/>
                </a:lnTo>
                <a:lnTo>
                  <a:pt x="266700" y="742950"/>
                </a:lnTo>
                <a:lnTo>
                  <a:pt x="266700" y="714375"/>
                </a:lnTo>
                <a:lnTo>
                  <a:pt x="276225" y="714375"/>
                </a:lnTo>
                <a:lnTo>
                  <a:pt x="304800" y="676275"/>
                </a:lnTo>
                <a:lnTo>
                  <a:pt x="323850" y="676275"/>
                </a:lnTo>
                <a:lnTo>
                  <a:pt x="323850" y="666750"/>
                </a:lnTo>
                <a:lnTo>
                  <a:pt x="371475" y="666750"/>
                </a:lnTo>
                <a:lnTo>
                  <a:pt x="371475" y="676275"/>
                </a:lnTo>
                <a:lnTo>
                  <a:pt x="419100" y="676275"/>
                </a:lnTo>
                <a:lnTo>
                  <a:pt x="419100" y="685800"/>
                </a:lnTo>
                <a:lnTo>
                  <a:pt x="495300" y="695325"/>
                </a:lnTo>
                <a:lnTo>
                  <a:pt x="495300" y="657225"/>
                </a:lnTo>
                <a:lnTo>
                  <a:pt x="485775" y="657225"/>
                </a:lnTo>
                <a:lnTo>
                  <a:pt x="485775" y="647700"/>
                </a:lnTo>
                <a:lnTo>
                  <a:pt x="457200" y="647700"/>
                </a:lnTo>
                <a:lnTo>
                  <a:pt x="457200" y="638175"/>
                </a:lnTo>
                <a:lnTo>
                  <a:pt x="438150" y="638175"/>
                </a:lnTo>
                <a:lnTo>
                  <a:pt x="438150" y="628650"/>
                </a:lnTo>
                <a:lnTo>
                  <a:pt x="419100" y="628650"/>
                </a:lnTo>
                <a:lnTo>
                  <a:pt x="419100" y="619125"/>
                </a:lnTo>
                <a:lnTo>
                  <a:pt x="400050" y="619125"/>
                </a:lnTo>
                <a:lnTo>
                  <a:pt x="400050" y="609600"/>
                </a:lnTo>
                <a:lnTo>
                  <a:pt x="342900" y="561975"/>
                </a:lnTo>
                <a:lnTo>
                  <a:pt x="342900" y="542925"/>
                </a:lnTo>
                <a:lnTo>
                  <a:pt x="333375" y="542925"/>
                </a:lnTo>
                <a:lnTo>
                  <a:pt x="323850" y="514350"/>
                </a:lnTo>
                <a:lnTo>
                  <a:pt x="247650" y="514350"/>
                </a:lnTo>
                <a:lnTo>
                  <a:pt x="247650" y="504825"/>
                </a:lnTo>
                <a:lnTo>
                  <a:pt x="219075" y="495300"/>
                </a:lnTo>
                <a:lnTo>
                  <a:pt x="219075" y="457200"/>
                </a:lnTo>
                <a:lnTo>
                  <a:pt x="228600" y="457200"/>
                </a:lnTo>
                <a:lnTo>
                  <a:pt x="228600" y="428625"/>
                </a:lnTo>
                <a:lnTo>
                  <a:pt x="238125" y="428625"/>
                </a:lnTo>
                <a:lnTo>
                  <a:pt x="247650" y="295275"/>
                </a:lnTo>
                <a:lnTo>
                  <a:pt x="257175" y="295275"/>
                </a:lnTo>
                <a:lnTo>
                  <a:pt x="257175" y="266700"/>
                </a:lnTo>
                <a:lnTo>
                  <a:pt x="266700" y="266700"/>
                </a:lnTo>
                <a:lnTo>
                  <a:pt x="285750" y="209550"/>
                </a:lnTo>
                <a:lnTo>
                  <a:pt x="304800" y="200025"/>
                </a:lnTo>
                <a:lnTo>
                  <a:pt x="304800" y="180975"/>
                </a:lnTo>
                <a:lnTo>
                  <a:pt x="314325" y="180975"/>
                </a:lnTo>
                <a:lnTo>
                  <a:pt x="361950" y="123825"/>
                </a:lnTo>
                <a:lnTo>
                  <a:pt x="381000" y="123825"/>
                </a:lnTo>
                <a:lnTo>
                  <a:pt x="381000" y="114300"/>
                </a:lnTo>
                <a:lnTo>
                  <a:pt x="400050" y="114300"/>
                </a:lnTo>
                <a:lnTo>
                  <a:pt x="400050" y="104775"/>
                </a:lnTo>
                <a:lnTo>
                  <a:pt x="419100" y="104775"/>
                </a:lnTo>
                <a:lnTo>
                  <a:pt x="419100" y="95250"/>
                </a:lnTo>
                <a:lnTo>
                  <a:pt x="438150" y="95250"/>
                </a:lnTo>
                <a:lnTo>
                  <a:pt x="438150" y="85725"/>
                </a:lnTo>
                <a:lnTo>
                  <a:pt x="466725" y="85725"/>
                </a:lnTo>
                <a:lnTo>
                  <a:pt x="466725" y="76200"/>
                </a:lnTo>
                <a:lnTo>
                  <a:pt x="590550" y="66675"/>
                </a:lnTo>
                <a:lnTo>
                  <a:pt x="590550" y="76200"/>
                </a:lnTo>
                <a:lnTo>
                  <a:pt x="647700" y="76200"/>
                </a:lnTo>
                <a:lnTo>
                  <a:pt x="647700" y="85725"/>
                </a:lnTo>
                <a:lnTo>
                  <a:pt x="676275" y="85725"/>
                </a:lnTo>
                <a:lnTo>
                  <a:pt x="676275" y="95250"/>
                </a:lnTo>
                <a:lnTo>
                  <a:pt x="714375" y="104775"/>
                </a:lnTo>
                <a:lnTo>
                  <a:pt x="733425" y="133350"/>
                </a:lnTo>
                <a:lnTo>
                  <a:pt x="752475" y="133350"/>
                </a:lnTo>
                <a:lnTo>
                  <a:pt x="752475" y="142875"/>
                </a:lnTo>
                <a:lnTo>
                  <a:pt x="790575" y="171450"/>
                </a:lnTo>
                <a:lnTo>
                  <a:pt x="790575" y="190500"/>
                </a:lnTo>
                <a:lnTo>
                  <a:pt x="809625" y="200025"/>
                </a:lnTo>
                <a:lnTo>
                  <a:pt x="809625" y="219075"/>
                </a:lnTo>
                <a:lnTo>
                  <a:pt x="819150" y="219075"/>
                </a:lnTo>
                <a:lnTo>
                  <a:pt x="819150" y="238125"/>
                </a:lnTo>
                <a:lnTo>
                  <a:pt x="828675" y="238125"/>
                </a:lnTo>
                <a:lnTo>
                  <a:pt x="828675" y="257175"/>
                </a:lnTo>
                <a:lnTo>
                  <a:pt x="838200" y="257175"/>
                </a:lnTo>
                <a:lnTo>
                  <a:pt x="838200" y="285750"/>
                </a:lnTo>
                <a:lnTo>
                  <a:pt x="847725" y="285750"/>
                </a:lnTo>
                <a:lnTo>
                  <a:pt x="847725" y="295275"/>
                </a:lnTo>
                <a:lnTo>
                  <a:pt x="866775" y="304800"/>
                </a:lnTo>
                <a:lnTo>
                  <a:pt x="866775" y="323850"/>
                </a:lnTo>
                <a:lnTo>
                  <a:pt x="876300" y="323850"/>
                </a:lnTo>
                <a:lnTo>
                  <a:pt x="876300" y="352425"/>
                </a:lnTo>
                <a:lnTo>
                  <a:pt x="866775" y="352425"/>
                </a:lnTo>
                <a:lnTo>
                  <a:pt x="857250" y="371475"/>
                </a:lnTo>
                <a:lnTo>
                  <a:pt x="838200" y="371475"/>
                </a:lnTo>
                <a:lnTo>
                  <a:pt x="838200" y="381000"/>
                </a:lnTo>
                <a:lnTo>
                  <a:pt x="800100" y="381000"/>
                </a:lnTo>
                <a:lnTo>
                  <a:pt x="800100" y="390525"/>
                </a:lnTo>
                <a:lnTo>
                  <a:pt x="790575" y="390525"/>
                </a:lnTo>
                <a:lnTo>
                  <a:pt x="790575" y="400050"/>
                </a:lnTo>
                <a:lnTo>
                  <a:pt x="800100" y="400050"/>
                </a:lnTo>
                <a:lnTo>
                  <a:pt x="800100" y="428625"/>
                </a:lnTo>
                <a:lnTo>
                  <a:pt x="790575" y="428625"/>
                </a:lnTo>
                <a:lnTo>
                  <a:pt x="790575" y="485775"/>
                </a:lnTo>
                <a:lnTo>
                  <a:pt x="781050" y="485775"/>
                </a:lnTo>
                <a:lnTo>
                  <a:pt x="781050" y="504825"/>
                </a:lnTo>
                <a:lnTo>
                  <a:pt x="771525" y="504825"/>
                </a:lnTo>
                <a:lnTo>
                  <a:pt x="771525" y="533400"/>
                </a:lnTo>
                <a:lnTo>
                  <a:pt x="752475" y="542925"/>
                </a:lnTo>
                <a:lnTo>
                  <a:pt x="752475" y="561975"/>
                </a:lnTo>
                <a:lnTo>
                  <a:pt x="742950" y="561975"/>
                </a:lnTo>
                <a:lnTo>
                  <a:pt x="695325" y="619125"/>
                </a:lnTo>
                <a:lnTo>
                  <a:pt x="676275" y="619125"/>
                </a:lnTo>
                <a:lnTo>
                  <a:pt x="666750" y="638175"/>
                </a:lnTo>
                <a:lnTo>
                  <a:pt x="638175" y="638175"/>
                </a:lnTo>
                <a:lnTo>
                  <a:pt x="638175" y="647700"/>
                </a:lnTo>
                <a:lnTo>
                  <a:pt x="619125" y="647700"/>
                </a:lnTo>
                <a:lnTo>
                  <a:pt x="619125" y="657225"/>
                </a:lnTo>
                <a:lnTo>
                  <a:pt x="552450" y="657225"/>
                </a:lnTo>
                <a:lnTo>
                  <a:pt x="552450" y="666750"/>
                </a:lnTo>
                <a:lnTo>
                  <a:pt x="542925" y="666750"/>
                </a:lnTo>
                <a:lnTo>
                  <a:pt x="542925" y="714375"/>
                </a:lnTo>
                <a:lnTo>
                  <a:pt x="552450" y="714375"/>
                </a:lnTo>
                <a:lnTo>
                  <a:pt x="552450" y="733425"/>
                </a:lnTo>
                <a:lnTo>
                  <a:pt x="561975" y="733425"/>
                </a:lnTo>
                <a:lnTo>
                  <a:pt x="561975" y="762000"/>
                </a:lnTo>
                <a:lnTo>
                  <a:pt x="571500" y="762000"/>
                </a:lnTo>
                <a:lnTo>
                  <a:pt x="571500" y="790575"/>
                </a:lnTo>
                <a:lnTo>
                  <a:pt x="581025" y="790575"/>
                </a:lnTo>
                <a:lnTo>
                  <a:pt x="581025" y="819150"/>
                </a:lnTo>
                <a:lnTo>
                  <a:pt x="590550" y="819150"/>
                </a:lnTo>
                <a:lnTo>
                  <a:pt x="609600" y="876300"/>
                </a:lnTo>
                <a:close/>
                <a:moveTo>
                  <a:pt x="2486025" y="1028700"/>
                </a:moveTo>
                <a:lnTo>
                  <a:pt x="2486025" y="990600"/>
                </a:lnTo>
                <a:lnTo>
                  <a:pt x="2476500" y="990600"/>
                </a:lnTo>
                <a:lnTo>
                  <a:pt x="2476500" y="952500"/>
                </a:lnTo>
                <a:lnTo>
                  <a:pt x="2466975" y="952500"/>
                </a:lnTo>
                <a:lnTo>
                  <a:pt x="2466975" y="914400"/>
                </a:lnTo>
                <a:lnTo>
                  <a:pt x="2457450" y="914400"/>
                </a:lnTo>
                <a:lnTo>
                  <a:pt x="2447925" y="838200"/>
                </a:lnTo>
                <a:lnTo>
                  <a:pt x="2438400" y="838200"/>
                </a:lnTo>
                <a:lnTo>
                  <a:pt x="2438400" y="809625"/>
                </a:lnTo>
                <a:lnTo>
                  <a:pt x="2428875" y="809625"/>
                </a:lnTo>
                <a:lnTo>
                  <a:pt x="2428875" y="771525"/>
                </a:lnTo>
                <a:lnTo>
                  <a:pt x="2419350" y="771525"/>
                </a:lnTo>
                <a:lnTo>
                  <a:pt x="2419350" y="742950"/>
                </a:lnTo>
                <a:lnTo>
                  <a:pt x="2409825" y="742950"/>
                </a:lnTo>
                <a:lnTo>
                  <a:pt x="2400300" y="695325"/>
                </a:lnTo>
                <a:lnTo>
                  <a:pt x="2390775" y="695325"/>
                </a:lnTo>
                <a:lnTo>
                  <a:pt x="2371725" y="666750"/>
                </a:lnTo>
                <a:lnTo>
                  <a:pt x="2352675" y="666750"/>
                </a:lnTo>
                <a:lnTo>
                  <a:pt x="2352675" y="657225"/>
                </a:lnTo>
                <a:lnTo>
                  <a:pt x="2295525" y="657225"/>
                </a:lnTo>
                <a:lnTo>
                  <a:pt x="2295525" y="666750"/>
                </a:lnTo>
                <a:lnTo>
                  <a:pt x="2219325" y="676275"/>
                </a:lnTo>
                <a:lnTo>
                  <a:pt x="2219325" y="685800"/>
                </a:lnTo>
                <a:lnTo>
                  <a:pt x="2190750" y="685800"/>
                </a:lnTo>
                <a:lnTo>
                  <a:pt x="2190750" y="695325"/>
                </a:lnTo>
                <a:lnTo>
                  <a:pt x="2114550" y="704850"/>
                </a:lnTo>
                <a:lnTo>
                  <a:pt x="2114550" y="714375"/>
                </a:lnTo>
                <a:lnTo>
                  <a:pt x="2105025" y="714375"/>
                </a:lnTo>
                <a:lnTo>
                  <a:pt x="2105025" y="742950"/>
                </a:lnTo>
                <a:lnTo>
                  <a:pt x="2114550" y="742950"/>
                </a:lnTo>
                <a:lnTo>
                  <a:pt x="2114550" y="752475"/>
                </a:lnTo>
                <a:lnTo>
                  <a:pt x="2124075" y="819150"/>
                </a:lnTo>
                <a:lnTo>
                  <a:pt x="2133600" y="819150"/>
                </a:lnTo>
                <a:lnTo>
                  <a:pt x="2143125" y="885825"/>
                </a:lnTo>
                <a:lnTo>
                  <a:pt x="2152650" y="885825"/>
                </a:lnTo>
                <a:lnTo>
                  <a:pt x="2152650" y="923925"/>
                </a:lnTo>
                <a:lnTo>
                  <a:pt x="2162175" y="923925"/>
                </a:lnTo>
                <a:lnTo>
                  <a:pt x="2162175" y="952500"/>
                </a:lnTo>
                <a:lnTo>
                  <a:pt x="2171700" y="952500"/>
                </a:lnTo>
                <a:lnTo>
                  <a:pt x="2171700" y="981075"/>
                </a:lnTo>
                <a:lnTo>
                  <a:pt x="2181225" y="981075"/>
                </a:lnTo>
                <a:lnTo>
                  <a:pt x="2181225" y="1009650"/>
                </a:lnTo>
                <a:lnTo>
                  <a:pt x="2190750" y="1009650"/>
                </a:lnTo>
                <a:lnTo>
                  <a:pt x="2190750" y="1047750"/>
                </a:lnTo>
                <a:lnTo>
                  <a:pt x="2200275" y="1047750"/>
                </a:lnTo>
                <a:lnTo>
                  <a:pt x="2200275" y="1085850"/>
                </a:lnTo>
                <a:lnTo>
                  <a:pt x="2209800" y="1085850"/>
                </a:lnTo>
                <a:lnTo>
                  <a:pt x="2219325" y="1133475"/>
                </a:lnTo>
                <a:lnTo>
                  <a:pt x="2238375" y="1133475"/>
                </a:lnTo>
                <a:lnTo>
                  <a:pt x="2238375" y="1123950"/>
                </a:lnTo>
                <a:lnTo>
                  <a:pt x="2276475" y="1123950"/>
                </a:lnTo>
                <a:lnTo>
                  <a:pt x="2276475" y="1114425"/>
                </a:lnTo>
                <a:lnTo>
                  <a:pt x="2314575" y="1114425"/>
                </a:lnTo>
                <a:lnTo>
                  <a:pt x="2314575" y="1104900"/>
                </a:lnTo>
                <a:lnTo>
                  <a:pt x="2352675" y="1104900"/>
                </a:lnTo>
                <a:lnTo>
                  <a:pt x="2352675" y="1095375"/>
                </a:lnTo>
                <a:lnTo>
                  <a:pt x="2390775" y="1095375"/>
                </a:lnTo>
                <a:lnTo>
                  <a:pt x="2390775" y="1085850"/>
                </a:lnTo>
                <a:lnTo>
                  <a:pt x="2428875" y="1085850"/>
                </a:lnTo>
                <a:lnTo>
                  <a:pt x="2428875" y="1076325"/>
                </a:lnTo>
                <a:lnTo>
                  <a:pt x="2447925" y="1076325"/>
                </a:lnTo>
                <a:lnTo>
                  <a:pt x="2447925" y="1066800"/>
                </a:lnTo>
                <a:lnTo>
                  <a:pt x="2476500" y="1047750"/>
                </a:lnTo>
                <a:lnTo>
                  <a:pt x="2476500" y="1028700"/>
                </a:lnTo>
                <a:lnTo>
                  <a:pt x="2486025" y="1028700"/>
                </a:lnTo>
                <a:close/>
                <a:moveTo>
                  <a:pt x="695325" y="533400"/>
                </a:moveTo>
                <a:lnTo>
                  <a:pt x="714375" y="523875"/>
                </a:lnTo>
                <a:lnTo>
                  <a:pt x="714375" y="504825"/>
                </a:lnTo>
                <a:lnTo>
                  <a:pt x="723900" y="504825"/>
                </a:lnTo>
                <a:lnTo>
                  <a:pt x="723900" y="485775"/>
                </a:lnTo>
                <a:lnTo>
                  <a:pt x="733425" y="485775"/>
                </a:lnTo>
                <a:lnTo>
                  <a:pt x="733425" y="457200"/>
                </a:lnTo>
                <a:lnTo>
                  <a:pt x="742950" y="457200"/>
                </a:lnTo>
                <a:lnTo>
                  <a:pt x="742950" y="390525"/>
                </a:lnTo>
                <a:lnTo>
                  <a:pt x="533400" y="419100"/>
                </a:lnTo>
                <a:lnTo>
                  <a:pt x="533400" y="428625"/>
                </a:lnTo>
                <a:lnTo>
                  <a:pt x="504825" y="447675"/>
                </a:lnTo>
                <a:lnTo>
                  <a:pt x="504825" y="466725"/>
                </a:lnTo>
                <a:lnTo>
                  <a:pt x="495300" y="466725"/>
                </a:lnTo>
                <a:lnTo>
                  <a:pt x="485775" y="485775"/>
                </a:lnTo>
                <a:lnTo>
                  <a:pt x="457200" y="495300"/>
                </a:lnTo>
                <a:lnTo>
                  <a:pt x="447675" y="495300"/>
                </a:lnTo>
                <a:lnTo>
                  <a:pt x="447675" y="504825"/>
                </a:lnTo>
                <a:lnTo>
                  <a:pt x="381000" y="504825"/>
                </a:lnTo>
                <a:lnTo>
                  <a:pt x="381000" y="523875"/>
                </a:lnTo>
                <a:lnTo>
                  <a:pt x="390525" y="523875"/>
                </a:lnTo>
                <a:lnTo>
                  <a:pt x="438150" y="581025"/>
                </a:lnTo>
                <a:lnTo>
                  <a:pt x="457200" y="581025"/>
                </a:lnTo>
                <a:lnTo>
                  <a:pt x="457200" y="590550"/>
                </a:lnTo>
                <a:lnTo>
                  <a:pt x="476250" y="590550"/>
                </a:lnTo>
                <a:lnTo>
                  <a:pt x="476250" y="600075"/>
                </a:lnTo>
                <a:lnTo>
                  <a:pt x="504825" y="600075"/>
                </a:lnTo>
                <a:lnTo>
                  <a:pt x="504825" y="609600"/>
                </a:lnTo>
                <a:lnTo>
                  <a:pt x="590550" y="609600"/>
                </a:lnTo>
                <a:lnTo>
                  <a:pt x="590550" y="600075"/>
                </a:lnTo>
                <a:lnTo>
                  <a:pt x="619125" y="600075"/>
                </a:lnTo>
                <a:lnTo>
                  <a:pt x="619125" y="590550"/>
                </a:lnTo>
                <a:lnTo>
                  <a:pt x="657225" y="581025"/>
                </a:lnTo>
                <a:lnTo>
                  <a:pt x="695325" y="533400"/>
                </a:lnTo>
                <a:close/>
                <a:moveTo>
                  <a:pt x="361950" y="457200"/>
                </a:moveTo>
                <a:lnTo>
                  <a:pt x="438150" y="457200"/>
                </a:lnTo>
                <a:lnTo>
                  <a:pt x="438150" y="447675"/>
                </a:lnTo>
                <a:lnTo>
                  <a:pt x="476250" y="419100"/>
                </a:lnTo>
                <a:lnTo>
                  <a:pt x="476250" y="400050"/>
                </a:lnTo>
                <a:lnTo>
                  <a:pt x="485775" y="400050"/>
                </a:lnTo>
                <a:lnTo>
                  <a:pt x="495300" y="381000"/>
                </a:lnTo>
                <a:lnTo>
                  <a:pt x="514350" y="381000"/>
                </a:lnTo>
                <a:lnTo>
                  <a:pt x="514350" y="371475"/>
                </a:lnTo>
                <a:lnTo>
                  <a:pt x="571500" y="371475"/>
                </a:lnTo>
                <a:lnTo>
                  <a:pt x="571500" y="361950"/>
                </a:lnTo>
                <a:lnTo>
                  <a:pt x="628650" y="361950"/>
                </a:lnTo>
                <a:lnTo>
                  <a:pt x="628650" y="352425"/>
                </a:lnTo>
                <a:lnTo>
                  <a:pt x="695325" y="352425"/>
                </a:lnTo>
                <a:lnTo>
                  <a:pt x="695325" y="342900"/>
                </a:lnTo>
                <a:lnTo>
                  <a:pt x="809625" y="333375"/>
                </a:lnTo>
                <a:lnTo>
                  <a:pt x="809625" y="314325"/>
                </a:lnTo>
                <a:lnTo>
                  <a:pt x="800100" y="314325"/>
                </a:lnTo>
                <a:lnTo>
                  <a:pt x="800100" y="295275"/>
                </a:lnTo>
                <a:lnTo>
                  <a:pt x="790575" y="295275"/>
                </a:lnTo>
                <a:lnTo>
                  <a:pt x="790575" y="276225"/>
                </a:lnTo>
                <a:lnTo>
                  <a:pt x="781050" y="276225"/>
                </a:lnTo>
                <a:lnTo>
                  <a:pt x="771525" y="228600"/>
                </a:lnTo>
                <a:lnTo>
                  <a:pt x="762000" y="228600"/>
                </a:lnTo>
                <a:lnTo>
                  <a:pt x="762000" y="219075"/>
                </a:lnTo>
                <a:lnTo>
                  <a:pt x="752475" y="219075"/>
                </a:lnTo>
                <a:lnTo>
                  <a:pt x="704850" y="161925"/>
                </a:lnTo>
                <a:lnTo>
                  <a:pt x="685800" y="161925"/>
                </a:lnTo>
                <a:lnTo>
                  <a:pt x="685800" y="152400"/>
                </a:lnTo>
                <a:lnTo>
                  <a:pt x="676275" y="152400"/>
                </a:lnTo>
                <a:lnTo>
                  <a:pt x="676275" y="142875"/>
                </a:lnTo>
                <a:lnTo>
                  <a:pt x="647700" y="142875"/>
                </a:lnTo>
                <a:lnTo>
                  <a:pt x="647700" y="133350"/>
                </a:lnTo>
                <a:lnTo>
                  <a:pt x="619125" y="133350"/>
                </a:lnTo>
                <a:lnTo>
                  <a:pt x="619125" y="123825"/>
                </a:lnTo>
                <a:lnTo>
                  <a:pt x="485775" y="123825"/>
                </a:lnTo>
                <a:lnTo>
                  <a:pt x="485775" y="133350"/>
                </a:lnTo>
                <a:lnTo>
                  <a:pt x="457200" y="133350"/>
                </a:lnTo>
                <a:lnTo>
                  <a:pt x="457200" y="142875"/>
                </a:lnTo>
                <a:lnTo>
                  <a:pt x="400050" y="161925"/>
                </a:lnTo>
                <a:lnTo>
                  <a:pt x="381000" y="190500"/>
                </a:lnTo>
                <a:lnTo>
                  <a:pt x="361950" y="190500"/>
                </a:lnTo>
                <a:lnTo>
                  <a:pt x="361950" y="209550"/>
                </a:lnTo>
                <a:lnTo>
                  <a:pt x="333375" y="228600"/>
                </a:lnTo>
                <a:lnTo>
                  <a:pt x="333375" y="247650"/>
                </a:lnTo>
                <a:lnTo>
                  <a:pt x="323850" y="247650"/>
                </a:lnTo>
                <a:lnTo>
                  <a:pt x="323850" y="266700"/>
                </a:lnTo>
                <a:lnTo>
                  <a:pt x="314325" y="266700"/>
                </a:lnTo>
                <a:lnTo>
                  <a:pt x="314325" y="285750"/>
                </a:lnTo>
                <a:lnTo>
                  <a:pt x="304800" y="285750"/>
                </a:lnTo>
                <a:lnTo>
                  <a:pt x="304800" y="314325"/>
                </a:lnTo>
                <a:lnTo>
                  <a:pt x="295275" y="314325"/>
                </a:lnTo>
                <a:lnTo>
                  <a:pt x="295275" y="400050"/>
                </a:lnTo>
                <a:lnTo>
                  <a:pt x="285750" y="400050"/>
                </a:lnTo>
                <a:lnTo>
                  <a:pt x="285750" y="438150"/>
                </a:lnTo>
                <a:lnTo>
                  <a:pt x="276225" y="438150"/>
                </a:lnTo>
                <a:lnTo>
                  <a:pt x="276225" y="466725"/>
                </a:lnTo>
                <a:lnTo>
                  <a:pt x="352425" y="466725"/>
                </a:lnTo>
                <a:lnTo>
                  <a:pt x="352425" y="457200"/>
                </a:lnTo>
                <a:lnTo>
                  <a:pt x="361950" y="457200"/>
                </a:lnTo>
                <a:close/>
                <a:moveTo>
                  <a:pt x="95250" y="1057275"/>
                </a:moveTo>
                <a:lnTo>
                  <a:pt x="95250" y="1066800"/>
                </a:lnTo>
                <a:lnTo>
                  <a:pt x="85725" y="1066800"/>
                </a:lnTo>
                <a:lnTo>
                  <a:pt x="85725" y="1095375"/>
                </a:lnTo>
                <a:lnTo>
                  <a:pt x="104775" y="1095375"/>
                </a:lnTo>
                <a:lnTo>
                  <a:pt x="104775" y="1104900"/>
                </a:lnTo>
                <a:lnTo>
                  <a:pt x="142875" y="1104900"/>
                </a:lnTo>
                <a:lnTo>
                  <a:pt x="142875" y="1114425"/>
                </a:lnTo>
                <a:lnTo>
                  <a:pt x="171450" y="1114425"/>
                </a:lnTo>
                <a:lnTo>
                  <a:pt x="180975" y="1047750"/>
                </a:lnTo>
                <a:lnTo>
                  <a:pt x="190500" y="1047750"/>
                </a:lnTo>
                <a:lnTo>
                  <a:pt x="190500" y="1009650"/>
                </a:lnTo>
                <a:lnTo>
                  <a:pt x="200025" y="1009650"/>
                </a:lnTo>
                <a:lnTo>
                  <a:pt x="200025" y="971550"/>
                </a:lnTo>
                <a:lnTo>
                  <a:pt x="209550" y="971550"/>
                </a:lnTo>
                <a:lnTo>
                  <a:pt x="209550" y="933450"/>
                </a:lnTo>
                <a:lnTo>
                  <a:pt x="219075" y="933450"/>
                </a:lnTo>
                <a:lnTo>
                  <a:pt x="219075" y="895350"/>
                </a:lnTo>
                <a:lnTo>
                  <a:pt x="228600" y="895350"/>
                </a:lnTo>
                <a:lnTo>
                  <a:pt x="228600" y="847725"/>
                </a:lnTo>
                <a:lnTo>
                  <a:pt x="238125" y="847725"/>
                </a:lnTo>
                <a:lnTo>
                  <a:pt x="238125" y="838200"/>
                </a:lnTo>
                <a:lnTo>
                  <a:pt x="247650" y="800100"/>
                </a:lnTo>
                <a:lnTo>
                  <a:pt x="180975" y="790575"/>
                </a:lnTo>
                <a:lnTo>
                  <a:pt x="180975" y="781050"/>
                </a:lnTo>
                <a:lnTo>
                  <a:pt x="152400" y="790575"/>
                </a:lnTo>
                <a:lnTo>
                  <a:pt x="142875" y="857250"/>
                </a:lnTo>
                <a:lnTo>
                  <a:pt x="133350" y="857250"/>
                </a:lnTo>
                <a:lnTo>
                  <a:pt x="133350" y="904875"/>
                </a:lnTo>
                <a:lnTo>
                  <a:pt x="123825" y="904875"/>
                </a:lnTo>
                <a:lnTo>
                  <a:pt x="123825" y="942975"/>
                </a:lnTo>
                <a:lnTo>
                  <a:pt x="114300" y="942975"/>
                </a:lnTo>
                <a:lnTo>
                  <a:pt x="114300" y="981075"/>
                </a:lnTo>
                <a:lnTo>
                  <a:pt x="104775" y="981075"/>
                </a:lnTo>
                <a:lnTo>
                  <a:pt x="95250" y="1057275"/>
                </a:lnTo>
                <a:close/>
                <a:moveTo>
                  <a:pt x="2057400" y="676275"/>
                </a:moveTo>
                <a:lnTo>
                  <a:pt x="2057400" y="685800"/>
                </a:lnTo>
                <a:lnTo>
                  <a:pt x="2028825" y="685800"/>
                </a:lnTo>
                <a:lnTo>
                  <a:pt x="2028825" y="695325"/>
                </a:lnTo>
                <a:lnTo>
                  <a:pt x="2009775" y="695325"/>
                </a:lnTo>
                <a:lnTo>
                  <a:pt x="2009775" y="704850"/>
                </a:lnTo>
                <a:lnTo>
                  <a:pt x="1962150" y="714375"/>
                </a:lnTo>
                <a:lnTo>
                  <a:pt x="1962150" y="723900"/>
                </a:lnTo>
                <a:lnTo>
                  <a:pt x="1971675" y="723900"/>
                </a:lnTo>
                <a:lnTo>
                  <a:pt x="1971675" y="733425"/>
                </a:lnTo>
                <a:lnTo>
                  <a:pt x="2028825" y="781050"/>
                </a:lnTo>
                <a:lnTo>
                  <a:pt x="2028825" y="800100"/>
                </a:lnTo>
                <a:lnTo>
                  <a:pt x="2038350" y="800100"/>
                </a:lnTo>
                <a:lnTo>
                  <a:pt x="2047875" y="819150"/>
                </a:lnTo>
                <a:lnTo>
                  <a:pt x="2057400" y="819150"/>
                </a:lnTo>
                <a:lnTo>
                  <a:pt x="2057400" y="838200"/>
                </a:lnTo>
                <a:lnTo>
                  <a:pt x="2066925" y="838200"/>
                </a:lnTo>
                <a:lnTo>
                  <a:pt x="2076450" y="866775"/>
                </a:lnTo>
                <a:lnTo>
                  <a:pt x="2085975" y="866775"/>
                </a:lnTo>
                <a:lnTo>
                  <a:pt x="2085975" y="828675"/>
                </a:lnTo>
                <a:lnTo>
                  <a:pt x="2076450" y="828675"/>
                </a:lnTo>
                <a:lnTo>
                  <a:pt x="2076450" y="790575"/>
                </a:lnTo>
                <a:lnTo>
                  <a:pt x="2066925" y="790575"/>
                </a:lnTo>
                <a:lnTo>
                  <a:pt x="2066925" y="752475"/>
                </a:lnTo>
                <a:lnTo>
                  <a:pt x="2057400" y="752475"/>
                </a:lnTo>
                <a:lnTo>
                  <a:pt x="2057400" y="695325"/>
                </a:lnTo>
                <a:lnTo>
                  <a:pt x="2066925" y="695325"/>
                </a:lnTo>
                <a:lnTo>
                  <a:pt x="2066925" y="676275"/>
                </a:lnTo>
                <a:lnTo>
                  <a:pt x="2057400" y="676275"/>
                </a:lnTo>
                <a:close/>
                <a:moveTo>
                  <a:pt x="571500" y="247650"/>
                </a:moveTo>
                <a:lnTo>
                  <a:pt x="571500" y="209550"/>
                </a:lnTo>
                <a:lnTo>
                  <a:pt x="590550" y="209550"/>
                </a:lnTo>
                <a:lnTo>
                  <a:pt x="590550" y="200025"/>
                </a:lnTo>
                <a:lnTo>
                  <a:pt x="714375" y="190500"/>
                </a:lnTo>
                <a:lnTo>
                  <a:pt x="714375" y="209550"/>
                </a:lnTo>
                <a:lnTo>
                  <a:pt x="723900" y="209550"/>
                </a:lnTo>
                <a:lnTo>
                  <a:pt x="723900" y="257175"/>
                </a:lnTo>
                <a:lnTo>
                  <a:pt x="723900" y="295275"/>
                </a:lnTo>
                <a:lnTo>
                  <a:pt x="666750" y="295275"/>
                </a:lnTo>
                <a:lnTo>
                  <a:pt x="666750" y="304800"/>
                </a:lnTo>
                <a:lnTo>
                  <a:pt x="609600" y="304800"/>
                </a:lnTo>
                <a:lnTo>
                  <a:pt x="609600" y="314325"/>
                </a:lnTo>
                <a:lnTo>
                  <a:pt x="590550" y="314325"/>
                </a:lnTo>
                <a:lnTo>
                  <a:pt x="590550" y="304800"/>
                </a:lnTo>
                <a:lnTo>
                  <a:pt x="581025" y="304800"/>
                </a:lnTo>
                <a:lnTo>
                  <a:pt x="581025" y="257175"/>
                </a:lnTo>
                <a:lnTo>
                  <a:pt x="571500" y="257175"/>
                </a:lnTo>
                <a:lnTo>
                  <a:pt x="571500" y="247650"/>
                </a:lnTo>
                <a:close/>
                <a:moveTo>
                  <a:pt x="1743075" y="276225"/>
                </a:moveTo>
                <a:lnTo>
                  <a:pt x="1704975" y="276225"/>
                </a:lnTo>
                <a:lnTo>
                  <a:pt x="1704975" y="285750"/>
                </a:lnTo>
                <a:lnTo>
                  <a:pt x="1647825" y="304800"/>
                </a:lnTo>
                <a:lnTo>
                  <a:pt x="1647825" y="314325"/>
                </a:lnTo>
                <a:lnTo>
                  <a:pt x="1609725" y="342900"/>
                </a:lnTo>
                <a:lnTo>
                  <a:pt x="1609725" y="361950"/>
                </a:lnTo>
                <a:lnTo>
                  <a:pt x="1600200" y="361950"/>
                </a:lnTo>
                <a:lnTo>
                  <a:pt x="1590675" y="390525"/>
                </a:lnTo>
                <a:lnTo>
                  <a:pt x="1581150" y="390525"/>
                </a:lnTo>
                <a:lnTo>
                  <a:pt x="1571625" y="485775"/>
                </a:lnTo>
                <a:lnTo>
                  <a:pt x="1581150" y="485775"/>
                </a:lnTo>
                <a:lnTo>
                  <a:pt x="1581150" y="523875"/>
                </a:lnTo>
                <a:lnTo>
                  <a:pt x="1590675" y="523875"/>
                </a:lnTo>
                <a:lnTo>
                  <a:pt x="1600200" y="561975"/>
                </a:lnTo>
                <a:lnTo>
                  <a:pt x="1609725" y="561975"/>
                </a:lnTo>
                <a:lnTo>
                  <a:pt x="1657350" y="619125"/>
                </a:lnTo>
                <a:lnTo>
                  <a:pt x="1704975" y="628650"/>
                </a:lnTo>
                <a:lnTo>
                  <a:pt x="1704975" y="638175"/>
                </a:lnTo>
                <a:lnTo>
                  <a:pt x="1771650" y="647700"/>
                </a:lnTo>
                <a:lnTo>
                  <a:pt x="1781175" y="647700"/>
                </a:lnTo>
                <a:lnTo>
                  <a:pt x="1781175" y="638175"/>
                </a:lnTo>
                <a:lnTo>
                  <a:pt x="1819275" y="638175"/>
                </a:lnTo>
                <a:lnTo>
                  <a:pt x="1819275" y="628650"/>
                </a:lnTo>
                <a:lnTo>
                  <a:pt x="1876425" y="609600"/>
                </a:lnTo>
                <a:lnTo>
                  <a:pt x="1876425" y="600075"/>
                </a:lnTo>
                <a:lnTo>
                  <a:pt x="1914525" y="571500"/>
                </a:lnTo>
                <a:lnTo>
                  <a:pt x="1914525" y="552450"/>
                </a:lnTo>
                <a:lnTo>
                  <a:pt x="1924050" y="552450"/>
                </a:lnTo>
                <a:lnTo>
                  <a:pt x="1924050" y="533400"/>
                </a:lnTo>
                <a:lnTo>
                  <a:pt x="1933575" y="533400"/>
                </a:lnTo>
                <a:lnTo>
                  <a:pt x="1933575" y="514350"/>
                </a:lnTo>
                <a:lnTo>
                  <a:pt x="1943100" y="514350"/>
                </a:lnTo>
                <a:lnTo>
                  <a:pt x="1943100" y="409575"/>
                </a:lnTo>
                <a:lnTo>
                  <a:pt x="1933575" y="409575"/>
                </a:lnTo>
                <a:lnTo>
                  <a:pt x="1933575" y="381000"/>
                </a:lnTo>
                <a:lnTo>
                  <a:pt x="1924050" y="381000"/>
                </a:lnTo>
                <a:lnTo>
                  <a:pt x="1924050" y="361950"/>
                </a:lnTo>
                <a:lnTo>
                  <a:pt x="1905000" y="352425"/>
                </a:lnTo>
                <a:lnTo>
                  <a:pt x="1905000" y="333375"/>
                </a:lnTo>
                <a:lnTo>
                  <a:pt x="1895475" y="333375"/>
                </a:lnTo>
                <a:lnTo>
                  <a:pt x="1885950" y="314325"/>
                </a:lnTo>
                <a:lnTo>
                  <a:pt x="1866900" y="314325"/>
                </a:lnTo>
                <a:lnTo>
                  <a:pt x="1857375" y="295275"/>
                </a:lnTo>
                <a:lnTo>
                  <a:pt x="1809750" y="285750"/>
                </a:lnTo>
                <a:lnTo>
                  <a:pt x="1809750" y="276225"/>
                </a:lnTo>
                <a:lnTo>
                  <a:pt x="1743075" y="276225"/>
                </a:lnTo>
                <a:close/>
                <a:moveTo>
                  <a:pt x="1571625" y="914400"/>
                </a:moveTo>
                <a:lnTo>
                  <a:pt x="1476375" y="923925"/>
                </a:lnTo>
                <a:lnTo>
                  <a:pt x="1476375" y="914400"/>
                </a:lnTo>
                <a:lnTo>
                  <a:pt x="1457325" y="904875"/>
                </a:lnTo>
                <a:lnTo>
                  <a:pt x="1457325" y="885825"/>
                </a:lnTo>
                <a:lnTo>
                  <a:pt x="1485900" y="885825"/>
                </a:lnTo>
                <a:lnTo>
                  <a:pt x="1485900" y="876300"/>
                </a:lnTo>
                <a:lnTo>
                  <a:pt x="1543050" y="876300"/>
                </a:lnTo>
                <a:lnTo>
                  <a:pt x="1543050" y="866775"/>
                </a:lnTo>
                <a:lnTo>
                  <a:pt x="1609725" y="866775"/>
                </a:lnTo>
                <a:lnTo>
                  <a:pt x="1609725" y="857250"/>
                </a:lnTo>
                <a:lnTo>
                  <a:pt x="1628775" y="857250"/>
                </a:lnTo>
                <a:lnTo>
                  <a:pt x="1628775" y="847725"/>
                </a:lnTo>
                <a:lnTo>
                  <a:pt x="1647825" y="847725"/>
                </a:lnTo>
                <a:lnTo>
                  <a:pt x="1647825" y="838200"/>
                </a:lnTo>
                <a:lnTo>
                  <a:pt x="1666875" y="838200"/>
                </a:lnTo>
                <a:lnTo>
                  <a:pt x="1666875" y="828675"/>
                </a:lnTo>
                <a:lnTo>
                  <a:pt x="1685925" y="828675"/>
                </a:lnTo>
                <a:lnTo>
                  <a:pt x="1685925" y="819150"/>
                </a:lnTo>
                <a:lnTo>
                  <a:pt x="1714500" y="809625"/>
                </a:lnTo>
                <a:lnTo>
                  <a:pt x="1714500" y="800100"/>
                </a:lnTo>
                <a:lnTo>
                  <a:pt x="1733550" y="800100"/>
                </a:lnTo>
                <a:lnTo>
                  <a:pt x="1733550" y="790575"/>
                </a:lnTo>
                <a:lnTo>
                  <a:pt x="1752600" y="790575"/>
                </a:lnTo>
                <a:lnTo>
                  <a:pt x="1752600" y="781050"/>
                </a:lnTo>
                <a:lnTo>
                  <a:pt x="1771650" y="781050"/>
                </a:lnTo>
                <a:lnTo>
                  <a:pt x="1771650" y="828675"/>
                </a:lnTo>
                <a:lnTo>
                  <a:pt x="1762125" y="828675"/>
                </a:lnTo>
                <a:lnTo>
                  <a:pt x="1752600" y="847725"/>
                </a:lnTo>
                <a:lnTo>
                  <a:pt x="1733550" y="847725"/>
                </a:lnTo>
                <a:lnTo>
                  <a:pt x="1724025" y="866775"/>
                </a:lnTo>
                <a:lnTo>
                  <a:pt x="1704975" y="866775"/>
                </a:lnTo>
                <a:lnTo>
                  <a:pt x="1704975" y="876300"/>
                </a:lnTo>
                <a:lnTo>
                  <a:pt x="1676400" y="885825"/>
                </a:lnTo>
                <a:lnTo>
                  <a:pt x="1666875" y="904875"/>
                </a:lnTo>
                <a:lnTo>
                  <a:pt x="1571625" y="914400"/>
                </a:lnTo>
                <a:close/>
                <a:moveTo>
                  <a:pt x="371475" y="962025"/>
                </a:moveTo>
                <a:lnTo>
                  <a:pt x="371475" y="933450"/>
                </a:lnTo>
                <a:lnTo>
                  <a:pt x="381000" y="933450"/>
                </a:lnTo>
                <a:lnTo>
                  <a:pt x="381000" y="914400"/>
                </a:lnTo>
                <a:lnTo>
                  <a:pt x="390525" y="914400"/>
                </a:lnTo>
                <a:lnTo>
                  <a:pt x="390525" y="895350"/>
                </a:lnTo>
                <a:lnTo>
                  <a:pt x="400050" y="895350"/>
                </a:lnTo>
                <a:lnTo>
                  <a:pt x="400050" y="876300"/>
                </a:lnTo>
                <a:lnTo>
                  <a:pt x="409575" y="876300"/>
                </a:lnTo>
                <a:lnTo>
                  <a:pt x="409575" y="847725"/>
                </a:lnTo>
                <a:lnTo>
                  <a:pt x="419100" y="847725"/>
                </a:lnTo>
                <a:lnTo>
                  <a:pt x="419100" y="828675"/>
                </a:lnTo>
                <a:lnTo>
                  <a:pt x="428625" y="828675"/>
                </a:lnTo>
                <a:lnTo>
                  <a:pt x="428625" y="809625"/>
                </a:lnTo>
                <a:lnTo>
                  <a:pt x="438150" y="809625"/>
                </a:lnTo>
                <a:lnTo>
                  <a:pt x="438150" y="790575"/>
                </a:lnTo>
                <a:lnTo>
                  <a:pt x="447675" y="790575"/>
                </a:lnTo>
                <a:lnTo>
                  <a:pt x="447675" y="771525"/>
                </a:lnTo>
                <a:lnTo>
                  <a:pt x="457200" y="771525"/>
                </a:lnTo>
                <a:lnTo>
                  <a:pt x="466725" y="742950"/>
                </a:lnTo>
                <a:lnTo>
                  <a:pt x="390525" y="733425"/>
                </a:lnTo>
                <a:lnTo>
                  <a:pt x="390525" y="723900"/>
                </a:lnTo>
                <a:lnTo>
                  <a:pt x="323850" y="723900"/>
                </a:lnTo>
                <a:lnTo>
                  <a:pt x="314325" y="752475"/>
                </a:lnTo>
                <a:lnTo>
                  <a:pt x="304800" y="752475"/>
                </a:lnTo>
                <a:lnTo>
                  <a:pt x="304800" y="800100"/>
                </a:lnTo>
                <a:lnTo>
                  <a:pt x="295275" y="800100"/>
                </a:lnTo>
                <a:lnTo>
                  <a:pt x="295275" y="838200"/>
                </a:lnTo>
                <a:lnTo>
                  <a:pt x="285750" y="838200"/>
                </a:lnTo>
                <a:lnTo>
                  <a:pt x="285750" y="876300"/>
                </a:lnTo>
                <a:lnTo>
                  <a:pt x="276225" y="876300"/>
                </a:lnTo>
                <a:lnTo>
                  <a:pt x="276225" y="914400"/>
                </a:lnTo>
                <a:lnTo>
                  <a:pt x="266700" y="914400"/>
                </a:lnTo>
                <a:lnTo>
                  <a:pt x="266700" y="952500"/>
                </a:lnTo>
                <a:lnTo>
                  <a:pt x="257175" y="952500"/>
                </a:lnTo>
                <a:lnTo>
                  <a:pt x="257175" y="990600"/>
                </a:lnTo>
                <a:lnTo>
                  <a:pt x="247650" y="990600"/>
                </a:lnTo>
                <a:lnTo>
                  <a:pt x="247650" y="1028700"/>
                </a:lnTo>
                <a:lnTo>
                  <a:pt x="238125" y="1028700"/>
                </a:lnTo>
                <a:lnTo>
                  <a:pt x="238125" y="1066800"/>
                </a:lnTo>
                <a:lnTo>
                  <a:pt x="228600" y="1066800"/>
                </a:lnTo>
                <a:lnTo>
                  <a:pt x="228600" y="1114425"/>
                </a:lnTo>
                <a:lnTo>
                  <a:pt x="219075" y="1114425"/>
                </a:lnTo>
                <a:lnTo>
                  <a:pt x="219075" y="1133475"/>
                </a:lnTo>
                <a:lnTo>
                  <a:pt x="238125" y="1133475"/>
                </a:lnTo>
                <a:lnTo>
                  <a:pt x="238125" y="1143000"/>
                </a:lnTo>
                <a:lnTo>
                  <a:pt x="257175" y="1143000"/>
                </a:lnTo>
                <a:lnTo>
                  <a:pt x="257175" y="1152525"/>
                </a:lnTo>
                <a:lnTo>
                  <a:pt x="285750" y="1152525"/>
                </a:lnTo>
                <a:lnTo>
                  <a:pt x="285750" y="1133475"/>
                </a:lnTo>
                <a:lnTo>
                  <a:pt x="295275" y="1133475"/>
                </a:lnTo>
                <a:lnTo>
                  <a:pt x="295275" y="1114425"/>
                </a:lnTo>
                <a:lnTo>
                  <a:pt x="304800" y="1114425"/>
                </a:lnTo>
                <a:lnTo>
                  <a:pt x="304800" y="1085850"/>
                </a:lnTo>
                <a:lnTo>
                  <a:pt x="314325" y="1085850"/>
                </a:lnTo>
                <a:lnTo>
                  <a:pt x="314325" y="1066800"/>
                </a:lnTo>
                <a:lnTo>
                  <a:pt x="323850" y="1066800"/>
                </a:lnTo>
                <a:lnTo>
                  <a:pt x="323850" y="1047750"/>
                </a:lnTo>
                <a:lnTo>
                  <a:pt x="333375" y="1047750"/>
                </a:lnTo>
                <a:lnTo>
                  <a:pt x="333375" y="1028700"/>
                </a:lnTo>
                <a:lnTo>
                  <a:pt x="342900" y="1028700"/>
                </a:lnTo>
                <a:lnTo>
                  <a:pt x="342900" y="1000125"/>
                </a:lnTo>
                <a:lnTo>
                  <a:pt x="352425" y="1000125"/>
                </a:lnTo>
                <a:lnTo>
                  <a:pt x="352425" y="981075"/>
                </a:lnTo>
                <a:lnTo>
                  <a:pt x="361950" y="981075"/>
                </a:lnTo>
                <a:lnTo>
                  <a:pt x="361950" y="962025"/>
                </a:lnTo>
                <a:lnTo>
                  <a:pt x="371475" y="962025"/>
                </a:lnTo>
                <a:close/>
                <a:moveTo>
                  <a:pt x="2209800" y="923925"/>
                </a:moveTo>
                <a:lnTo>
                  <a:pt x="2200275" y="923925"/>
                </a:lnTo>
                <a:lnTo>
                  <a:pt x="2200275" y="885825"/>
                </a:lnTo>
                <a:lnTo>
                  <a:pt x="2219325" y="885825"/>
                </a:lnTo>
                <a:lnTo>
                  <a:pt x="2219325" y="876300"/>
                </a:lnTo>
                <a:lnTo>
                  <a:pt x="2257425" y="876300"/>
                </a:lnTo>
                <a:lnTo>
                  <a:pt x="2257425" y="866775"/>
                </a:lnTo>
                <a:lnTo>
                  <a:pt x="2266950" y="866775"/>
                </a:lnTo>
                <a:lnTo>
                  <a:pt x="2257425" y="790575"/>
                </a:lnTo>
                <a:lnTo>
                  <a:pt x="2305050" y="781050"/>
                </a:lnTo>
                <a:lnTo>
                  <a:pt x="2305050" y="790575"/>
                </a:lnTo>
                <a:lnTo>
                  <a:pt x="2314575" y="790575"/>
                </a:lnTo>
                <a:lnTo>
                  <a:pt x="2314575" y="819150"/>
                </a:lnTo>
                <a:lnTo>
                  <a:pt x="2324100" y="819150"/>
                </a:lnTo>
                <a:lnTo>
                  <a:pt x="2324100" y="847725"/>
                </a:lnTo>
                <a:lnTo>
                  <a:pt x="2362200" y="847725"/>
                </a:lnTo>
                <a:lnTo>
                  <a:pt x="2362200" y="838200"/>
                </a:lnTo>
                <a:lnTo>
                  <a:pt x="2400300" y="838200"/>
                </a:lnTo>
                <a:lnTo>
                  <a:pt x="2400300" y="847725"/>
                </a:lnTo>
                <a:lnTo>
                  <a:pt x="2409825" y="847725"/>
                </a:lnTo>
                <a:lnTo>
                  <a:pt x="2409825" y="885825"/>
                </a:lnTo>
                <a:lnTo>
                  <a:pt x="2400300" y="885825"/>
                </a:lnTo>
                <a:lnTo>
                  <a:pt x="2400300" y="895350"/>
                </a:lnTo>
                <a:lnTo>
                  <a:pt x="2343150" y="904875"/>
                </a:lnTo>
                <a:lnTo>
                  <a:pt x="2352675" y="952500"/>
                </a:lnTo>
                <a:lnTo>
                  <a:pt x="2362200" y="952500"/>
                </a:lnTo>
                <a:lnTo>
                  <a:pt x="2362200" y="981075"/>
                </a:lnTo>
                <a:lnTo>
                  <a:pt x="2352675" y="981075"/>
                </a:lnTo>
                <a:lnTo>
                  <a:pt x="2352675" y="990600"/>
                </a:lnTo>
                <a:lnTo>
                  <a:pt x="2305050" y="990600"/>
                </a:lnTo>
                <a:lnTo>
                  <a:pt x="2305050" y="962025"/>
                </a:lnTo>
                <a:lnTo>
                  <a:pt x="2295525" y="962025"/>
                </a:lnTo>
                <a:lnTo>
                  <a:pt x="2295525" y="933450"/>
                </a:lnTo>
                <a:lnTo>
                  <a:pt x="2286000" y="933450"/>
                </a:lnTo>
                <a:lnTo>
                  <a:pt x="2286000" y="923925"/>
                </a:lnTo>
                <a:lnTo>
                  <a:pt x="2266950" y="923925"/>
                </a:lnTo>
                <a:lnTo>
                  <a:pt x="2266950" y="933450"/>
                </a:lnTo>
                <a:lnTo>
                  <a:pt x="2209800" y="933450"/>
                </a:lnTo>
                <a:lnTo>
                  <a:pt x="2209800" y="923925"/>
                </a:lnTo>
                <a:close/>
                <a:moveTo>
                  <a:pt x="685800" y="238125"/>
                </a:moveTo>
                <a:lnTo>
                  <a:pt x="685800" y="228600"/>
                </a:lnTo>
                <a:lnTo>
                  <a:pt x="609600" y="238125"/>
                </a:lnTo>
                <a:lnTo>
                  <a:pt x="609600" y="257175"/>
                </a:lnTo>
                <a:lnTo>
                  <a:pt x="619125" y="257175"/>
                </a:lnTo>
                <a:lnTo>
                  <a:pt x="619125" y="266700"/>
                </a:lnTo>
                <a:lnTo>
                  <a:pt x="666750" y="266700"/>
                </a:lnTo>
                <a:lnTo>
                  <a:pt x="666750" y="257175"/>
                </a:lnTo>
                <a:lnTo>
                  <a:pt x="685800" y="257175"/>
                </a:lnTo>
                <a:lnTo>
                  <a:pt x="685800" y="238125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3" name="soldier">
            <a:extLst xmlns:a="http://schemas.openxmlformats.org/drawingml/2006/main">
              <a:ext uri="{FF2B5EF4-FFF2-40B4-BE49-F238E27FC236}">
                <a16:creationId xmlns:a16="http://schemas.microsoft.com/office/drawing/2014/main" id="{A6A66193-0C87-457C-983C-60F180B0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2619375" cy="1619250"/>
          </a:xfrm>
          <a:custGeom xmlns:a="http://schemas.openxmlformats.org/drawingml/2006/main">
            <a:pathLst>
              <a:path w="2619375" h="1619250">
                <a:moveTo>
                  <a:pt x="1000125" y="1171575"/>
                </a:moveTo>
                <a:lnTo>
                  <a:pt x="1028700" y="1171575"/>
                </a:lnTo>
                <a:lnTo>
                  <a:pt x="1028700" y="1209675"/>
                </a:lnTo>
                <a:lnTo>
                  <a:pt x="1019175" y="1209675"/>
                </a:lnTo>
                <a:lnTo>
                  <a:pt x="1009650" y="1228725"/>
                </a:lnTo>
                <a:lnTo>
                  <a:pt x="990600" y="1228725"/>
                </a:lnTo>
                <a:lnTo>
                  <a:pt x="990600" y="1209675"/>
                </a:lnTo>
                <a:lnTo>
                  <a:pt x="981075" y="1209675"/>
                </a:lnTo>
                <a:lnTo>
                  <a:pt x="981075" y="1190625"/>
                </a:lnTo>
                <a:lnTo>
                  <a:pt x="990600" y="1190625"/>
                </a:lnTo>
                <a:lnTo>
                  <a:pt x="1000125" y="1171575"/>
                </a:lnTo>
                <a:close/>
                <a:moveTo>
                  <a:pt x="904875" y="990600"/>
                </a:moveTo>
                <a:lnTo>
                  <a:pt x="895350" y="942975"/>
                </a:lnTo>
                <a:lnTo>
                  <a:pt x="885825" y="942975"/>
                </a:lnTo>
                <a:lnTo>
                  <a:pt x="895350" y="923925"/>
                </a:lnTo>
                <a:lnTo>
                  <a:pt x="923925" y="923925"/>
                </a:lnTo>
                <a:lnTo>
                  <a:pt x="923925" y="933450"/>
                </a:lnTo>
                <a:lnTo>
                  <a:pt x="933450" y="933450"/>
                </a:lnTo>
                <a:lnTo>
                  <a:pt x="942975" y="990600"/>
                </a:lnTo>
                <a:lnTo>
                  <a:pt x="952500" y="990600"/>
                </a:lnTo>
                <a:lnTo>
                  <a:pt x="952500" y="1019175"/>
                </a:lnTo>
                <a:lnTo>
                  <a:pt x="962025" y="1019175"/>
                </a:lnTo>
                <a:lnTo>
                  <a:pt x="962025" y="1047750"/>
                </a:lnTo>
                <a:lnTo>
                  <a:pt x="952500" y="1047750"/>
                </a:lnTo>
                <a:lnTo>
                  <a:pt x="952500" y="1057275"/>
                </a:lnTo>
                <a:lnTo>
                  <a:pt x="923925" y="1047750"/>
                </a:lnTo>
                <a:lnTo>
                  <a:pt x="904875" y="990600"/>
                </a:lnTo>
                <a:close/>
                <a:moveTo>
                  <a:pt x="1047750" y="971550"/>
                </a:moveTo>
                <a:lnTo>
                  <a:pt x="1047750" y="981075"/>
                </a:lnTo>
                <a:lnTo>
                  <a:pt x="1038225" y="981075"/>
                </a:lnTo>
                <a:lnTo>
                  <a:pt x="1038225" y="1028700"/>
                </a:lnTo>
                <a:lnTo>
                  <a:pt x="1028700" y="1028700"/>
                </a:lnTo>
                <a:lnTo>
                  <a:pt x="1028700" y="1047750"/>
                </a:lnTo>
                <a:lnTo>
                  <a:pt x="1000125" y="1047750"/>
                </a:lnTo>
                <a:lnTo>
                  <a:pt x="1000125" y="1038225"/>
                </a:lnTo>
                <a:lnTo>
                  <a:pt x="990600" y="1038225"/>
                </a:lnTo>
                <a:lnTo>
                  <a:pt x="990600" y="1028700"/>
                </a:lnTo>
                <a:lnTo>
                  <a:pt x="1000125" y="1028700"/>
                </a:lnTo>
                <a:lnTo>
                  <a:pt x="1000125" y="990600"/>
                </a:lnTo>
                <a:lnTo>
                  <a:pt x="1000125" y="971550"/>
                </a:lnTo>
                <a:lnTo>
                  <a:pt x="1009650" y="971550"/>
                </a:lnTo>
                <a:lnTo>
                  <a:pt x="1009650" y="923925"/>
                </a:lnTo>
                <a:lnTo>
                  <a:pt x="1019175" y="923925"/>
                </a:lnTo>
                <a:lnTo>
                  <a:pt x="1028700" y="904875"/>
                </a:lnTo>
                <a:lnTo>
                  <a:pt x="1047750" y="914400"/>
                </a:lnTo>
                <a:lnTo>
                  <a:pt x="1047750" y="971550"/>
                </a:lnTo>
                <a:close/>
                <a:moveTo>
                  <a:pt x="828675" y="1047750"/>
                </a:moveTo>
                <a:lnTo>
                  <a:pt x="790575" y="1019175"/>
                </a:lnTo>
                <a:lnTo>
                  <a:pt x="800100" y="990600"/>
                </a:lnTo>
                <a:lnTo>
                  <a:pt x="828675" y="990600"/>
                </a:lnTo>
                <a:lnTo>
                  <a:pt x="828675" y="1000125"/>
                </a:lnTo>
                <a:lnTo>
                  <a:pt x="866775" y="1028700"/>
                </a:lnTo>
                <a:lnTo>
                  <a:pt x="866775" y="1038225"/>
                </a:lnTo>
                <a:lnTo>
                  <a:pt x="895350" y="1057275"/>
                </a:lnTo>
                <a:lnTo>
                  <a:pt x="895350" y="1085850"/>
                </a:lnTo>
                <a:lnTo>
                  <a:pt x="885825" y="1085850"/>
                </a:lnTo>
                <a:lnTo>
                  <a:pt x="885825" y="1095375"/>
                </a:lnTo>
                <a:lnTo>
                  <a:pt x="866775" y="1095375"/>
                </a:lnTo>
                <a:lnTo>
                  <a:pt x="828675" y="1047750"/>
                </a:lnTo>
                <a:close/>
              </a:path>
            </a:pathLst>
          </a:custGeom>
          <a:solidFill xmlns:a="http://schemas.openxmlformats.org/drawingml/2006/main">
            <a:srgbClr val="E8363C"/>
          </a:solidFill>
          <a:ln xmlns:a="http://schemas.openxmlformats.org/drawingml/2006/main" w="0">
            <a:noFill/>
          </a:ln>
        </p:spPr>
      </p:sp>
      <p:sp>
        <p:nvSpPr>
          <p:cNvPr id="4" name="sensor">
            <a:extLst xmlns:a="http://schemas.openxmlformats.org/drawingml/2006/main">
              <a:ext uri="{FF2B5EF4-FFF2-40B4-BE49-F238E27FC236}">
                <a16:creationId xmlns:a16="http://schemas.microsoft.com/office/drawing/2014/main" id="{9C5FE44F-00ED-4550-A479-B03D73B0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990600"/>
            <a:ext cx="1476375" cy="1485900"/>
          </a:xfrm>
          <a:custGeom xmlns:a="http://schemas.openxmlformats.org/drawingml/2006/main">
            <a:pathLst>
              <a:path w="1476375" h="1485900">
                <a:moveTo>
                  <a:pt x="1181100" y="1133475"/>
                </a:moveTo>
                <a:lnTo>
                  <a:pt x="1181100" y="800100"/>
                </a:lnTo>
                <a:lnTo>
                  <a:pt x="1152525" y="790575"/>
                </a:lnTo>
                <a:lnTo>
                  <a:pt x="1152525" y="657225"/>
                </a:lnTo>
                <a:lnTo>
                  <a:pt x="1162050" y="657225"/>
                </a:lnTo>
                <a:lnTo>
                  <a:pt x="1162050" y="647700"/>
                </a:lnTo>
                <a:lnTo>
                  <a:pt x="1400175" y="647700"/>
                </a:lnTo>
                <a:lnTo>
                  <a:pt x="1400175" y="657225"/>
                </a:lnTo>
                <a:lnTo>
                  <a:pt x="1409700" y="657225"/>
                </a:lnTo>
                <a:lnTo>
                  <a:pt x="1419225" y="771525"/>
                </a:lnTo>
                <a:lnTo>
                  <a:pt x="1409700" y="771525"/>
                </a:lnTo>
                <a:lnTo>
                  <a:pt x="1400175" y="800100"/>
                </a:lnTo>
                <a:lnTo>
                  <a:pt x="1381125" y="800100"/>
                </a:lnTo>
                <a:lnTo>
                  <a:pt x="1381125" y="819150"/>
                </a:lnTo>
                <a:lnTo>
                  <a:pt x="1381125" y="828675"/>
                </a:lnTo>
                <a:lnTo>
                  <a:pt x="1371600" y="828675"/>
                </a:lnTo>
                <a:lnTo>
                  <a:pt x="1371600" y="838200"/>
                </a:lnTo>
                <a:lnTo>
                  <a:pt x="1390650" y="847725"/>
                </a:lnTo>
                <a:lnTo>
                  <a:pt x="1390650" y="1276350"/>
                </a:lnTo>
                <a:lnTo>
                  <a:pt x="1381125" y="1276350"/>
                </a:lnTo>
                <a:lnTo>
                  <a:pt x="1381125" y="1304925"/>
                </a:lnTo>
                <a:lnTo>
                  <a:pt x="1371600" y="1304925"/>
                </a:lnTo>
                <a:lnTo>
                  <a:pt x="1343025" y="1343025"/>
                </a:lnTo>
                <a:lnTo>
                  <a:pt x="1323975" y="1343025"/>
                </a:lnTo>
                <a:lnTo>
                  <a:pt x="1323975" y="1352550"/>
                </a:lnTo>
                <a:lnTo>
                  <a:pt x="1238250" y="1352550"/>
                </a:lnTo>
                <a:lnTo>
                  <a:pt x="1238250" y="1343025"/>
                </a:lnTo>
                <a:lnTo>
                  <a:pt x="1219200" y="1343025"/>
                </a:lnTo>
                <a:lnTo>
                  <a:pt x="1219200" y="1333500"/>
                </a:lnTo>
                <a:lnTo>
                  <a:pt x="1190625" y="1314450"/>
                </a:lnTo>
                <a:lnTo>
                  <a:pt x="1190625" y="1295400"/>
                </a:lnTo>
                <a:lnTo>
                  <a:pt x="1181100" y="1295400"/>
                </a:lnTo>
                <a:lnTo>
                  <a:pt x="1181100" y="1133475"/>
                </a:lnTo>
                <a:close/>
                <a:moveTo>
                  <a:pt x="285750" y="1047750"/>
                </a:moveTo>
                <a:lnTo>
                  <a:pt x="276225" y="1047750"/>
                </a:lnTo>
                <a:lnTo>
                  <a:pt x="276225" y="1009650"/>
                </a:lnTo>
                <a:lnTo>
                  <a:pt x="266700" y="1009650"/>
                </a:lnTo>
                <a:lnTo>
                  <a:pt x="266700" y="971550"/>
                </a:lnTo>
                <a:lnTo>
                  <a:pt x="257175" y="971550"/>
                </a:lnTo>
                <a:lnTo>
                  <a:pt x="247650" y="933450"/>
                </a:lnTo>
                <a:lnTo>
                  <a:pt x="238125" y="933450"/>
                </a:lnTo>
                <a:lnTo>
                  <a:pt x="238125" y="923925"/>
                </a:lnTo>
                <a:lnTo>
                  <a:pt x="209550" y="904875"/>
                </a:lnTo>
                <a:lnTo>
                  <a:pt x="209550" y="885825"/>
                </a:lnTo>
                <a:lnTo>
                  <a:pt x="171450" y="857250"/>
                </a:lnTo>
                <a:lnTo>
                  <a:pt x="171450" y="838200"/>
                </a:lnTo>
                <a:lnTo>
                  <a:pt x="161925" y="838200"/>
                </a:lnTo>
                <a:lnTo>
                  <a:pt x="161925" y="819150"/>
                </a:lnTo>
                <a:lnTo>
                  <a:pt x="152400" y="819150"/>
                </a:lnTo>
                <a:lnTo>
                  <a:pt x="152400" y="800100"/>
                </a:lnTo>
                <a:lnTo>
                  <a:pt x="142875" y="800100"/>
                </a:lnTo>
                <a:lnTo>
                  <a:pt x="142875" y="771525"/>
                </a:lnTo>
                <a:lnTo>
                  <a:pt x="133350" y="771525"/>
                </a:lnTo>
                <a:lnTo>
                  <a:pt x="133350" y="723900"/>
                </a:lnTo>
                <a:lnTo>
                  <a:pt x="123825" y="723900"/>
                </a:lnTo>
                <a:lnTo>
                  <a:pt x="123825" y="676275"/>
                </a:lnTo>
                <a:lnTo>
                  <a:pt x="114300" y="676275"/>
                </a:lnTo>
                <a:lnTo>
                  <a:pt x="104775" y="581025"/>
                </a:lnTo>
                <a:lnTo>
                  <a:pt x="95250" y="581025"/>
                </a:lnTo>
                <a:lnTo>
                  <a:pt x="85725" y="495300"/>
                </a:lnTo>
                <a:lnTo>
                  <a:pt x="76200" y="495300"/>
                </a:lnTo>
                <a:lnTo>
                  <a:pt x="76200" y="447675"/>
                </a:lnTo>
                <a:lnTo>
                  <a:pt x="66675" y="447675"/>
                </a:lnTo>
                <a:lnTo>
                  <a:pt x="57150" y="361950"/>
                </a:lnTo>
                <a:lnTo>
                  <a:pt x="47625" y="361950"/>
                </a:lnTo>
                <a:lnTo>
                  <a:pt x="47625" y="314325"/>
                </a:lnTo>
                <a:lnTo>
                  <a:pt x="38100" y="314325"/>
                </a:lnTo>
                <a:lnTo>
                  <a:pt x="38100" y="276225"/>
                </a:lnTo>
                <a:lnTo>
                  <a:pt x="47625" y="276225"/>
                </a:lnTo>
                <a:lnTo>
                  <a:pt x="47625" y="238125"/>
                </a:lnTo>
                <a:lnTo>
                  <a:pt x="57150" y="238125"/>
                </a:lnTo>
                <a:lnTo>
                  <a:pt x="66675" y="190500"/>
                </a:lnTo>
                <a:lnTo>
                  <a:pt x="76200" y="190500"/>
                </a:lnTo>
                <a:lnTo>
                  <a:pt x="114300" y="142875"/>
                </a:lnTo>
                <a:lnTo>
                  <a:pt x="161925" y="133350"/>
                </a:lnTo>
                <a:lnTo>
                  <a:pt x="161925" y="123825"/>
                </a:lnTo>
                <a:lnTo>
                  <a:pt x="247650" y="114300"/>
                </a:lnTo>
                <a:lnTo>
                  <a:pt x="247650" y="104775"/>
                </a:lnTo>
                <a:lnTo>
                  <a:pt x="333375" y="95250"/>
                </a:lnTo>
                <a:lnTo>
                  <a:pt x="333375" y="85725"/>
                </a:lnTo>
                <a:lnTo>
                  <a:pt x="381000" y="85725"/>
                </a:lnTo>
                <a:lnTo>
                  <a:pt x="381000" y="76200"/>
                </a:lnTo>
                <a:lnTo>
                  <a:pt x="466725" y="66675"/>
                </a:lnTo>
                <a:lnTo>
                  <a:pt x="466725" y="57150"/>
                </a:lnTo>
                <a:lnTo>
                  <a:pt x="542925" y="57150"/>
                </a:lnTo>
                <a:lnTo>
                  <a:pt x="542925" y="66675"/>
                </a:lnTo>
                <a:lnTo>
                  <a:pt x="590550" y="76200"/>
                </a:lnTo>
                <a:lnTo>
                  <a:pt x="590550" y="85725"/>
                </a:lnTo>
                <a:lnTo>
                  <a:pt x="647700" y="133350"/>
                </a:lnTo>
                <a:lnTo>
                  <a:pt x="647700" y="152400"/>
                </a:lnTo>
                <a:lnTo>
                  <a:pt x="657225" y="152400"/>
                </a:lnTo>
                <a:lnTo>
                  <a:pt x="657225" y="171450"/>
                </a:lnTo>
                <a:lnTo>
                  <a:pt x="666750" y="171450"/>
                </a:lnTo>
                <a:lnTo>
                  <a:pt x="666750" y="219075"/>
                </a:lnTo>
                <a:lnTo>
                  <a:pt x="676275" y="219075"/>
                </a:lnTo>
                <a:lnTo>
                  <a:pt x="676275" y="257175"/>
                </a:lnTo>
                <a:lnTo>
                  <a:pt x="685800" y="257175"/>
                </a:lnTo>
                <a:lnTo>
                  <a:pt x="685800" y="295275"/>
                </a:lnTo>
                <a:lnTo>
                  <a:pt x="695325" y="295275"/>
                </a:lnTo>
                <a:lnTo>
                  <a:pt x="695325" y="304800"/>
                </a:lnTo>
                <a:lnTo>
                  <a:pt x="704850" y="390525"/>
                </a:lnTo>
                <a:lnTo>
                  <a:pt x="714375" y="390525"/>
                </a:lnTo>
                <a:lnTo>
                  <a:pt x="714375" y="438150"/>
                </a:lnTo>
                <a:lnTo>
                  <a:pt x="723900" y="438150"/>
                </a:lnTo>
                <a:lnTo>
                  <a:pt x="733425" y="523875"/>
                </a:lnTo>
                <a:lnTo>
                  <a:pt x="742950" y="523875"/>
                </a:lnTo>
                <a:lnTo>
                  <a:pt x="752475" y="609600"/>
                </a:lnTo>
                <a:lnTo>
                  <a:pt x="762000" y="609600"/>
                </a:lnTo>
                <a:lnTo>
                  <a:pt x="762000" y="742950"/>
                </a:lnTo>
                <a:lnTo>
                  <a:pt x="752475" y="742950"/>
                </a:lnTo>
                <a:lnTo>
                  <a:pt x="752475" y="771525"/>
                </a:lnTo>
                <a:lnTo>
                  <a:pt x="742950" y="771525"/>
                </a:lnTo>
                <a:lnTo>
                  <a:pt x="742950" y="800100"/>
                </a:lnTo>
                <a:lnTo>
                  <a:pt x="733425" y="800100"/>
                </a:lnTo>
                <a:lnTo>
                  <a:pt x="733425" y="923925"/>
                </a:lnTo>
                <a:lnTo>
                  <a:pt x="742950" y="923925"/>
                </a:lnTo>
                <a:lnTo>
                  <a:pt x="742950" y="971550"/>
                </a:lnTo>
                <a:lnTo>
                  <a:pt x="752475" y="971550"/>
                </a:lnTo>
                <a:lnTo>
                  <a:pt x="752475" y="1019175"/>
                </a:lnTo>
                <a:lnTo>
                  <a:pt x="762000" y="1019175"/>
                </a:lnTo>
                <a:lnTo>
                  <a:pt x="762000" y="1076325"/>
                </a:lnTo>
                <a:lnTo>
                  <a:pt x="771525" y="1076325"/>
                </a:lnTo>
                <a:lnTo>
                  <a:pt x="771525" y="1123950"/>
                </a:lnTo>
                <a:lnTo>
                  <a:pt x="781050" y="1123950"/>
                </a:lnTo>
                <a:lnTo>
                  <a:pt x="781050" y="1181100"/>
                </a:lnTo>
                <a:lnTo>
                  <a:pt x="790575" y="1181100"/>
                </a:lnTo>
                <a:lnTo>
                  <a:pt x="790575" y="1276350"/>
                </a:lnTo>
                <a:lnTo>
                  <a:pt x="781050" y="1276350"/>
                </a:lnTo>
                <a:lnTo>
                  <a:pt x="781050" y="1304925"/>
                </a:lnTo>
                <a:lnTo>
                  <a:pt x="762000" y="1314450"/>
                </a:lnTo>
                <a:lnTo>
                  <a:pt x="762000" y="1333500"/>
                </a:lnTo>
                <a:lnTo>
                  <a:pt x="752475" y="1333500"/>
                </a:lnTo>
                <a:lnTo>
                  <a:pt x="733425" y="1362075"/>
                </a:lnTo>
                <a:lnTo>
                  <a:pt x="714375" y="1362075"/>
                </a:lnTo>
                <a:lnTo>
                  <a:pt x="714375" y="1371600"/>
                </a:lnTo>
                <a:lnTo>
                  <a:pt x="695325" y="1371600"/>
                </a:lnTo>
                <a:lnTo>
                  <a:pt x="695325" y="1381125"/>
                </a:lnTo>
                <a:lnTo>
                  <a:pt x="609600" y="1390650"/>
                </a:lnTo>
                <a:lnTo>
                  <a:pt x="609600" y="1400175"/>
                </a:lnTo>
                <a:lnTo>
                  <a:pt x="561975" y="1400175"/>
                </a:lnTo>
                <a:lnTo>
                  <a:pt x="561975" y="1409700"/>
                </a:lnTo>
                <a:lnTo>
                  <a:pt x="523875" y="1409700"/>
                </a:lnTo>
                <a:lnTo>
                  <a:pt x="523875" y="1419225"/>
                </a:lnTo>
                <a:lnTo>
                  <a:pt x="447675" y="1419225"/>
                </a:lnTo>
                <a:lnTo>
                  <a:pt x="447675" y="1409700"/>
                </a:lnTo>
                <a:lnTo>
                  <a:pt x="400050" y="1400175"/>
                </a:lnTo>
                <a:lnTo>
                  <a:pt x="400050" y="1390650"/>
                </a:lnTo>
                <a:lnTo>
                  <a:pt x="352425" y="1352550"/>
                </a:lnTo>
                <a:lnTo>
                  <a:pt x="342900" y="1304925"/>
                </a:lnTo>
                <a:lnTo>
                  <a:pt x="333375" y="1304925"/>
                </a:lnTo>
                <a:lnTo>
                  <a:pt x="323850" y="1219200"/>
                </a:lnTo>
                <a:lnTo>
                  <a:pt x="314325" y="1219200"/>
                </a:lnTo>
                <a:lnTo>
                  <a:pt x="314325" y="1181100"/>
                </a:lnTo>
                <a:lnTo>
                  <a:pt x="304800" y="1181100"/>
                </a:lnTo>
                <a:lnTo>
                  <a:pt x="304800" y="1133475"/>
                </a:lnTo>
                <a:lnTo>
                  <a:pt x="295275" y="1133475"/>
                </a:lnTo>
                <a:lnTo>
                  <a:pt x="295275" y="1095375"/>
                </a:lnTo>
                <a:lnTo>
                  <a:pt x="285750" y="1095375"/>
                </a:lnTo>
                <a:lnTo>
                  <a:pt x="285750" y="1047750"/>
                </a:lnTo>
                <a:close/>
                <a:moveTo>
                  <a:pt x="133350" y="200025"/>
                </a:moveTo>
                <a:lnTo>
                  <a:pt x="133350" y="209550"/>
                </a:lnTo>
                <a:lnTo>
                  <a:pt x="104775" y="228600"/>
                </a:lnTo>
                <a:lnTo>
                  <a:pt x="104775" y="257175"/>
                </a:lnTo>
                <a:lnTo>
                  <a:pt x="95250" y="257175"/>
                </a:lnTo>
                <a:lnTo>
                  <a:pt x="95250" y="333375"/>
                </a:lnTo>
                <a:lnTo>
                  <a:pt x="104775" y="333375"/>
                </a:lnTo>
                <a:lnTo>
                  <a:pt x="104775" y="381000"/>
                </a:lnTo>
                <a:lnTo>
                  <a:pt x="114300" y="381000"/>
                </a:lnTo>
                <a:lnTo>
                  <a:pt x="114300" y="419100"/>
                </a:lnTo>
                <a:lnTo>
                  <a:pt x="123825" y="419100"/>
                </a:lnTo>
                <a:lnTo>
                  <a:pt x="123825" y="466725"/>
                </a:lnTo>
                <a:lnTo>
                  <a:pt x="133350" y="466725"/>
                </a:lnTo>
                <a:lnTo>
                  <a:pt x="133350" y="514350"/>
                </a:lnTo>
                <a:lnTo>
                  <a:pt x="142875" y="514350"/>
                </a:lnTo>
                <a:lnTo>
                  <a:pt x="152400" y="609600"/>
                </a:lnTo>
                <a:lnTo>
                  <a:pt x="161925" y="609600"/>
                </a:lnTo>
                <a:lnTo>
                  <a:pt x="161925" y="647700"/>
                </a:lnTo>
                <a:lnTo>
                  <a:pt x="171450" y="647700"/>
                </a:lnTo>
                <a:lnTo>
                  <a:pt x="180975" y="742950"/>
                </a:lnTo>
                <a:lnTo>
                  <a:pt x="190500" y="742950"/>
                </a:lnTo>
                <a:lnTo>
                  <a:pt x="190500" y="781050"/>
                </a:lnTo>
                <a:lnTo>
                  <a:pt x="200025" y="781050"/>
                </a:lnTo>
                <a:lnTo>
                  <a:pt x="209550" y="819150"/>
                </a:lnTo>
                <a:lnTo>
                  <a:pt x="219075" y="819150"/>
                </a:lnTo>
                <a:lnTo>
                  <a:pt x="228600" y="847725"/>
                </a:lnTo>
                <a:lnTo>
                  <a:pt x="285750" y="895350"/>
                </a:lnTo>
                <a:lnTo>
                  <a:pt x="285750" y="914400"/>
                </a:lnTo>
                <a:lnTo>
                  <a:pt x="295275" y="914400"/>
                </a:lnTo>
                <a:lnTo>
                  <a:pt x="295275" y="933450"/>
                </a:lnTo>
                <a:lnTo>
                  <a:pt x="304800" y="933450"/>
                </a:lnTo>
                <a:lnTo>
                  <a:pt x="304800" y="952500"/>
                </a:lnTo>
                <a:lnTo>
                  <a:pt x="314325" y="952500"/>
                </a:lnTo>
                <a:lnTo>
                  <a:pt x="323850" y="1028700"/>
                </a:lnTo>
                <a:lnTo>
                  <a:pt x="333375" y="1028700"/>
                </a:lnTo>
                <a:lnTo>
                  <a:pt x="333375" y="1066800"/>
                </a:lnTo>
                <a:lnTo>
                  <a:pt x="342900" y="1066800"/>
                </a:lnTo>
                <a:lnTo>
                  <a:pt x="342900" y="1114425"/>
                </a:lnTo>
                <a:lnTo>
                  <a:pt x="352425" y="1114425"/>
                </a:lnTo>
                <a:lnTo>
                  <a:pt x="352425" y="1152525"/>
                </a:lnTo>
                <a:lnTo>
                  <a:pt x="361950" y="1152525"/>
                </a:lnTo>
                <a:lnTo>
                  <a:pt x="361950" y="1200150"/>
                </a:lnTo>
                <a:lnTo>
                  <a:pt x="371475" y="1200150"/>
                </a:lnTo>
                <a:lnTo>
                  <a:pt x="371475" y="1238250"/>
                </a:lnTo>
                <a:lnTo>
                  <a:pt x="381000" y="1238250"/>
                </a:lnTo>
                <a:lnTo>
                  <a:pt x="381000" y="1285875"/>
                </a:lnTo>
                <a:lnTo>
                  <a:pt x="390525" y="1285875"/>
                </a:lnTo>
                <a:lnTo>
                  <a:pt x="400050" y="1333500"/>
                </a:lnTo>
                <a:lnTo>
                  <a:pt x="428625" y="1343025"/>
                </a:lnTo>
                <a:lnTo>
                  <a:pt x="438150" y="1362075"/>
                </a:lnTo>
                <a:lnTo>
                  <a:pt x="495300" y="1371600"/>
                </a:lnTo>
                <a:lnTo>
                  <a:pt x="495300" y="1362075"/>
                </a:lnTo>
                <a:lnTo>
                  <a:pt x="542925" y="1362075"/>
                </a:lnTo>
                <a:lnTo>
                  <a:pt x="542925" y="1352550"/>
                </a:lnTo>
                <a:lnTo>
                  <a:pt x="581025" y="1352550"/>
                </a:lnTo>
                <a:lnTo>
                  <a:pt x="581025" y="1343025"/>
                </a:lnTo>
                <a:lnTo>
                  <a:pt x="619125" y="1343025"/>
                </a:lnTo>
                <a:lnTo>
                  <a:pt x="619125" y="1333500"/>
                </a:lnTo>
                <a:lnTo>
                  <a:pt x="676275" y="1333500"/>
                </a:lnTo>
                <a:lnTo>
                  <a:pt x="676275" y="1323975"/>
                </a:lnTo>
                <a:lnTo>
                  <a:pt x="695325" y="1323975"/>
                </a:lnTo>
                <a:lnTo>
                  <a:pt x="695325" y="1314450"/>
                </a:lnTo>
                <a:lnTo>
                  <a:pt x="723900" y="1295400"/>
                </a:lnTo>
                <a:lnTo>
                  <a:pt x="733425" y="1266825"/>
                </a:lnTo>
                <a:lnTo>
                  <a:pt x="733425" y="1257300"/>
                </a:lnTo>
                <a:lnTo>
                  <a:pt x="742950" y="1257300"/>
                </a:lnTo>
                <a:lnTo>
                  <a:pt x="742950" y="1209675"/>
                </a:lnTo>
                <a:lnTo>
                  <a:pt x="733425" y="1209675"/>
                </a:lnTo>
                <a:lnTo>
                  <a:pt x="733425" y="1152525"/>
                </a:lnTo>
                <a:lnTo>
                  <a:pt x="723900" y="1152525"/>
                </a:lnTo>
                <a:lnTo>
                  <a:pt x="714375" y="1047750"/>
                </a:lnTo>
                <a:lnTo>
                  <a:pt x="704850" y="1047750"/>
                </a:lnTo>
                <a:lnTo>
                  <a:pt x="704850" y="1000125"/>
                </a:lnTo>
                <a:lnTo>
                  <a:pt x="695325" y="1000125"/>
                </a:lnTo>
                <a:lnTo>
                  <a:pt x="695325" y="942975"/>
                </a:lnTo>
                <a:lnTo>
                  <a:pt x="685800" y="942975"/>
                </a:lnTo>
                <a:lnTo>
                  <a:pt x="685800" y="895350"/>
                </a:lnTo>
                <a:lnTo>
                  <a:pt x="676275" y="895350"/>
                </a:lnTo>
                <a:lnTo>
                  <a:pt x="676275" y="828675"/>
                </a:lnTo>
                <a:lnTo>
                  <a:pt x="685800" y="828675"/>
                </a:lnTo>
                <a:lnTo>
                  <a:pt x="685800" y="790575"/>
                </a:lnTo>
                <a:lnTo>
                  <a:pt x="695325" y="790575"/>
                </a:lnTo>
                <a:lnTo>
                  <a:pt x="704850" y="723900"/>
                </a:lnTo>
                <a:lnTo>
                  <a:pt x="714375" y="723900"/>
                </a:lnTo>
                <a:lnTo>
                  <a:pt x="714375" y="638175"/>
                </a:lnTo>
                <a:lnTo>
                  <a:pt x="704850" y="638175"/>
                </a:lnTo>
                <a:lnTo>
                  <a:pt x="704850" y="581025"/>
                </a:lnTo>
                <a:lnTo>
                  <a:pt x="695325" y="581025"/>
                </a:lnTo>
                <a:lnTo>
                  <a:pt x="695325" y="542925"/>
                </a:lnTo>
                <a:lnTo>
                  <a:pt x="685800" y="542925"/>
                </a:lnTo>
                <a:lnTo>
                  <a:pt x="685800" y="504825"/>
                </a:lnTo>
                <a:lnTo>
                  <a:pt x="676275" y="504825"/>
                </a:lnTo>
                <a:lnTo>
                  <a:pt x="676275" y="457200"/>
                </a:lnTo>
                <a:lnTo>
                  <a:pt x="666750" y="457200"/>
                </a:lnTo>
                <a:lnTo>
                  <a:pt x="666750" y="409575"/>
                </a:lnTo>
                <a:lnTo>
                  <a:pt x="657225" y="409575"/>
                </a:lnTo>
                <a:lnTo>
                  <a:pt x="657225" y="361950"/>
                </a:lnTo>
                <a:lnTo>
                  <a:pt x="647700" y="361950"/>
                </a:lnTo>
                <a:lnTo>
                  <a:pt x="647700" y="323850"/>
                </a:lnTo>
                <a:lnTo>
                  <a:pt x="638175" y="323850"/>
                </a:lnTo>
                <a:lnTo>
                  <a:pt x="628650" y="228600"/>
                </a:lnTo>
                <a:lnTo>
                  <a:pt x="619125" y="228600"/>
                </a:lnTo>
                <a:lnTo>
                  <a:pt x="619125" y="190500"/>
                </a:lnTo>
                <a:lnTo>
                  <a:pt x="609600" y="190500"/>
                </a:lnTo>
                <a:lnTo>
                  <a:pt x="609600" y="171450"/>
                </a:lnTo>
                <a:lnTo>
                  <a:pt x="590550" y="161925"/>
                </a:lnTo>
                <a:lnTo>
                  <a:pt x="590550" y="142875"/>
                </a:lnTo>
                <a:lnTo>
                  <a:pt x="581025" y="142875"/>
                </a:lnTo>
                <a:lnTo>
                  <a:pt x="571500" y="123825"/>
                </a:lnTo>
                <a:lnTo>
                  <a:pt x="523875" y="114300"/>
                </a:lnTo>
                <a:lnTo>
                  <a:pt x="523875" y="104775"/>
                </a:lnTo>
                <a:lnTo>
                  <a:pt x="485775" y="104775"/>
                </a:lnTo>
                <a:lnTo>
                  <a:pt x="485775" y="114300"/>
                </a:lnTo>
                <a:lnTo>
                  <a:pt x="438150" y="114300"/>
                </a:lnTo>
                <a:lnTo>
                  <a:pt x="438150" y="123825"/>
                </a:lnTo>
                <a:lnTo>
                  <a:pt x="400050" y="123825"/>
                </a:lnTo>
                <a:lnTo>
                  <a:pt x="400050" y="133350"/>
                </a:lnTo>
                <a:lnTo>
                  <a:pt x="352425" y="133350"/>
                </a:lnTo>
                <a:lnTo>
                  <a:pt x="352425" y="142875"/>
                </a:lnTo>
                <a:lnTo>
                  <a:pt x="304800" y="142875"/>
                </a:lnTo>
                <a:lnTo>
                  <a:pt x="304800" y="152400"/>
                </a:lnTo>
                <a:lnTo>
                  <a:pt x="266700" y="152400"/>
                </a:lnTo>
                <a:lnTo>
                  <a:pt x="266700" y="161925"/>
                </a:lnTo>
                <a:lnTo>
                  <a:pt x="180975" y="171450"/>
                </a:lnTo>
                <a:lnTo>
                  <a:pt x="180975" y="180975"/>
                </a:lnTo>
                <a:lnTo>
                  <a:pt x="152400" y="180975"/>
                </a:lnTo>
                <a:lnTo>
                  <a:pt x="152400" y="190500"/>
                </a:lnTo>
                <a:lnTo>
                  <a:pt x="133350" y="200025"/>
                </a:lnTo>
                <a:close/>
                <a:moveTo>
                  <a:pt x="514350" y="209550"/>
                </a:moveTo>
                <a:lnTo>
                  <a:pt x="561975" y="219075"/>
                </a:lnTo>
                <a:lnTo>
                  <a:pt x="561975" y="247650"/>
                </a:lnTo>
                <a:lnTo>
                  <a:pt x="571500" y="247650"/>
                </a:lnTo>
                <a:lnTo>
                  <a:pt x="571500" y="285750"/>
                </a:lnTo>
                <a:lnTo>
                  <a:pt x="581025" y="285750"/>
                </a:lnTo>
                <a:lnTo>
                  <a:pt x="581025" y="333375"/>
                </a:lnTo>
                <a:lnTo>
                  <a:pt x="590550" y="333375"/>
                </a:lnTo>
                <a:lnTo>
                  <a:pt x="590550" y="381000"/>
                </a:lnTo>
                <a:lnTo>
                  <a:pt x="600075" y="381000"/>
                </a:lnTo>
                <a:lnTo>
                  <a:pt x="600075" y="428625"/>
                </a:lnTo>
                <a:lnTo>
                  <a:pt x="609600" y="428625"/>
                </a:lnTo>
                <a:lnTo>
                  <a:pt x="609600" y="466725"/>
                </a:lnTo>
                <a:lnTo>
                  <a:pt x="619125" y="466725"/>
                </a:lnTo>
                <a:lnTo>
                  <a:pt x="619125" y="504825"/>
                </a:lnTo>
                <a:lnTo>
                  <a:pt x="628650" y="504825"/>
                </a:lnTo>
                <a:lnTo>
                  <a:pt x="628650" y="552450"/>
                </a:lnTo>
                <a:lnTo>
                  <a:pt x="638175" y="552450"/>
                </a:lnTo>
                <a:lnTo>
                  <a:pt x="638175" y="600075"/>
                </a:lnTo>
                <a:lnTo>
                  <a:pt x="647700" y="600075"/>
                </a:lnTo>
                <a:lnTo>
                  <a:pt x="657225" y="676275"/>
                </a:lnTo>
                <a:lnTo>
                  <a:pt x="647700" y="676275"/>
                </a:lnTo>
                <a:lnTo>
                  <a:pt x="638175" y="695325"/>
                </a:lnTo>
                <a:lnTo>
                  <a:pt x="619125" y="695325"/>
                </a:lnTo>
                <a:lnTo>
                  <a:pt x="619125" y="704850"/>
                </a:lnTo>
                <a:lnTo>
                  <a:pt x="571500" y="704850"/>
                </a:lnTo>
                <a:lnTo>
                  <a:pt x="571500" y="714375"/>
                </a:lnTo>
                <a:lnTo>
                  <a:pt x="533400" y="714375"/>
                </a:lnTo>
                <a:lnTo>
                  <a:pt x="533400" y="723900"/>
                </a:lnTo>
                <a:lnTo>
                  <a:pt x="485775" y="723900"/>
                </a:lnTo>
                <a:lnTo>
                  <a:pt x="485775" y="733425"/>
                </a:lnTo>
                <a:lnTo>
                  <a:pt x="438150" y="733425"/>
                </a:lnTo>
                <a:lnTo>
                  <a:pt x="438150" y="742950"/>
                </a:lnTo>
                <a:lnTo>
                  <a:pt x="400050" y="742950"/>
                </a:lnTo>
                <a:lnTo>
                  <a:pt x="400050" y="752475"/>
                </a:lnTo>
                <a:lnTo>
                  <a:pt x="361950" y="752475"/>
                </a:lnTo>
                <a:lnTo>
                  <a:pt x="361950" y="762000"/>
                </a:lnTo>
                <a:lnTo>
                  <a:pt x="314325" y="762000"/>
                </a:lnTo>
                <a:lnTo>
                  <a:pt x="314325" y="771525"/>
                </a:lnTo>
                <a:lnTo>
                  <a:pt x="295275" y="771525"/>
                </a:lnTo>
                <a:lnTo>
                  <a:pt x="266700" y="771525"/>
                </a:lnTo>
                <a:lnTo>
                  <a:pt x="266700" y="762000"/>
                </a:lnTo>
                <a:lnTo>
                  <a:pt x="247650" y="752475"/>
                </a:lnTo>
                <a:lnTo>
                  <a:pt x="247650" y="733425"/>
                </a:lnTo>
                <a:lnTo>
                  <a:pt x="238125" y="733425"/>
                </a:lnTo>
                <a:lnTo>
                  <a:pt x="228600" y="638175"/>
                </a:lnTo>
                <a:lnTo>
                  <a:pt x="219075" y="638175"/>
                </a:lnTo>
                <a:lnTo>
                  <a:pt x="219075" y="600075"/>
                </a:lnTo>
                <a:lnTo>
                  <a:pt x="209550" y="600075"/>
                </a:lnTo>
                <a:lnTo>
                  <a:pt x="209550" y="552450"/>
                </a:lnTo>
                <a:lnTo>
                  <a:pt x="200025" y="552450"/>
                </a:lnTo>
                <a:lnTo>
                  <a:pt x="200025" y="504825"/>
                </a:lnTo>
                <a:lnTo>
                  <a:pt x="190500" y="504825"/>
                </a:lnTo>
                <a:lnTo>
                  <a:pt x="190500" y="457200"/>
                </a:lnTo>
                <a:lnTo>
                  <a:pt x="180975" y="457200"/>
                </a:lnTo>
                <a:lnTo>
                  <a:pt x="180975" y="419100"/>
                </a:lnTo>
                <a:lnTo>
                  <a:pt x="171450" y="419100"/>
                </a:lnTo>
                <a:lnTo>
                  <a:pt x="171450" y="371475"/>
                </a:lnTo>
                <a:lnTo>
                  <a:pt x="161925" y="371475"/>
                </a:lnTo>
                <a:lnTo>
                  <a:pt x="161925" y="323850"/>
                </a:lnTo>
                <a:lnTo>
                  <a:pt x="152400" y="323850"/>
                </a:lnTo>
                <a:lnTo>
                  <a:pt x="152400" y="314325"/>
                </a:lnTo>
                <a:lnTo>
                  <a:pt x="161925" y="314325"/>
                </a:lnTo>
                <a:lnTo>
                  <a:pt x="161925" y="295275"/>
                </a:lnTo>
                <a:lnTo>
                  <a:pt x="190500" y="285750"/>
                </a:lnTo>
                <a:lnTo>
                  <a:pt x="190500" y="276225"/>
                </a:lnTo>
                <a:lnTo>
                  <a:pt x="238125" y="276225"/>
                </a:lnTo>
                <a:lnTo>
                  <a:pt x="238125" y="266700"/>
                </a:lnTo>
                <a:lnTo>
                  <a:pt x="333375" y="257175"/>
                </a:lnTo>
                <a:lnTo>
                  <a:pt x="333375" y="247650"/>
                </a:lnTo>
                <a:lnTo>
                  <a:pt x="419100" y="238125"/>
                </a:lnTo>
                <a:lnTo>
                  <a:pt x="419100" y="228600"/>
                </a:lnTo>
                <a:lnTo>
                  <a:pt x="466725" y="228600"/>
                </a:lnTo>
                <a:lnTo>
                  <a:pt x="466725" y="219075"/>
                </a:lnTo>
                <a:lnTo>
                  <a:pt x="504825" y="219075"/>
                </a:lnTo>
                <a:lnTo>
                  <a:pt x="504825" y="209550"/>
                </a:lnTo>
                <a:lnTo>
                  <a:pt x="514350" y="209550"/>
                </a:lnTo>
                <a:close/>
                <a:moveTo>
                  <a:pt x="1219200" y="1219200"/>
                </a:moveTo>
                <a:lnTo>
                  <a:pt x="1219200" y="1276350"/>
                </a:lnTo>
                <a:lnTo>
                  <a:pt x="1228725" y="1276350"/>
                </a:lnTo>
                <a:lnTo>
                  <a:pt x="1257300" y="1314450"/>
                </a:lnTo>
                <a:lnTo>
                  <a:pt x="1304925" y="1314450"/>
                </a:lnTo>
                <a:lnTo>
                  <a:pt x="1304925" y="1304925"/>
                </a:lnTo>
                <a:lnTo>
                  <a:pt x="1323975" y="1304925"/>
                </a:lnTo>
                <a:lnTo>
                  <a:pt x="1333500" y="1276350"/>
                </a:lnTo>
                <a:lnTo>
                  <a:pt x="1343025" y="1276350"/>
                </a:lnTo>
                <a:lnTo>
                  <a:pt x="1343025" y="876300"/>
                </a:lnTo>
                <a:lnTo>
                  <a:pt x="1352550" y="800100"/>
                </a:lnTo>
                <a:lnTo>
                  <a:pt x="1209675" y="800100"/>
                </a:lnTo>
                <a:lnTo>
                  <a:pt x="1209675" y="838200"/>
                </a:lnTo>
                <a:lnTo>
                  <a:pt x="1219200" y="838200"/>
                </a:lnTo>
                <a:lnTo>
                  <a:pt x="1219200" y="1219200"/>
                </a:lnTo>
                <a:close/>
                <a:moveTo>
                  <a:pt x="542925" y="990600"/>
                </a:moveTo>
                <a:lnTo>
                  <a:pt x="542925" y="1000125"/>
                </a:lnTo>
                <a:lnTo>
                  <a:pt x="523875" y="1000125"/>
                </a:lnTo>
                <a:lnTo>
                  <a:pt x="523875" y="1009650"/>
                </a:lnTo>
                <a:lnTo>
                  <a:pt x="466725" y="1009650"/>
                </a:lnTo>
                <a:lnTo>
                  <a:pt x="466725" y="1000125"/>
                </a:lnTo>
                <a:lnTo>
                  <a:pt x="447675" y="1000125"/>
                </a:lnTo>
                <a:lnTo>
                  <a:pt x="447675" y="990600"/>
                </a:lnTo>
                <a:lnTo>
                  <a:pt x="428625" y="981075"/>
                </a:lnTo>
                <a:lnTo>
                  <a:pt x="409575" y="914400"/>
                </a:lnTo>
                <a:lnTo>
                  <a:pt x="419100" y="914400"/>
                </a:lnTo>
                <a:lnTo>
                  <a:pt x="419100" y="885825"/>
                </a:lnTo>
                <a:lnTo>
                  <a:pt x="428625" y="885825"/>
                </a:lnTo>
                <a:lnTo>
                  <a:pt x="447675" y="857250"/>
                </a:lnTo>
                <a:lnTo>
                  <a:pt x="504825" y="838200"/>
                </a:lnTo>
                <a:lnTo>
                  <a:pt x="504825" y="847725"/>
                </a:lnTo>
                <a:lnTo>
                  <a:pt x="533400" y="847725"/>
                </a:lnTo>
                <a:lnTo>
                  <a:pt x="533400" y="857250"/>
                </a:lnTo>
                <a:lnTo>
                  <a:pt x="552450" y="857250"/>
                </a:lnTo>
                <a:lnTo>
                  <a:pt x="552450" y="866775"/>
                </a:lnTo>
                <a:lnTo>
                  <a:pt x="571500" y="876300"/>
                </a:lnTo>
                <a:lnTo>
                  <a:pt x="581025" y="952500"/>
                </a:lnTo>
                <a:lnTo>
                  <a:pt x="571500" y="952500"/>
                </a:lnTo>
                <a:lnTo>
                  <a:pt x="571500" y="971550"/>
                </a:lnTo>
                <a:lnTo>
                  <a:pt x="542925" y="990600"/>
                </a:lnTo>
                <a:close/>
                <a:moveTo>
                  <a:pt x="504825" y="676275"/>
                </a:moveTo>
                <a:lnTo>
                  <a:pt x="514350" y="676275"/>
                </a:lnTo>
                <a:lnTo>
                  <a:pt x="514350" y="666750"/>
                </a:lnTo>
                <a:lnTo>
                  <a:pt x="600075" y="657225"/>
                </a:lnTo>
                <a:lnTo>
                  <a:pt x="600075" y="609600"/>
                </a:lnTo>
                <a:lnTo>
                  <a:pt x="590550" y="609600"/>
                </a:lnTo>
                <a:lnTo>
                  <a:pt x="590550" y="571500"/>
                </a:lnTo>
                <a:lnTo>
                  <a:pt x="581025" y="571500"/>
                </a:lnTo>
                <a:lnTo>
                  <a:pt x="581025" y="523875"/>
                </a:lnTo>
                <a:lnTo>
                  <a:pt x="571500" y="523875"/>
                </a:lnTo>
                <a:lnTo>
                  <a:pt x="571500" y="476250"/>
                </a:lnTo>
                <a:lnTo>
                  <a:pt x="561975" y="476250"/>
                </a:lnTo>
                <a:lnTo>
                  <a:pt x="561975" y="438150"/>
                </a:lnTo>
                <a:lnTo>
                  <a:pt x="552450" y="438150"/>
                </a:lnTo>
                <a:lnTo>
                  <a:pt x="552450" y="400050"/>
                </a:lnTo>
                <a:lnTo>
                  <a:pt x="542925" y="400050"/>
                </a:lnTo>
                <a:lnTo>
                  <a:pt x="542925" y="352425"/>
                </a:lnTo>
                <a:lnTo>
                  <a:pt x="533400" y="352425"/>
                </a:lnTo>
                <a:lnTo>
                  <a:pt x="523875" y="266700"/>
                </a:lnTo>
                <a:lnTo>
                  <a:pt x="466725" y="266700"/>
                </a:lnTo>
                <a:lnTo>
                  <a:pt x="466725" y="276225"/>
                </a:lnTo>
                <a:lnTo>
                  <a:pt x="428625" y="276225"/>
                </a:lnTo>
                <a:lnTo>
                  <a:pt x="428625" y="285750"/>
                </a:lnTo>
                <a:lnTo>
                  <a:pt x="381000" y="285750"/>
                </a:lnTo>
                <a:lnTo>
                  <a:pt x="381000" y="295275"/>
                </a:lnTo>
                <a:lnTo>
                  <a:pt x="304800" y="304800"/>
                </a:lnTo>
                <a:lnTo>
                  <a:pt x="295275" y="304800"/>
                </a:lnTo>
                <a:lnTo>
                  <a:pt x="295275" y="314325"/>
                </a:lnTo>
                <a:lnTo>
                  <a:pt x="209550" y="323850"/>
                </a:lnTo>
                <a:lnTo>
                  <a:pt x="219075" y="390525"/>
                </a:lnTo>
                <a:lnTo>
                  <a:pt x="228600" y="390525"/>
                </a:lnTo>
                <a:lnTo>
                  <a:pt x="228600" y="438150"/>
                </a:lnTo>
                <a:lnTo>
                  <a:pt x="238125" y="438150"/>
                </a:lnTo>
                <a:lnTo>
                  <a:pt x="238125" y="485775"/>
                </a:lnTo>
                <a:lnTo>
                  <a:pt x="247650" y="485775"/>
                </a:lnTo>
                <a:lnTo>
                  <a:pt x="247650" y="533400"/>
                </a:lnTo>
                <a:lnTo>
                  <a:pt x="257175" y="533400"/>
                </a:lnTo>
                <a:lnTo>
                  <a:pt x="257175" y="581025"/>
                </a:lnTo>
                <a:lnTo>
                  <a:pt x="266700" y="581025"/>
                </a:lnTo>
                <a:lnTo>
                  <a:pt x="276225" y="666750"/>
                </a:lnTo>
                <a:lnTo>
                  <a:pt x="285750" y="666750"/>
                </a:lnTo>
                <a:lnTo>
                  <a:pt x="285750" y="714375"/>
                </a:lnTo>
                <a:lnTo>
                  <a:pt x="342900" y="714375"/>
                </a:lnTo>
                <a:lnTo>
                  <a:pt x="342900" y="704850"/>
                </a:lnTo>
                <a:lnTo>
                  <a:pt x="390525" y="704850"/>
                </a:lnTo>
                <a:lnTo>
                  <a:pt x="390525" y="695325"/>
                </a:lnTo>
                <a:lnTo>
                  <a:pt x="428625" y="695325"/>
                </a:lnTo>
                <a:lnTo>
                  <a:pt x="428625" y="685800"/>
                </a:lnTo>
                <a:lnTo>
                  <a:pt x="504825" y="676275"/>
                </a:lnTo>
                <a:close/>
                <a:moveTo>
                  <a:pt x="495300" y="962025"/>
                </a:moveTo>
                <a:lnTo>
                  <a:pt x="514350" y="962025"/>
                </a:lnTo>
                <a:lnTo>
                  <a:pt x="514350" y="952500"/>
                </a:lnTo>
                <a:lnTo>
                  <a:pt x="533400" y="942975"/>
                </a:lnTo>
                <a:lnTo>
                  <a:pt x="533400" y="904875"/>
                </a:lnTo>
                <a:lnTo>
                  <a:pt x="495300" y="885825"/>
                </a:lnTo>
                <a:lnTo>
                  <a:pt x="466725" y="895350"/>
                </a:lnTo>
                <a:lnTo>
                  <a:pt x="466725" y="914400"/>
                </a:lnTo>
                <a:lnTo>
                  <a:pt x="457200" y="914400"/>
                </a:lnTo>
                <a:lnTo>
                  <a:pt x="457200" y="942975"/>
                </a:lnTo>
                <a:lnTo>
                  <a:pt x="466725" y="942975"/>
                </a:lnTo>
                <a:lnTo>
                  <a:pt x="476250" y="962025"/>
                </a:lnTo>
                <a:lnTo>
                  <a:pt x="495300" y="962025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5" name="sensor">
            <a:extLst xmlns:a="http://schemas.openxmlformats.org/drawingml/2006/main">
              <a:ext uri="{FF2B5EF4-FFF2-40B4-BE49-F238E27FC236}">
                <a16:creationId xmlns:a16="http://schemas.microsoft.com/office/drawing/2014/main" id="{3DD35946-C1A8-42FB-BEB3-F67CFE1A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990600"/>
            <a:ext cx="1476375" cy="1485900"/>
          </a:xfrm>
          <a:custGeom xmlns:a="http://schemas.openxmlformats.org/drawingml/2006/main">
            <a:pathLst>
              <a:path w="1476375" h="1485900">
                <a:moveTo>
                  <a:pt x="885825" y="647700"/>
                </a:moveTo>
                <a:lnTo>
                  <a:pt x="876300" y="647700"/>
                </a:lnTo>
                <a:lnTo>
                  <a:pt x="876300" y="561975"/>
                </a:lnTo>
                <a:lnTo>
                  <a:pt x="885825" y="561975"/>
                </a:lnTo>
                <a:lnTo>
                  <a:pt x="885825" y="533400"/>
                </a:lnTo>
                <a:lnTo>
                  <a:pt x="895350" y="533400"/>
                </a:lnTo>
                <a:lnTo>
                  <a:pt x="895350" y="514350"/>
                </a:lnTo>
                <a:lnTo>
                  <a:pt x="914400" y="504825"/>
                </a:lnTo>
                <a:lnTo>
                  <a:pt x="923925" y="466725"/>
                </a:lnTo>
                <a:lnTo>
                  <a:pt x="942975" y="457200"/>
                </a:lnTo>
                <a:lnTo>
                  <a:pt x="942975" y="438150"/>
                </a:lnTo>
                <a:lnTo>
                  <a:pt x="952500" y="438150"/>
                </a:lnTo>
                <a:lnTo>
                  <a:pt x="952500" y="419100"/>
                </a:lnTo>
                <a:lnTo>
                  <a:pt x="971550" y="409575"/>
                </a:lnTo>
                <a:lnTo>
                  <a:pt x="981075" y="381000"/>
                </a:lnTo>
                <a:lnTo>
                  <a:pt x="1000125" y="381000"/>
                </a:lnTo>
                <a:lnTo>
                  <a:pt x="1000125" y="400050"/>
                </a:lnTo>
                <a:lnTo>
                  <a:pt x="1009650" y="400050"/>
                </a:lnTo>
                <a:lnTo>
                  <a:pt x="1009650" y="419100"/>
                </a:lnTo>
                <a:lnTo>
                  <a:pt x="1028700" y="428625"/>
                </a:lnTo>
                <a:lnTo>
                  <a:pt x="1028700" y="447675"/>
                </a:lnTo>
                <a:lnTo>
                  <a:pt x="1038225" y="447675"/>
                </a:lnTo>
                <a:lnTo>
                  <a:pt x="1038225" y="466725"/>
                </a:lnTo>
                <a:lnTo>
                  <a:pt x="1057275" y="476250"/>
                </a:lnTo>
                <a:lnTo>
                  <a:pt x="1057275" y="495300"/>
                </a:lnTo>
                <a:lnTo>
                  <a:pt x="1066800" y="495300"/>
                </a:lnTo>
                <a:lnTo>
                  <a:pt x="1066800" y="514350"/>
                </a:lnTo>
                <a:lnTo>
                  <a:pt x="1076325" y="514350"/>
                </a:lnTo>
                <a:lnTo>
                  <a:pt x="1076325" y="533400"/>
                </a:lnTo>
                <a:lnTo>
                  <a:pt x="1085850" y="533400"/>
                </a:lnTo>
                <a:lnTo>
                  <a:pt x="1085850" y="552450"/>
                </a:lnTo>
                <a:lnTo>
                  <a:pt x="1095375" y="552450"/>
                </a:lnTo>
                <a:lnTo>
                  <a:pt x="1095375" y="581025"/>
                </a:lnTo>
                <a:lnTo>
                  <a:pt x="1104900" y="581025"/>
                </a:lnTo>
                <a:lnTo>
                  <a:pt x="1104900" y="628650"/>
                </a:lnTo>
                <a:lnTo>
                  <a:pt x="1095375" y="628650"/>
                </a:lnTo>
                <a:lnTo>
                  <a:pt x="1095375" y="657225"/>
                </a:lnTo>
                <a:lnTo>
                  <a:pt x="1076325" y="666750"/>
                </a:lnTo>
                <a:lnTo>
                  <a:pt x="1066800" y="695325"/>
                </a:lnTo>
                <a:lnTo>
                  <a:pt x="1047750" y="695325"/>
                </a:lnTo>
                <a:lnTo>
                  <a:pt x="1038225" y="714375"/>
                </a:lnTo>
                <a:lnTo>
                  <a:pt x="990600" y="714375"/>
                </a:lnTo>
                <a:lnTo>
                  <a:pt x="990600" y="723900"/>
                </a:lnTo>
                <a:lnTo>
                  <a:pt x="981075" y="723900"/>
                </a:lnTo>
                <a:lnTo>
                  <a:pt x="981075" y="714375"/>
                </a:lnTo>
                <a:lnTo>
                  <a:pt x="942975" y="714375"/>
                </a:lnTo>
                <a:lnTo>
                  <a:pt x="942975" y="704850"/>
                </a:lnTo>
                <a:lnTo>
                  <a:pt x="923925" y="704850"/>
                </a:lnTo>
                <a:lnTo>
                  <a:pt x="923925" y="695325"/>
                </a:lnTo>
                <a:lnTo>
                  <a:pt x="885825" y="666750"/>
                </a:lnTo>
                <a:lnTo>
                  <a:pt x="885825" y="647700"/>
                </a:lnTo>
                <a:close/>
                <a:moveTo>
                  <a:pt x="1333500" y="1057275"/>
                </a:moveTo>
                <a:lnTo>
                  <a:pt x="1333500" y="1266825"/>
                </a:lnTo>
                <a:lnTo>
                  <a:pt x="1323975" y="1266825"/>
                </a:lnTo>
                <a:lnTo>
                  <a:pt x="1323975" y="1285875"/>
                </a:lnTo>
                <a:lnTo>
                  <a:pt x="1314450" y="1285875"/>
                </a:lnTo>
                <a:lnTo>
                  <a:pt x="1314450" y="1295400"/>
                </a:lnTo>
                <a:lnTo>
                  <a:pt x="1257300" y="1295400"/>
                </a:lnTo>
                <a:lnTo>
                  <a:pt x="1257300" y="1285875"/>
                </a:lnTo>
                <a:lnTo>
                  <a:pt x="1238250" y="1276350"/>
                </a:lnTo>
                <a:lnTo>
                  <a:pt x="1238250" y="1238250"/>
                </a:lnTo>
                <a:lnTo>
                  <a:pt x="1238250" y="1000125"/>
                </a:lnTo>
                <a:lnTo>
                  <a:pt x="1333500" y="1000125"/>
                </a:lnTo>
                <a:lnTo>
                  <a:pt x="1333500" y="1057275"/>
                </a:lnTo>
                <a:close/>
              </a:path>
            </a:pathLst>
          </a:custGeom>
          <a:solidFill xmlns:a="http://schemas.openxmlformats.org/drawingml/2006/main">
            <a:srgbClr val="E8363C"/>
          </a:solidFill>
          <a:ln xmlns:a="http://schemas.openxmlformats.org/drawingml/2006/main" w="0">
            <a:noFill/>
          </a:ln>
        </p:spPr>
      </p:sp>
      <p:sp>
        <p:nvSpPr>
          <p:cNvPr id="6" name="computer">
            <a:extLst xmlns:a="http://schemas.openxmlformats.org/drawingml/2006/main">
              <a:ext uri="{FF2B5EF4-FFF2-40B4-BE49-F238E27FC236}">
                <a16:creationId xmlns:a16="http://schemas.microsoft.com/office/drawing/2014/main" id="{72B205CD-C30C-40BD-A868-642D5A23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95400"/>
            <a:ext cx="2047875" cy="1390650"/>
          </a:xfrm>
          <a:custGeom xmlns:a="http://schemas.openxmlformats.org/drawingml/2006/main">
            <a:pathLst>
              <a:path w="2047875" h="1390650">
                <a:moveTo>
                  <a:pt x="647700" y="95250"/>
                </a:moveTo>
                <a:lnTo>
                  <a:pt x="276225" y="95250"/>
                </a:lnTo>
                <a:lnTo>
                  <a:pt x="276225" y="104775"/>
                </a:lnTo>
                <a:lnTo>
                  <a:pt x="257175" y="104775"/>
                </a:lnTo>
                <a:lnTo>
                  <a:pt x="247650" y="133350"/>
                </a:lnTo>
                <a:lnTo>
                  <a:pt x="238125" y="133350"/>
                </a:lnTo>
                <a:lnTo>
                  <a:pt x="238125" y="1133475"/>
                </a:lnTo>
                <a:lnTo>
                  <a:pt x="257175" y="1133475"/>
                </a:lnTo>
                <a:lnTo>
                  <a:pt x="257175" y="1143000"/>
                </a:lnTo>
                <a:lnTo>
                  <a:pt x="1419225" y="1143000"/>
                </a:lnTo>
                <a:lnTo>
                  <a:pt x="1809750" y="1143000"/>
                </a:lnTo>
                <a:lnTo>
                  <a:pt x="1819275" y="1114425"/>
                </a:lnTo>
                <a:lnTo>
                  <a:pt x="1828800" y="1114425"/>
                </a:lnTo>
                <a:lnTo>
                  <a:pt x="1828800" y="1095375"/>
                </a:lnTo>
                <a:lnTo>
                  <a:pt x="1819275" y="1095375"/>
                </a:lnTo>
                <a:lnTo>
                  <a:pt x="1819275" y="133350"/>
                </a:lnTo>
                <a:lnTo>
                  <a:pt x="1809750" y="133350"/>
                </a:lnTo>
                <a:lnTo>
                  <a:pt x="1809750" y="114300"/>
                </a:lnTo>
                <a:lnTo>
                  <a:pt x="1781175" y="104775"/>
                </a:lnTo>
                <a:lnTo>
                  <a:pt x="1781175" y="95250"/>
                </a:lnTo>
                <a:lnTo>
                  <a:pt x="647700" y="95250"/>
                </a:lnTo>
                <a:close/>
                <a:moveTo>
                  <a:pt x="1209675" y="571500"/>
                </a:moveTo>
                <a:lnTo>
                  <a:pt x="1304925" y="571500"/>
                </a:lnTo>
                <a:lnTo>
                  <a:pt x="1304925" y="581025"/>
                </a:lnTo>
                <a:lnTo>
                  <a:pt x="1485900" y="581025"/>
                </a:lnTo>
                <a:lnTo>
                  <a:pt x="1485900" y="571500"/>
                </a:lnTo>
                <a:lnTo>
                  <a:pt x="1581150" y="571500"/>
                </a:lnTo>
                <a:lnTo>
                  <a:pt x="1581150" y="581025"/>
                </a:lnTo>
                <a:lnTo>
                  <a:pt x="1600200" y="581025"/>
                </a:lnTo>
                <a:lnTo>
                  <a:pt x="1600200" y="609600"/>
                </a:lnTo>
                <a:lnTo>
                  <a:pt x="1590675" y="609600"/>
                </a:lnTo>
                <a:lnTo>
                  <a:pt x="1590675" y="619125"/>
                </a:lnTo>
                <a:lnTo>
                  <a:pt x="1533525" y="619125"/>
                </a:lnTo>
                <a:lnTo>
                  <a:pt x="1323975" y="619125"/>
                </a:lnTo>
                <a:lnTo>
                  <a:pt x="1323975" y="609600"/>
                </a:lnTo>
                <a:lnTo>
                  <a:pt x="1285875" y="609600"/>
                </a:lnTo>
                <a:lnTo>
                  <a:pt x="1285875" y="619125"/>
                </a:lnTo>
                <a:lnTo>
                  <a:pt x="1152525" y="619125"/>
                </a:lnTo>
                <a:lnTo>
                  <a:pt x="1152525" y="609600"/>
                </a:lnTo>
                <a:lnTo>
                  <a:pt x="1143000" y="609600"/>
                </a:lnTo>
                <a:lnTo>
                  <a:pt x="1143000" y="581025"/>
                </a:lnTo>
                <a:lnTo>
                  <a:pt x="1152525" y="581025"/>
                </a:lnTo>
                <a:lnTo>
                  <a:pt x="1152525" y="571500"/>
                </a:lnTo>
                <a:lnTo>
                  <a:pt x="1209675" y="571500"/>
                </a:lnTo>
                <a:close/>
                <a:moveTo>
                  <a:pt x="895350" y="1066800"/>
                </a:moveTo>
                <a:lnTo>
                  <a:pt x="1743075" y="1066800"/>
                </a:lnTo>
                <a:lnTo>
                  <a:pt x="1743075" y="171450"/>
                </a:lnTo>
                <a:lnTo>
                  <a:pt x="1162050" y="171450"/>
                </a:lnTo>
                <a:lnTo>
                  <a:pt x="314325" y="171450"/>
                </a:lnTo>
                <a:lnTo>
                  <a:pt x="314325" y="1066800"/>
                </a:lnTo>
                <a:lnTo>
                  <a:pt x="895350" y="1066800"/>
                </a:lnTo>
                <a:close/>
                <a:moveTo>
                  <a:pt x="1085850" y="1200150"/>
                </a:moveTo>
                <a:lnTo>
                  <a:pt x="876300" y="1200150"/>
                </a:lnTo>
                <a:lnTo>
                  <a:pt x="876300" y="1209675"/>
                </a:lnTo>
                <a:lnTo>
                  <a:pt x="971550" y="1209675"/>
                </a:lnTo>
                <a:lnTo>
                  <a:pt x="1181100" y="1209675"/>
                </a:lnTo>
                <a:lnTo>
                  <a:pt x="1181100" y="1200150"/>
                </a:lnTo>
                <a:lnTo>
                  <a:pt x="1085850" y="1200150"/>
                </a:lnTo>
                <a:close/>
                <a:moveTo>
                  <a:pt x="1838325" y="1200150"/>
                </a:moveTo>
                <a:lnTo>
                  <a:pt x="1228725" y="1200150"/>
                </a:lnTo>
                <a:lnTo>
                  <a:pt x="1219200" y="1228725"/>
                </a:lnTo>
                <a:lnTo>
                  <a:pt x="1190625" y="1238250"/>
                </a:lnTo>
                <a:lnTo>
                  <a:pt x="1190625" y="1247775"/>
                </a:lnTo>
                <a:lnTo>
                  <a:pt x="866775" y="1247775"/>
                </a:lnTo>
                <a:lnTo>
                  <a:pt x="866775" y="1238250"/>
                </a:lnTo>
                <a:lnTo>
                  <a:pt x="847725" y="1238250"/>
                </a:lnTo>
                <a:lnTo>
                  <a:pt x="847725" y="1228725"/>
                </a:lnTo>
                <a:lnTo>
                  <a:pt x="828675" y="1219200"/>
                </a:lnTo>
                <a:lnTo>
                  <a:pt x="828675" y="1200150"/>
                </a:lnTo>
                <a:lnTo>
                  <a:pt x="76200" y="1200150"/>
                </a:lnTo>
                <a:lnTo>
                  <a:pt x="76200" y="1247775"/>
                </a:lnTo>
                <a:lnTo>
                  <a:pt x="85725" y="1247775"/>
                </a:lnTo>
                <a:lnTo>
                  <a:pt x="85725" y="1266825"/>
                </a:lnTo>
                <a:lnTo>
                  <a:pt x="95250" y="1266825"/>
                </a:lnTo>
                <a:lnTo>
                  <a:pt x="114300" y="1295400"/>
                </a:lnTo>
                <a:lnTo>
                  <a:pt x="133350" y="1295400"/>
                </a:lnTo>
                <a:lnTo>
                  <a:pt x="133350" y="1304925"/>
                </a:lnTo>
                <a:lnTo>
                  <a:pt x="171450" y="1304925"/>
                </a:lnTo>
                <a:lnTo>
                  <a:pt x="1924050" y="1304925"/>
                </a:lnTo>
                <a:lnTo>
                  <a:pt x="1924050" y="1295400"/>
                </a:lnTo>
                <a:lnTo>
                  <a:pt x="1943100" y="1295400"/>
                </a:lnTo>
                <a:lnTo>
                  <a:pt x="1943100" y="1285875"/>
                </a:lnTo>
                <a:lnTo>
                  <a:pt x="1971675" y="1266825"/>
                </a:lnTo>
                <a:lnTo>
                  <a:pt x="1971675" y="1247775"/>
                </a:lnTo>
                <a:lnTo>
                  <a:pt x="1981200" y="1247775"/>
                </a:lnTo>
                <a:lnTo>
                  <a:pt x="1981200" y="1200150"/>
                </a:lnTo>
                <a:lnTo>
                  <a:pt x="1838325" y="1200150"/>
                </a:lnTo>
                <a:close/>
                <a:moveTo>
                  <a:pt x="190500" y="533400"/>
                </a:moveTo>
                <a:lnTo>
                  <a:pt x="190500" y="133350"/>
                </a:lnTo>
                <a:lnTo>
                  <a:pt x="200025" y="133350"/>
                </a:lnTo>
                <a:lnTo>
                  <a:pt x="200025" y="104775"/>
                </a:lnTo>
                <a:lnTo>
                  <a:pt x="209550" y="104775"/>
                </a:lnTo>
                <a:lnTo>
                  <a:pt x="238125" y="66675"/>
                </a:lnTo>
                <a:lnTo>
                  <a:pt x="257175" y="66675"/>
                </a:lnTo>
                <a:lnTo>
                  <a:pt x="257175" y="57150"/>
                </a:lnTo>
                <a:lnTo>
                  <a:pt x="276225" y="57150"/>
                </a:lnTo>
                <a:lnTo>
                  <a:pt x="276225" y="47625"/>
                </a:lnTo>
                <a:lnTo>
                  <a:pt x="1781175" y="47625"/>
                </a:lnTo>
                <a:lnTo>
                  <a:pt x="1781175" y="57150"/>
                </a:lnTo>
                <a:lnTo>
                  <a:pt x="1809750" y="57150"/>
                </a:lnTo>
                <a:lnTo>
                  <a:pt x="1809750" y="66675"/>
                </a:lnTo>
                <a:lnTo>
                  <a:pt x="1857375" y="104775"/>
                </a:lnTo>
                <a:lnTo>
                  <a:pt x="1857375" y="133350"/>
                </a:lnTo>
                <a:lnTo>
                  <a:pt x="1866900" y="133350"/>
                </a:lnTo>
                <a:lnTo>
                  <a:pt x="1866900" y="1162050"/>
                </a:lnTo>
                <a:lnTo>
                  <a:pt x="1895475" y="1162050"/>
                </a:lnTo>
                <a:lnTo>
                  <a:pt x="2019300" y="1162050"/>
                </a:lnTo>
                <a:lnTo>
                  <a:pt x="2019300" y="1171575"/>
                </a:lnTo>
                <a:lnTo>
                  <a:pt x="2028825" y="1171575"/>
                </a:lnTo>
                <a:lnTo>
                  <a:pt x="2028825" y="1238250"/>
                </a:lnTo>
                <a:lnTo>
                  <a:pt x="2019300" y="1238250"/>
                </a:lnTo>
                <a:lnTo>
                  <a:pt x="2019300" y="1266825"/>
                </a:lnTo>
                <a:lnTo>
                  <a:pt x="2009775" y="1266825"/>
                </a:lnTo>
                <a:lnTo>
                  <a:pt x="2000250" y="1304925"/>
                </a:lnTo>
                <a:lnTo>
                  <a:pt x="1990725" y="1304925"/>
                </a:lnTo>
                <a:lnTo>
                  <a:pt x="1981200" y="1323975"/>
                </a:lnTo>
                <a:lnTo>
                  <a:pt x="1962150" y="1323975"/>
                </a:lnTo>
                <a:lnTo>
                  <a:pt x="1952625" y="1343025"/>
                </a:lnTo>
                <a:lnTo>
                  <a:pt x="1933575" y="1343025"/>
                </a:lnTo>
                <a:lnTo>
                  <a:pt x="1933575" y="1352550"/>
                </a:lnTo>
                <a:lnTo>
                  <a:pt x="123825" y="1352550"/>
                </a:lnTo>
                <a:lnTo>
                  <a:pt x="123825" y="1343025"/>
                </a:lnTo>
                <a:lnTo>
                  <a:pt x="85725" y="1333500"/>
                </a:lnTo>
                <a:lnTo>
                  <a:pt x="85725" y="1323975"/>
                </a:lnTo>
                <a:lnTo>
                  <a:pt x="57150" y="1304925"/>
                </a:lnTo>
                <a:lnTo>
                  <a:pt x="57150" y="1285875"/>
                </a:lnTo>
                <a:lnTo>
                  <a:pt x="38100" y="1276350"/>
                </a:lnTo>
                <a:lnTo>
                  <a:pt x="38100" y="1247775"/>
                </a:lnTo>
                <a:lnTo>
                  <a:pt x="28575" y="1247775"/>
                </a:lnTo>
                <a:lnTo>
                  <a:pt x="28575" y="1171575"/>
                </a:lnTo>
                <a:lnTo>
                  <a:pt x="38100" y="1171575"/>
                </a:lnTo>
                <a:lnTo>
                  <a:pt x="38100" y="1162050"/>
                </a:lnTo>
                <a:lnTo>
                  <a:pt x="190500" y="1162050"/>
                </a:lnTo>
                <a:lnTo>
                  <a:pt x="190500" y="533400"/>
                </a:lnTo>
                <a:close/>
                <a:moveTo>
                  <a:pt x="447675" y="123825"/>
                </a:moveTo>
                <a:lnTo>
                  <a:pt x="1762125" y="123825"/>
                </a:lnTo>
                <a:lnTo>
                  <a:pt x="1762125" y="133350"/>
                </a:lnTo>
                <a:lnTo>
                  <a:pt x="1790700" y="152400"/>
                </a:lnTo>
                <a:lnTo>
                  <a:pt x="1790700" y="1095375"/>
                </a:lnTo>
                <a:lnTo>
                  <a:pt x="1781175" y="1095375"/>
                </a:lnTo>
                <a:lnTo>
                  <a:pt x="1771650" y="1114425"/>
                </a:lnTo>
                <a:lnTo>
                  <a:pt x="1609725" y="1114425"/>
                </a:lnTo>
                <a:lnTo>
                  <a:pt x="285750" y="1114425"/>
                </a:lnTo>
                <a:lnTo>
                  <a:pt x="285750" y="1104900"/>
                </a:lnTo>
                <a:lnTo>
                  <a:pt x="266700" y="1095375"/>
                </a:lnTo>
                <a:lnTo>
                  <a:pt x="266700" y="152400"/>
                </a:lnTo>
                <a:lnTo>
                  <a:pt x="276225" y="152400"/>
                </a:lnTo>
                <a:lnTo>
                  <a:pt x="295275" y="123825"/>
                </a:lnTo>
                <a:lnTo>
                  <a:pt x="447675" y="123825"/>
                </a:lnTo>
                <a:close/>
                <a:moveTo>
                  <a:pt x="723900" y="838200"/>
                </a:moveTo>
                <a:lnTo>
                  <a:pt x="723900" y="857250"/>
                </a:lnTo>
                <a:lnTo>
                  <a:pt x="981075" y="857250"/>
                </a:lnTo>
                <a:lnTo>
                  <a:pt x="971550" y="809625"/>
                </a:lnTo>
                <a:lnTo>
                  <a:pt x="962025" y="781050"/>
                </a:lnTo>
                <a:lnTo>
                  <a:pt x="733425" y="781050"/>
                </a:lnTo>
                <a:lnTo>
                  <a:pt x="723900" y="838200"/>
                </a:lnTo>
                <a:close/>
                <a:moveTo>
                  <a:pt x="895350" y="438150"/>
                </a:moveTo>
                <a:lnTo>
                  <a:pt x="962025" y="438150"/>
                </a:lnTo>
                <a:lnTo>
                  <a:pt x="971550" y="390525"/>
                </a:lnTo>
                <a:lnTo>
                  <a:pt x="981075" y="390525"/>
                </a:lnTo>
                <a:lnTo>
                  <a:pt x="981075" y="361950"/>
                </a:lnTo>
                <a:lnTo>
                  <a:pt x="809625" y="361950"/>
                </a:lnTo>
                <a:lnTo>
                  <a:pt x="723900" y="361950"/>
                </a:lnTo>
                <a:lnTo>
                  <a:pt x="733425" y="438150"/>
                </a:lnTo>
                <a:lnTo>
                  <a:pt x="895350" y="438150"/>
                </a:lnTo>
                <a:close/>
                <a:moveTo>
                  <a:pt x="1181100" y="438150"/>
                </a:moveTo>
                <a:lnTo>
                  <a:pt x="1590675" y="438150"/>
                </a:lnTo>
                <a:lnTo>
                  <a:pt x="1590675" y="447675"/>
                </a:lnTo>
                <a:lnTo>
                  <a:pt x="1600200" y="447675"/>
                </a:lnTo>
                <a:lnTo>
                  <a:pt x="1600200" y="476250"/>
                </a:lnTo>
                <a:lnTo>
                  <a:pt x="1562100" y="476250"/>
                </a:lnTo>
                <a:lnTo>
                  <a:pt x="1143000" y="476250"/>
                </a:lnTo>
                <a:lnTo>
                  <a:pt x="1143000" y="438150"/>
                </a:lnTo>
                <a:lnTo>
                  <a:pt x="1181100" y="438150"/>
                </a:lnTo>
                <a:close/>
                <a:moveTo>
                  <a:pt x="1428750" y="714375"/>
                </a:moveTo>
                <a:lnTo>
                  <a:pt x="1504950" y="714375"/>
                </a:lnTo>
                <a:lnTo>
                  <a:pt x="1504950" y="723900"/>
                </a:lnTo>
                <a:lnTo>
                  <a:pt x="1514475" y="723900"/>
                </a:lnTo>
                <a:lnTo>
                  <a:pt x="1514475" y="752475"/>
                </a:lnTo>
                <a:lnTo>
                  <a:pt x="1228725" y="752475"/>
                </a:lnTo>
                <a:lnTo>
                  <a:pt x="1143000" y="752475"/>
                </a:lnTo>
                <a:lnTo>
                  <a:pt x="1143000" y="723900"/>
                </a:lnTo>
                <a:lnTo>
                  <a:pt x="1152525" y="723900"/>
                </a:lnTo>
                <a:lnTo>
                  <a:pt x="1152525" y="714375"/>
                </a:lnTo>
                <a:lnTo>
                  <a:pt x="1428750" y="714375"/>
                </a:lnTo>
                <a:close/>
                <a:moveTo>
                  <a:pt x="847725" y="742950"/>
                </a:moveTo>
                <a:lnTo>
                  <a:pt x="933450" y="742950"/>
                </a:lnTo>
                <a:lnTo>
                  <a:pt x="933450" y="733425"/>
                </a:lnTo>
                <a:lnTo>
                  <a:pt x="914400" y="723900"/>
                </a:lnTo>
                <a:lnTo>
                  <a:pt x="914400" y="704850"/>
                </a:lnTo>
                <a:lnTo>
                  <a:pt x="904875" y="704850"/>
                </a:lnTo>
                <a:lnTo>
                  <a:pt x="885825" y="676275"/>
                </a:lnTo>
                <a:lnTo>
                  <a:pt x="838200" y="676275"/>
                </a:lnTo>
                <a:lnTo>
                  <a:pt x="809625" y="676275"/>
                </a:lnTo>
                <a:lnTo>
                  <a:pt x="809625" y="685800"/>
                </a:lnTo>
                <a:lnTo>
                  <a:pt x="781050" y="704850"/>
                </a:lnTo>
                <a:lnTo>
                  <a:pt x="781050" y="723900"/>
                </a:lnTo>
                <a:lnTo>
                  <a:pt x="762000" y="733425"/>
                </a:lnTo>
                <a:lnTo>
                  <a:pt x="762000" y="752475"/>
                </a:lnTo>
                <a:lnTo>
                  <a:pt x="771525" y="752475"/>
                </a:lnTo>
                <a:lnTo>
                  <a:pt x="771525" y="742950"/>
                </a:lnTo>
                <a:lnTo>
                  <a:pt x="847725" y="742950"/>
                </a:lnTo>
                <a:close/>
                <a:moveTo>
                  <a:pt x="933450" y="476250"/>
                </a:moveTo>
                <a:lnTo>
                  <a:pt x="762000" y="476250"/>
                </a:lnTo>
                <a:lnTo>
                  <a:pt x="771525" y="504825"/>
                </a:lnTo>
                <a:lnTo>
                  <a:pt x="781050" y="504825"/>
                </a:lnTo>
                <a:lnTo>
                  <a:pt x="800100" y="533400"/>
                </a:lnTo>
                <a:lnTo>
                  <a:pt x="809625" y="533400"/>
                </a:lnTo>
                <a:lnTo>
                  <a:pt x="838200" y="571500"/>
                </a:lnTo>
                <a:lnTo>
                  <a:pt x="857250" y="571500"/>
                </a:lnTo>
                <a:lnTo>
                  <a:pt x="857250" y="561975"/>
                </a:lnTo>
                <a:lnTo>
                  <a:pt x="866775" y="561975"/>
                </a:lnTo>
                <a:lnTo>
                  <a:pt x="866775" y="552450"/>
                </a:lnTo>
                <a:lnTo>
                  <a:pt x="876300" y="552450"/>
                </a:lnTo>
                <a:lnTo>
                  <a:pt x="876300" y="542925"/>
                </a:lnTo>
                <a:lnTo>
                  <a:pt x="933450" y="495300"/>
                </a:lnTo>
                <a:lnTo>
                  <a:pt x="933450" y="476250"/>
                </a:lnTo>
                <a:close/>
                <a:moveTo>
                  <a:pt x="1038225" y="342900"/>
                </a:moveTo>
                <a:lnTo>
                  <a:pt x="1028700" y="419100"/>
                </a:lnTo>
                <a:lnTo>
                  <a:pt x="1019175" y="419100"/>
                </a:lnTo>
                <a:lnTo>
                  <a:pt x="1019175" y="447675"/>
                </a:lnTo>
                <a:lnTo>
                  <a:pt x="1009650" y="447675"/>
                </a:lnTo>
                <a:lnTo>
                  <a:pt x="1009650" y="466725"/>
                </a:lnTo>
                <a:lnTo>
                  <a:pt x="1000125" y="466725"/>
                </a:lnTo>
                <a:lnTo>
                  <a:pt x="981075" y="523875"/>
                </a:lnTo>
                <a:lnTo>
                  <a:pt x="971550" y="523875"/>
                </a:lnTo>
                <a:lnTo>
                  <a:pt x="971550" y="533400"/>
                </a:lnTo>
                <a:lnTo>
                  <a:pt x="962025" y="533400"/>
                </a:lnTo>
                <a:lnTo>
                  <a:pt x="962025" y="542925"/>
                </a:lnTo>
                <a:lnTo>
                  <a:pt x="952500" y="542925"/>
                </a:lnTo>
                <a:lnTo>
                  <a:pt x="952500" y="552450"/>
                </a:lnTo>
                <a:lnTo>
                  <a:pt x="942975" y="552450"/>
                </a:lnTo>
                <a:lnTo>
                  <a:pt x="942975" y="561975"/>
                </a:lnTo>
                <a:lnTo>
                  <a:pt x="933450" y="561975"/>
                </a:lnTo>
                <a:lnTo>
                  <a:pt x="933450" y="571500"/>
                </a:lnTo>
                <a:lnTo>
                  <a:pt x="876300" y="619125"/>
                </a:lnTo>
                <a:lnTo>
                  <a:pt x="876300" y="628650"/>
                </a:lnTo>
                <a:lnTo>
                  <a:pt x="904875" y="619125"/>
                </a:lnTo>
                <a:lnTo>
                  <a:pt x="904875" y="628650"/>
                </a:lnTo>
                <a:lnTo>
                  <a:pt x="914400" y="628650"/>
                </a:lnTo>
                <a:lnTo>
                  <a:pt x="914400" y="638175"/>
                </a:lnTo>
                <a:lnTo>
                  <a:pt x="971550" y="685800"/>
                </a:lnTo>
                <a:lnTo>
                  <a:pt x="971550" y="704850"/>
                </a:lnTo>
                <a:lnTo>
                  <a:pt x="990600" y="714375"/>
                </a:lnTo>
                <a:lnTo>
                  <a:pt x="990600" y="733425"/>
                </a:lnTo>
                <a:lnTo>
                  <a:pt x="1000125" y="733425"/>
                </a:lnTo>
                <a:lnTo>
                  <a:pt x="1000125" y="752475"/>
                </a:lnTo>
                <a:lnTo>
                  <a:pt x="1009650" y="752475"/>
                </a:lnTo>
                <a:lnTo>
                  <a:pt x="1009650" y="771525"/>
                </a:lnTo>
                <a:lnTo>
                  <a:pt x="1019175" y="771525"/>
                </a:lnTo>
                <a:lnTo>
                  <a:pt x="1019175" y="800100"/>
                </a:lnTo>
                <a:lnTo>
                  <a:pt x="1028700" y="800100"/>
                </a:lnTo>
                <a:lnTo>
                  <a:pt x="1028700" y="847725"/>
                </a:lnTo>
                <a:lnTo>
                  <a:pt x="1038225" y="847725"/>
                </a:lnTo>
                <a:lnTo>
                  <a:pt x="1038225" y="942975"/>
                </a:lnTo>
                <a:lnTo>
                  <a:pt x="1028700" y="942975"/>
                </a:lnTo>
                <a:lnTo>
                  <a:pt x="1028700" y="952500"/>
                </a:lnTo>
                <a:lnTo>
                  <a:pt x="990600" y="952500"/>
                </a:lnTo>
                <a:lnTo>
                  <a:pt x="990600" y="942975"/>
                </a:lnTo>
                <a:lnTo>
                  <a:pt x="981075" y="942975"/>
                </a:lnTo>
                <a:lnTo>
                  <a:pt x="981075" y="895350"/>
                </a:lnTo>
                <a:lnTo>
                  <a:pt x="714375" y="895350"/>
                </a:lnTo>
                <a:lnTo>
                  <a:pt x="714375" y="942975"/>
                </a:lnTo>
                <a:lnTo>
                  <a:pt x="704850" y="942975"/>
                </a:lnTo>
                <a:lnTo>
                  <a:pt x="704850" y="952500"/>
                </a:lnTo>
                <a:lnTo>
                  <a:pt x="666750" y="952500"/>
                </a:lnTo>
                <a:lnTo>
                  <a:pt x="666750" y="895350"/>
                </a:lnTo>
                <a:lnTo>
                  <a:pt x="666750" y="809625"/>
                </a:lnTo>
                <a:lnTo>
                  <a:pt x="676275" y="809625"/>
                </a:lnTo>
                <a:lnTo>
                  <a:pt x="685800" y="752475"/>
                </a:lnTo>
                <a:lnTo>
                  <a:pt x="695325" y="752475"/>
                </a:lnTo>
                <a:lnTo>
                  <a:pt x="695325" y="733425"/>
                </a:lnTo>
                <a:lnTo>
                  <a:pt x="714375" y="723900"/>
                </a:lnTo>
                <a:lnTo>
                  <a:pt x="714375" y="704850"/>
                </a:lnTo>
                <a:lnTo>
                  <a:pt x="733425" y="695325"/>
                </a:lnTo>
                <a:lnTo>
                  <a:pt x="733425" y="676275"/>
                </a:lnTo>
                <a:lnTo>
                  <a:pt x="742950" y="676275"/>
                </a:lnTo>
                <a:lnTo>
                  <a:pt x="742950" y="666750"/>
                </a:lnTo>
                <a:lnTo>
                  <a:pt x="800100" y="619125"/>
                </a:lnTo>
                <a:lnTo>
                  <a:pt x="800100" y="600075"/>
                </a:lnTo>
                <a:lnTo>
                  <a:pt x="790575" y="600075"/>
                </a:lnTo>
                <a:lnTo>
                  <a:pt x="790575" y="590550"/>
                </a:lnTo>
                <a:lnTo>
                  <a:pt x="781050" y="590550"/>
                </a:lnTo>
                <a:lnTo>
                  <a:pt x="781050" y="581025"/>
                </a:lnTo>
                <a:lnTo>
                  <a:pt x="723900" y="533400"/>
                </a:lnTo>
                <a:lnTo>
                  <a:pt x="723900" y="514350"/>
                </a:lnTo>
                <a:lnTo>
                  <a:pt x="704850" y="504825"/>
                </a:lnTo>
                <a:lnTo>
                  <a:pt x="704850" y="485775"/>
                </a:lnTo>
                <a:lnTo>
                  <a:pt x="695325" y="485775"/>
                </a:lnTo>
                <a:lnTo>
                  <a:pt x="695325" y="466725"/>
                </a:lnTo>
                <a:lnTo>
                  <a:pt x="685800" y="466725"/>
                </a:lnTo>
                <a:lnTo>
                  <a:pt x="685800" y="438150"/>
                </a:lnTo>
                <a:lnTo>
                  <a:pt x="676275" y="438150"/>
                </a:lnTo>
                <a:lnTo>
                  <a:pt x="676275" y="409575"/>
                </a:lnTo>
                <a:lnTo>
                  <a:pt x="666750" y="409575"/>
                </a:lnTo>
                <a:lnTo>
                  <a:pt x="666750" y="276225"/>
                </a:lnTo>
                <a:lnTo>
                  <a:pt x="676275" y="276225"/>
                </a:lnTo>
                <a:lnTo>
                  <a:pt x="676275" y="266700"/>
                </a:lnTo>
                <a:lnTo>
                  <a:pt x="714375" y="276225"/>
                </a:lnTo>
                <a:lnTo>
                  <a:pt x="714375" y="323850"/>
                </a:lnTo>
                <a:lnTo>
                  <a:pt x="723900" y="323850"/>
                </a:lnTo>
                <a:lnTo>
                  <a:pt x="723900" y="333375"/>
                </a:lnTo>
                <a:lnTo>
                  <a:pt x="733425" y="333375"/>
                </a:lnTo>
                <a:lnTo>
                  <a:pt x="733425" y="323850"/>
                </a:lnTo>
                <a:lnTo>
                  <a:pt x="847725" y="323850"/>
                </a:lnTo>
                <a:lnTo>
                  <a:pt x="847725" y="333375"/>
                </a:lnTo>
                <a:lnTo>
                  <a:pt x="866775" y="333375"/>
                </a:lnTo>
                <a:lnTo>
                  <a:pt x="866775" y="323850"/>
                </a:lnTo>
                <a:lnTo>
                  <a:pt x="981075" y="323850"/>
                </a:lnTo>
                <a:lnTo>
                  <a:pt x="981075" y="285750"/>
                </a:lnTo>
                <a:lnTo>
                  <a:pt x="990600" y="285750"/>
                </a:lnTo>
                <a:lnTo>
                  <a:pt x="1000125" y="266700"/>
                </a:lnTo>
                <a:lnTo>
                  <a:pt x="1019175" y="266700"/>
                </a:lnTo>
                <a:lnTo>
                  <a:pt x="1019175" y="276225"/>
                </a:lnTo>
                <a:lnTo>
                  <a:pt x="1038225" y="285750"/>
                </a:lnTo>
                <a:lnTo>
                  <a:pt x="1038225" y="342900"/>
                </a:lnTo>
                <a:close/>
                <a:moveTo>
                  <a:pt x="838200" y="666750"/>
                </a:moveTo>
                <a:lnTo>
                  <a:pt x="857250" y="666750"/>
                </a:lnTo>
                <a:lnTo>
                  <a:pt x="857250" y="647700"/>
                </a:lnTo>
                <a:lnTo>
                  <a:pt x="876300" y="638175"/>
                </a:lnTo>
                <a:lnTo>
                  <a:pt x="876300" y="628650"/>
                </a:lnTo>
                <a:lnTo>
                  <a:pt x="866775" y="628650"/>
                </a:lnTo>
                <a:lnTo>
                  <a:pt x="828675" y="657225"/>
                </a:lnTo>
                <a:lnTo>
                  <a:pt x="828675" y="666750"/>
                </a:lnTo>
                <a:lnTo>
                  <a:pt x="838200" y="66675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7" name="lab">
            <a:extLst xmlns:a="http://schemas.openxmlformats.org/drawingml/2006/main">
              <a:ext uri="{FF2B5EF4-FFF2-40B4-BE49-F238E27FC236}">
                <a16:creationId xmlns:a16="http://schemas.microsoft.com/office/drawing/2014/main" id="{B6FD3CEB-257A-448C-8153-3DACF9C6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1781175" y="1314450"/>
                </a:moveTo>
                <a:lnTo>
                  <a:pt x="1876425" y="1314450"/>
                </a:lnTo>
                <a:lnTo>
                  <a:pt x="1876425" y="1257300"/>
                </a:lnTo>
                <a:lnTo>
                  <a:pt x="1657350" y="1257300"/>
                </a:lnTo>
                <a:lnTo>
                  <a:pt x="1562100" y="1257300"/>
                </a:lnTo>
                <a:lnTo>
                  <a:pt x="1562100" y="1314450"/>
                </a:lnTo>
                <a:lnTo>
                  <a:pt x="1781175" y="1314450"/>
                </a:lnTo>
                <a:close/>
                <a:moveTo>
                  <a:pt x="2362200" y="1800225"/>
                </a:moveTo>
                <a:lnTo>
                  <a:pt x="2362200" y="1819275"/>
                </a:lnTo>
                <a:lnTo>
                  <a:pt x="2352675" y="1819275"/>
                </a:lnTo>
                <a:lnTo>
                  <a:pt x="2343150" y="1838325"/>
                </a:lnTo>
                <a:lnTo>
                  <a:pt x="2324100" y="1838325"/>
                </a:lnTo>
                <a:lnTo>
                  <a:pt x="2324100" y="1847850"/>
                </a:lnTo>
                <a:lnTo>
                  <a:pt x="2200275" y="1847850"/>
                </a:lnTo>
                <a:lnTo>
                  <a:pt x="2200275" y="1838325"/>
                </a:lnTo>
                <a:lnTo>
                  <a:pt x="2171700" y="1828800"/>
                </a:lnTo>
                <a:lnTo>
                  <a:pt x="2171700" y="1495425"/>
                </a:lnTo>
                <a:lnTo>
                  <a:pt x="2190750" y="1485900"/>
                </a:lnTo>
                <a:lnTo>
                  <a:pt x="2190750" y="1447800"/>
                </a:lnTo>
                <a:lnTo>
                  <a:pt x="2171700" y="1447800"/>
                </a:lnTo>
                <a:lnTo>
                  <a:pt x="2171700" y="1371600"/>
                </a:lnTo>
                <a:lnTo>
                  <a:pt x="2171700" y="1343025"/>
                </a:lnTo>
                <a:lnTo>
                  <a:pt x="2181225" y="1343025"/>
                </a:lnTo>
                <a:lnTo>
                  <a:pt x="2181225" y="1333500"/>
                </a:lnTo>
                <a:lnTo>
                  <a:pt x="2343150" y="1333500"/>
                </a:lnTo>
                <a:lnTo>
                  <a:pt x="2343150" y="1343025"/>
                </a:lnTo>
                <a:lnTo>
                  <a:pt x="2362200" y="1352550"/>
                </a:lnTo>
                <a:lnTo>
                  <a:pt x="2362200" y="1438275"/>
                </a:lnTo>
                <a:lnTo>
                  <a:pt x="2333625" y="1457325"/>
                </a:lnTo>
                <a:lnTo>
                  <a:pt x="2333625" y="1485900"/>
                </a:lnTo>
                <a:lnTo>
                  <a:pt x="2343150" y="1485900"/>
                </a:lnTo>
                <a:lnTo>
                  <a:pt x="2352675" y="1514475"/>
                </a:lnTo>
                <a:lnTo>
                  <a:pt x="2362200" y="1514475"/>
                </a:lnTo>
                <a:lnTo>
                  <a:pt x="2362200" y="1800225"/>
                </a:lnTo>
                <a:close/>
                <a:moveTo>
                  <a:pt x="2743200" y="1809750"/>
                </a:moveTo>
                <a:lnTo>
                  <a:pt x="2828925" y="1809750"/>
                </a:lnTo>
                <a:lnTo>
                  <a:pt x="2828925" y="1609725"/>
                </a:lnTo>
                <a:lnTo>
                  <a:pt x="2838450" y="1609725"/>
                </a:lnTo>
                <a:lnTo>
                  <a:pt x="2828925" y="1590675"/>
                </a:lnTo>
                <a:lnTo>
                  <a:pt x="2838450" y="1590675"/>
                </a:lnTo>
                <a:lnTo>
                  <a:pt x="2838450" y="1514475"/>
                </a:lnTo>
                <a:lnTo>
                  <a:pt x="2809875" y="1504950"/>
                </a:lnTo>
                <a:lnTo>
                  <a:pt x="2714625" y="1504950"/>
                </a:lnTo>
                <a:lnTo>
                  <a:pt x="2714625" y="1514475"/>
                </a:lnTo>
                <a:lnTo>
                  <a:pt x="2705100" y="1514475"/>
                </a:lnTo>
                <a:lnTo>
                  <a:pt x="2705100" y="1800225"/>
                </a:lnTo>
                <a:lnTo>
                  <a:pt x="2714625" y="1800225"/>
                </a:lnTo>
                <a:lnTo>
                  <a:pt x="2714625" y="1809750"/>
                </a:lnTo>
                <a:lnTo>
                  <a:pt x="2743200" y="1809750"/>
                </a:lnTo>
                <a:close/>
                <a:moveTo>
                  <a:pt x="1962150" y="1828800"/>
                </a:moveTo>
                <a:lnTo>
                  <a:pt x="1962150" y="1838325"/>
                </a:lnTo>
                <a:lnTo>
                  <a:pt x="971550" y="1838325"/>
                </a:lnTo>
                <a:lnTo>
                  <a:pt x="971550" y="1847850"/>
                </a:lnTo>
                <a:lnTo>
                  <a:pt x="876300" y="1847850"/>
                </a:lnTo>
                <a:lnTo>
                  <a:pt x="876300" y="1838325"/>
                </a:lnTo>
                <a:lnTo>
                  <a:pt x="838200" y="1838325"/>
                </a:lnTo>
                <a:lnTo>
                  <a:pt x="838200" y="1828800"/>
                </a:lnTo>
                <a:lnTo>
                  <a:pt x="819150" y="1828800"/>
                </a:lnTo>
                <a:lnTo>
                  <a:pt x="819150" y="1819275"/>
                </a:lnTo>
                <a:lnTo>
                  <a:pt x="771525" y="1781175"/>
                </a:lnTo>
                <a:lnTo>
                  <a:pt x="771525" y="1762125"/>
                </a:lnTo>
                <a:lnTo>
                  <a:pt x="762000" y="1762125"/>
                </a:lnTo>
                <a:lnTo>
                  <a:pt x="762000" y="1724025"/>
                </a:lnTo>
                <a:lnTo>
                  <a:pt x="752475" y="1724025"/>
                </a:lnTo>
                <a:lnTo>
                  <a:pt x="752475" y="1076325"/>
                </a:lnTo>
                <a:lnTo>
                  <a:pt x="762000" y="1076325"/>
                </a:lnTo>
                <a:lnTo>
                  <a:pt x="762000" y="1028700"/>
                </a:lnTo>
                <a:lnTo>
                  <a:pt x="781050" y="1019175"/>
                </a:lnTo>
                <a:lnTo>
                  <a:pt x="781050" y="1000125"/>
                </a:lnTo>
                <a:lnTo>
                  <a:pt x="790575" y="1000125"/>
                </a:lnTo>
                <a:lnTo>
                  <a:pt x="809625" y="971550"/>
                </a:lnTo>
                <a:lnTo>
                  <a:pt x="828675" y="971550"/>
                </a:lnTo>
                <a:lnTo>
                  <a:pt x="828675" y="962025"/>
                </a:lnTo>
                <a:lnTo>
                  <a:pt x="847725" y="962025"/>
                </a:lnTo>
                <a:lnTo>
                  <a:pt x="847725" y="952500"/>
                </a:lnTo>
                <a:lnTo>
                  <a:pt x="990600" y="952500"/>
                </a:lnTo>
                <a:lnTo>
                  <a:pt x="1181100" y="952500"/>
                </a:lnTo>
                <a:lnTo>
                  <a:pt x="1181100" y="857250"/>
                </a:lnTo>
                <a:lnTo>
                  <a:pt x="1190625" y="857250"/>
                </a:lnTo>
                <a:lnTo>
                  <a:pt x="1190625" y="828675"/>
                </a:lnTo>
                <a:lnTo>
                  <a:pt x="1200150" y="828675"/>
                </a:lnTo>
                <a:lnTo>
                  <a:pt x="1209675" y="800100"/>
                </a:lnTo>
                <a:lnTo>
                  <a:pt x="1228725" y="800100"/>
                </a:lnTo>
                <a:lnTo>
                  <a:pt x="1228725" y="790575"/>
                </a:lnTo>
                <a:lnTo>
                  <a:pt x="1247775" y="790575"/>
                </a:lnTo>
                <a:lnTo>
                  <a:pt x="1247775" y="781050"/>
                </a:lnTo>
                <a:lnTo>
                  <a:pt x="1552575" y="781050"/>
                </a:lnTo>
                <a:lnTo>
                  <a:pt x="1552575" y="790575"/>
                </a:lnTo>
                <a:lnTo>
                  <a:pt x="1581150" y="790575"/>
                </a:lnTo>
                <a:lnTo>
                  <a:pt x="1581150" y="800100"/>
                </a:lnTo>
                <a:lnTo>
                  <a:pt x="1609725" y="819150"/>
                </a:lnTo>
                <a:lnTo>
                  <a:pt x="1609725" y="838200"/>
                </a:lnTo>
                <a:lnTo>
                  <a:pt x="1619250" y="838200"/>
                </a:lnTo>
                <a:lnTo>
                  <a:pt x="1619250" y="952500"/>
                </a:lnTo>
                <a:lnTo>
                  <a:pt x="1952625" y="952500"/>
                </a:lnTo>
                <a:lnTo>
                  <a:pt x="1952625" y="962025"/>
                </a:lnTo>
                <a:lnTo>
                  <a:pt x="1981200" y="962025"/>
                </a:lnTo>
                <a:lnTo>
                  <a:pt x="1990725" y="981075"/>
                </a:lnTo>
                <a:lnTo>
                  <a:pt x="2009775" y="981075"/>
                </a:lnTo>
                <a:lnTo>
                  <a:pt x="2019300" y="1009650"/>
                </a:lnTo>
                <a:lnTo>
                  <a:pt x="2028825" y="1009650"/>
                </a:lnTo>
                <a:lnTo>
                  <a:pt x="2038350" y="1038225"/>
                </a:lnTo>
                <a:lnTo>
                  <a:pt x="2047875" y="1038225"/>
                </a:lnTo>
                <a:lnTo>
                  <a:pt x="2047875" y="1752600"/>
                </a:lnTo>
                <a:lnTo>
                  <a:pt x="2038350" y="1752600"/>
                </a:lnTo>
                <a:lnTo>
                  <a:pt x="2028825" y="1790700"/>
                </a:lnTo>
                <a:lnTo>
                  <a:pt x="2019300" y="1790700"/>
                </a:lnTo>
                <a:lnTo>
                  <a:pt x="2000250" y="1819275"/>
                </a:lnTo>
                <a:lnTo>
                  <a:pt x="1962150" y="1828800"/>
                </a:lnTo>
                <a:close/>
                <a:moveTo>
                  <a:pt x="190500" y="1390650"/>
                </a:moveTo>
                <a:lnTo>
                  <a:pt x="200025" y="1390650"/>
                </a:lnTo>
                <a:lnTo>
                  <a:pt x="200025" y="1371600"/>
                </a:lnTo>
                <a:lnTo>
                  <a:pt x="209550" y="1371600"/>
                </a:lnTo>
                <a:lnTo>
                  <a:pt x="209550" y="1343025"/>
                </a:lnTo>
                <a:lnTo>
                  <a:pt x="219075" y="1343025"/>
                </a:lnTo>
                <a:lnTo>
                  <a:pt x="219075" y="1323975"/>
                </a:lnTo>
                <a:lnTo>
                  <a:pt x="228600" y="1323975"/>
                </a:lnTo>
                <a:lnTo>
                  <a:pt x="228600" y="1295400"/>
                </a:lnTo>
                <a:lnTo>
                  <a:pt x="238125" y="1295400"/>
                </a:lnTo>
                <a:lnTo>
                  <a:pt x="238125" y="1276350"/>
                </a:lnTo>
                <a:lnTo>
                  <a:pt x="247650" y="1276350"/>
                </a:lnTo>
                <a:lnTo>
                  <a:pt x="247650" y="1247775"/>
                </a:lnTo>
                <a:lnTo>
                  <a:pt x="257175" y="1247775"/>
                </a:lnTo>
                <a:lnTo>
                  <a:pt x="257175" y="1228725"/>
                </a:lnTo>
                <a:lnTo>
                  <a:pt x="266700" y="1228725"/>
                </a:lnTo>
                <a:lnTo>
                  <a:pt x="266700" y="1200150"/>
                </a:lnTo>
                <a:lnTo>
                  <a:pt x="276225" y="1200150"/>
                </a:lnTo>
                <a:lnTo>
                  <a:pt x="276225" y="1181100"/>
                </a:lnTo>
                <a:lnTo>
                  <a:pt x="285750" y="1181100"/>
                </a:lnTo>
                <a:lnTo>
                  <a:pt x="285750" y="1162050"/>
                </a:lnTo>
                <a:lnTo>
                  <a:pt x="295275" y="1162050"/>
                </a:lnTo>
                <a:lnTo>
                  <a:pt x="304800" y="1104900"/>
                </a:lnTo>
                <a:lnTo>
                  <a:pt x="314325" y="1104900"/>
                </a:lnTo>
                <a:lnTo>
                  <a:pt x="314325" y="1085850"/>
                </a:lnTo>
                <a:lnTo>
                  <a:pt x="323850" y="1085850"/>
                </a:lnTo>
                <a:lnTo>
                  <a:pt x="323850" y="1066800"/>
                </a:lnTo>
                <a:lnTo>
                  <a:pt x="333375" y="1066800"/>
                </a:lnTo>
                <a:lnTo>
                  <a:pt x="333375" y="1038225"/>
                </a:lnTo>
                <a:lnTo>
                  <a:pt x="342900" y="1038225"/>
                </a:lnTo>
                <a:lnTo>
                  <a:pt x="342900" y="1019175"/>
                </a:lnTo>
                <a:lnTo>
                  <a:pt x="352425" y="1019175"/>
                </a:lnTo>
                <a:lnTo>
                  <a:pt x="352425" y="990600"/>
                </a:lnTo>
                <a:lnTo>
                  <a:pt x="361950" y="990600"/>
                </a:lnTo>
                <a:lnTo>
                  <a:pt x="361950" y="971550"/>
                </a:lnTo>
                <a:lnTo>
                  <a:pt x="371475" y="971550"/>
                </a:lnTo>
                <a:lnTo>
                  <a:pt x="381000" y="923925"/>
                </a:lnTo>
                <a:lnTo>
                  <a:pt x="352425" y="914400"/>
                </a:lnTo>
                <a:lnTo>
                  <a:pt x="361950" y="885825"/>
                </a:lnTo>
                <a:lnTo>
                  <a:pt x="381000" y="885825"/>
                </a:lnTo>
                <a:lnTo>
                  <a:pt x="381000" y="876300"/>
                </a:lnTo>
                <a:lnTo>
                  <a:pt x="400050" y="876300"/>
                </a:lnTo>
                <a:lnTo>
                  <a:pt x="400050" y="866775"/>
                </a:lnTo>
                <a:lnTo>
                  <a:pt x="419100" y="866775"/>
                </a:lnTo>
                <a:lnTo>
                  <a:pt x="419100" y="857250"/>
                </a:lnTo>
                <a:lnTo>
                  <a:pt x="438150" y="857250"/>
                </a:lnTo>
                <a:lnTo>
                  <a:pt x="438150" y="847725"/>
                </a:lnTo>
                <a:lnTo>
                  <a:pt x="457200" y="847725"/>
                </a:lnTo>
                <a:lnTo>
                  <a:pt x="457200" y="838200"/>
                </a:lnTo>
                <a:lnTo>
                  <a:pt x="476250" y="838200"/>
                </a:lnTo>
                <a:lnTo>
                  <a:pt x="476250" y="828675"/>
                </a:lnTo>
                <a:lnTo>
                  <a:pt x="495300" y="828675"/>
                </a:lnTo>
                <a:lnTo>
                  <a:pt x="495300" y="819150"/>
                </a:lnTo>
                <a:lnTo>
                  <a:pt x="514350" y="819150"/>
                </a:lnTo>
                <a:lnTo>
                  <a:pt x="514350" y="809625"/>
                </a:lnTo>
                <a:lnTo>
                  <a:pt x="533400" y="809625"/>
                </a:lnTo>
                <a:lnTo>
                  <a:pt x="533400" y="800100"/>
                </a:lnTo>
                <a:lnTo>
                  <a:pt x="552450" y="800100"/>
                </a:lnTo>
                <a:lnTo>
                  <a:pt x="552450" y="790575"/>
                </a:lnTo>
                <a:lnTo>
                  <a:pt x="571500" y="790575"/>
                </a:lnTo>
                <a:lnTo>
                  <a:pt x="571500" y="781050"/>
                </a:lnTo>
                <a:lnTo>
                  <a:pt x="628650" y="762000"/>
                </a:lnTo>
                <a:lnTo>
                  <a:pt x="638175" y="742950"/>
                </a:lnTo>
                <a:lnTo>
                  <a:pt x="657225" y="742950"/>
                </a:lnTo>
                <a:lnTo>
                  <a:pt x="657225" y="733425"/>
                </a:lnTo>
                <a:lnTo>
                  <a:pt x="714375" y="714375"/>
                </a:lnTo>
                <a:lnTo>
                  <a:pt x="723900" y="695325"/>
                </a:lnTo>
                <a:lnTo>
                  <a:pt x="781050" y="676275"/>
                </a:lnTo>
                <a:lnTo>
                  <a:pt x="790575" y="657225"/>
                </a:lnTo>
                <a:lnTo>
                  <a:pt x="847725" y="638175"/>
                </a:lnTo>
                <a:lnTo>
                  <a:pt x="857250" y="619125"/>
                </a:lnTo>
                <a:lnTo>
                  <a:pt x="895350" y="609600"/>
                </a:lnTo>
                <a:lnTo>
                  <a:pt x="904875" y="590550"/>
                </a:lnTo>
                <a:lnTo>
                  <a:pt x="923925" y="590550"/>
                </a:lnTo>
                <a:lnTo>
                  <a:pt x="923925" y="581025"/>
                </a:lnTo>
                <a:lnTo>
                  <a:pt x="942975" y="581025"/>
                </a:lnTo>
                <a:lnTo>
                  <a:pt x="952500" y="561975"/>
                </a:lnTo>
                <a:lnTo>
                  <a:pt x="990600" y="552450"/>
                </a:lnTo>
                <a:lnTo>
                  <a:pt x="1000125" y="533400"/>
                </a:lnTo>
                <a:lnTo>
                  <a:pt x="1038225" y="523875"/>
                </a:lnTo>
                <a:lnTo>
                  <a:pt x="1038225" y="514350"/>
                </a:lnTo>
                <a:lnTo>
                  <a:pt x="1066800" y="504825"/>
                </a:lnTo>
                <a:lnTo>
                  <a:pt x="1076325" y="485775"/>
                </a:lnTo>
                <a:lnTo>
                  <a:pt x="1114425" y="476250"/>
                </a:lnTo>
                <a:lnTo>
                  <a:pt x="1114425" y="466725"/>
                </a:lnTo>
                <a:lnTo>
                  <a:pt x="1143000" y="457200"/>
                </a:lnTo>
                <a:lnTo>
                  <a:pt x="1152525" y="438150"/>
                </a:lnTo>
                <a:lnTo>
                  <a:pt x="1190625" y="428625"/>
                </a:lnTo>
                <a:lnTo>
                  <a:pt x="1190625" y="419100"/>
                </a:lnTo>
                <a:lnTo>
                  <a:pt x="1219200" y="409575"/>
                </a:lnTo>
                <a:lnTo>
                  <a:pt x="1228725" y="390525"/>
                </a:lnTo>
                <a:lnTo>
                  <a:pt x="1266825" y="381000"/>
                </a:lnTo>
                <a:lnTo>
                  <a:pt x="1276350" y="361950"/>
                </a:lnTo>
                <a:lnTo>
                  <a:pt x="1295400" y="361950"/>
                </a:lnTo>
                <a:lnTo>
                  <a:pt x="1304925" y="342900"/>
                </a:lnTo>
                <a:lnTo>
                  <a:pt x="1323975" y="342900"/>
                </a:lnTo>
                <a:lnTo>
                  <a:pt x="1323975" y="333375"/>
                </a:lnTo>
                <a:lnTo>
                  <a:pt x="1352550" y="323850"/>
                </a:lnTo>
                <a:lnTo>
                  <a:pt x="1362075" y="304800"/>
                </a:lnTo>
                <a:lnTo>
                  <a:pt x="1400175" y="295275"/>
                </a:lnTo>
                <a:lnTo>
                  <a:pt x="1419225" y="266700"/>
                </a:lnTo>
                <a:lnTo>
                  <a:pt x="1457325" y="257175"/>
                </a:lnTo>
                <a:lnTo>
                  <a:pt x="1476375" y="228600"/>
                </a:lnTo>
                <a:lnTo>
                  <a:pt x="1495425" y="228600"/>
                </a:lnTo>
                <a:lnTo>
                  <a:pt x="1504950" y="209550"/>
                </a:lnTo>
                <a:lnTo>
                  <a:pt x="1543050" y="200025"/>
                </a:lnTo>
                <a:lnTo>
                  <a:pt x="1552575" y="180975"/>
                </a:lnTo>
                <a:lnTo>
                  <a:pt x="1571625" y="180975"/>
                </a:lnTo>
                <a:lnTo>
                  <a:pt x="1590675" y="152400"/>
                </a:lnTo>
                <a:lnTo>
                  <a:pt x="1628775" y="142875"/>
                </a:lnTo>
                <a:lnTo>
                  <a:pt x="1638300" y="123825"/>
                </a:lnTo>
                <a:lnTo>
                  <a:pt x="1657350" y="123825"/>
                </a:lnTo>
                <a:lnTo>
                  <a:pt x="1657350" y="114300"/>
                </a:lnTo>
                <a:lnTo>
                  <a:pt x="1685925" y="104775"/>
                </a:lnTo>
                <a:lnTo>
                  <a:pt x="1695450" y="85725"/>
                </a:lnTo>
                <a:lnTo>
                  <a:pt x="1724025" y="85725"/>
                </a:lnTo>
                <a:lnTo>
                  <a:pt x="1733550" y="104775"/>
                </a:lnTo>
                <a:lnTo>
                  <a:pt x="1771650" y="114300"/>
                </a:lnTo>
                <a:lnTo>
                  <a:pt x="1771650" y="123825"/>
                </a:lnTo>
                <a:lnTo>
                  <a:pt x="1800225" y="133350"/>
                </a:lnTo>
                <a:lnTo>
                  <a:pt x="1809750" y="152400"/>
                </a:lnTo>
                <a:lnTo>
                  <a:pt x="1847850" y="161925"/>
                </a:lnTo>
                <a:lnTo>
                  <a:pt x="1857375" y="180975"/>
                </a:lnTo>
                <a:lnTo>
                  <a:pt x="1876425" y="180975"/>
                </a:lnTo>
                <a:lnTo>
                  <a:pt x="1885950" y="200025"/>
                </a:lnTo>
                <a:lnTo>
                  <a:pt x="1924050" y="209550"/>
                </a:lnTo>
                <a:lnTo>
                  <a:pt x="1933575" y="228600"/>
                </a:lnTo>
                <a:lnTo>
                  <a:pt x="1952625" y="228600"/>
                </a:lnTo>
                <a:lnTo>
                  <a:pt x="1952625" y="238125"/>
                </a:lnTo>
                <a:lnTo>
                  <a:pt x="1981200" y="247650"/>
                </a:lnTo>
                <a:lnTo>
                  <a:pt x="1990725" y="266700"/>
                </a:lnTo>
                <a:lnTo>
                  <a:pt x="2009775" y="266700"/>
                </a:lnTo>
                <a:lnTo>
                  <a:pt x="2009775" y="276225"/>
                </a:lnTo>
                <a:lnTo>
                  <a:pt x="2028825" y="276225"/>
                </a:lnTo>
                <a:lnTo>
                  <a:pt x="2038350" y="295275"/>
                </a:lnTo>
                <a:lnTo>
                  <a:pt x="2076450" y="304800"/>
                </a:lnTo>
                <a:lnTo>
                  <a:pt x="2076450" y="314325"/>
                </a:lnTo>
                <a:lnTo>
                  <a:pt x="2105025" y="323850"/>
                </a:lnTo>
                <a:lnTo>
                  <a:pt x="2114550" y="342900"/>
                </a:lnTo>
                <a:lnTo>
                  <a:pt x="2152650" y="352425"/>
                </a:lnTo>
                <a:lnTo>
                  <a:pt x="2152650" y="361950"/>
                </a:lnTo>
                <a:lnTo>
                  <a:pt x="2181225" y="371475"/>
                </a:lnTo>
                <a:lnTo>
                  <a:pt x="2190750" y="390525"/>
                </a:lnTo>
                <a:lnTo>
                  <a:pt x="2209800" y="390525"/>
                </a:lnTo>
                <a:lnTo>
                  <a:pt x="2209800" y="400050"/>
                </a:lnTo>
                <a:lnTo>
                  <a:pt x="2228850" y="400050"/>
                </a:lnTo>
                <a:lnTo>
                  <a:pt x="2238375" y="419100"/>
                </a:lnTo>
                <a:lnTo>
                  <a:pt x="2276475" y="428625"/>
                </a:lnTo>
                <a:lnTo>
                  <a:pt x="2276475" y="438150"/>
                </a:lnTo>
                <a:lnTo>
                  <a:pt x="2305050" y="447675"/>
                </a:lnTo>
                <a:lnTo>
                  <a:pt x="2314575" y="466725"/>
                </a:lnTo>
                <a:lnTo>
                  <a:pt x="2352675" y="476250"/>
                </a:lnTo>
                <a:lnTo>
                  <a:pt x="2362200" y="495300"/>
                </a:lnTo>
                <a:lnTo>
                  <a:pt x="2400300" y="504825"/>
                </a:lnTo>
                <a:lnTo>
                  <a:pt x="2409825" y="523875"/>
                </a:lnTo>
                <a:lnTo>
                  <a:pt x="2447925" y="533400"/>
                </a:lnTo>
                <a:lnTo>
                  <a:pt x="2457450" y="552450"/>
                </a:lnTo>
                <a:lnTo>
                  <a:pt x="2495550" y="561975"/>
                </a:lnTo>
                <a:lnTo>
                  <a:pt x="2505075" y="581025"/>
                </a:lnTo>
                <a:lnTo>
                  <a:pt x="2543175" y="590550"/>
                </a:lnTo>
                <a:lnTo>
                  <a:pt x="2552700" y="609600"/>
                </a:lnTo>
                <a:lnTo>
                  <a:pt x="2590800" y="619125"/>
                </a:lnTo>
                <a:lnTo>
                  <a:pt x="2600325" y="638175"/>
                </a:lnTo>
                <a:lnTo>
                  <a:pt x="2657475" y="657225"/>
                </a:lnTo>
                <a:lnTo>
                  <a:pt x="2667000" y="676275"/>
                </a:lnTo>
                <a:lnTo>
                  <a:pt x="2705100" y="685800"/>
                </a:lnTo>
                <a:lnTo>
                  <a:pt x="2714625" y="704850"/>
                </a:lnTo>
                <a:lnTo>
                  <a:pt x="2771775" y="723900"/>
                </a:lnTo>
                <a:lnTo>
                  <a:pt x="2781300" y="742950"/>
                </a:lnTo>
                <a:lnTo>
                  <a:pt x="2800350" y="742950"/>
                </a:lnTo>
                <a:lnTo>
                  <a:pt x="2800350" y="752475"/>
                </a:lnTo>
                <a:lnTo>
                  <a:pt x="2857500" y="771525"/>
                </a:lnTo>
                <a:lnTo>
                  <a:pt x="2867025" y="790575"/>
                </a:lnTo>
                <a:lnTo>
                  <a:pt x="2886075" y="790575"/>
                </a:lnTo>
                <a:lnTo>
                  <a:pt x="2886075" y="800100"/>
                </a:lnTo>
                <a:lnTo>
                  <a:pt x="2943225" y="819150"/>
                </a:lnTo>
                <a:lnTo>
                  <a:pt x="2952750" y="838200"/>
                </a:lnTo>
                <a:lnTo>
                  <a:pt x="2971800" y="838200"/>
                </a:lnTo>
                <a:lnTo>
                  <a:pt x="2971800" y="847725"/>
                </a:lnTo>
                <a:lnTo>
                  <a:pt x="2990850" y="847725"/>
                </a:lnTo>
                <a:lnTo>
                  <a:pt x="2990850" y="857250"/>
                </a:lnTo>
                <a:lnTo>
                  <a:pt x="3009900" y="857250"/>
                </a:lnTo>
                <a:lnTo>
                  <a:pt x="3009900" y="866775"/>
                </a:lnTo>
                <a:lnTo>
                  <a:pt x="3028950" y="866775"/>
                </a:lnTo>
                <a:lnTo>
                  <a:pt x="3028950" y="876300"/>
                </a:lnTo>
                <a:lnTo>
                  <a:pt x="3048000" y="876300"/>
                </a:lnTo>
                <a:lnTo>
                  <a:pt x="3048000" y="885825"/>
                </a:lnTo>
                <a:lnTo>
                  <a:pt x="3067050" y="895350"/>
                </a:lnTo>
                <a:lnTo>
                  <a:pt x="3067050" y="914400"/>
                </a:lnTo>
                <a:lnTo>
                  <a:pt x="3038475" y="923925"/>
                </a:lnTo>
                <a:lnTo>
                  <a:pt x="3048000" y="971550"/>
                </a:lnTo>
                <a:lnTo>
                  <a:pt x="3057525" y="971550"/>
                </a:lnTo>
                <a:lnTo>
                  <a:pt x="3057525" y="1000125"/>
                </a:lnTo>
                <a:lnTo>
                  <a:pt x="3067050" y="1000125"/>
                </a:lnTo>
                <a:lnTo>
                  <a:pt x="3076575" y="1047750"/>
                </a:lnTo>
                <a:lnTo>
                  <a:pt x="3086100" y="1047750"/>
                </a:lnTo>
                <a:lnTo>
                  <a:pt x="3086100" y="1066800"/>
                </a:lnTo>
                <a:lnTo>
                  <a:pt x="3095625" y="1066800"/>
                </a:lnTo>
                <a:lnTo>
                  <a:pt x="3095625" y="1085850"/>
                </a:lnTo>
                <a:lnTo>
                  <a:pt x="3105150" y="1085850"/>
                </a:lnTo>
                <a:lnTo>
                  <a:pt x="3114675" y="1143000"/>
                </a:lnTo>
                <a:lnTo>
                  <a:pt x="3124200" y="1143000"/>
                </a:lnTo>
                <a:lnTo>
                  <a:pt x="3133725" y="1190625"/>
                </a:lnTo>
                <a:lnTo>
                  <a:pt x="3143250" y="1190625"/>
                </a:lnTo>
                <a:lnTo>
                  <a:pt x="3143250" y="1209675"/>
                </a:lnTo>
                <a:lnTo>
                  <a:pt x="3152775" y="1209675"/>
                </a:lnTo>
                <a:lnTo>
                  <a:pt x="3152775" y="1228725"/>
                </a:lnTo>
                <a:lnTo>
                  <a:pt x="3162300" y="1228725"/>
                </a:lnTo>
                <a:lnTo>
                  <a:pt x="3162300" y="1257300"/>
                </a:lnTo>
                <a:lnTo>
                  <a:pt x="3171825" y="1257300"/>
                </a:lnTo>
                <a:lnTo>
                  <a:pt x="3171825" y="1276350"/>
                </a:lnTo>
                <a:lnTo>
                  <a:pt x="3181350" y="1276350"/>
                </a:lnTo>
                <a:lnTo>
                  <a:pt x="3181350" y="1304925"/>
                </a:lnTo>
                <a:lnTo>
                  <a:pt x="3190875" y="1304925"/>
                </a:lnTo>
                <a:lnTo>
                  <a:pt x="3190875" y="1323975"/>
                </a:lnTo>
                <a:lnTo>
                  <a:pt x="3200400" y="1323975"/>
                </a:lnTo>
                <a:lnTo>
                  <a:pt x="3200400" y="1352550"/>
                </a:lnTo>
                <a:lnTo>
                  <a:pt x="3209925" y="1352550"/>
                </a:lnTo>
                <a:lnTo>
                  <a:pt x="3209925" y="1371600"/>
                </a:lnTo>
                <a:lnTo>
                  <a:pt x="3219450" y="1371600"/>
                </a:lnTo>
                <a:lnTo>
                  <a:pt x="3219450" y="1400175"/>
                </a:lnTo>
                <a:lnTo>
                  <a:pt x="3228975" y="1400175"/>
                </a:lnTo>
                <a:lnTo>
                  <a:pt x="3228975" y="1419225"/>
                </a:lnTo>
                <a:lnTo>
                  <a:pt x="3238500" y="1419225"/>
                </a:lnTo>
                <a:lnTo>
                  <a:pt x="3238500" y="1447800"/>
                </a:lnTo>
                <a:lnTo>
                  <a:pt x="3248025" y="1447800"/>
                </a:lnTo>
                <a:lnTo>
                  <a:pt x="3248025" y="1466850"/>
                </a:lnTo>
                <a:lnTo>
                  <a:pt x="3257550" y="1466850"/>
                </a:lnTo>
                <a:lnTo>
                  <a:pt x="3257550" y="1495425"/>
                </a:lnTo>
                <a:lnTo>
                  <a:pt x="3267075" y="1495425"/>
                </a:lnTo>
                <a:lnTo>
                  <a:pt x="3267075" y="1514475"/>
                </a:lnTo>
                <a:lnTo>
                  <a:pt x="3276600" y="1514475"/>
                </a:lnTo>
                <a:lnTo>
                  <a:pt x="3276600" y="1543050"/>
                </a:lnTo>
                <a:lnTo>
                  <a:pt x="3286125" y="1543050"/>
                </a:lnTo>
                <a:lnTo>
                  <a:pt x="3286125" y="1562100"/>
                </a:lnTo>
                <a:lnTo>
                  <a:pt x="3295650" y="1562100"/>
                </a:lnTo>
                <a:lnTo>
                  <a:pt x="3295650" y="1590675"/>
                </a:lnTo>
                <a:lnTo>
                  <a:pt x="3305175" y="1590675"/>
                </a:lnTo>
                <a:lnTo>
                  <a:pt x="3305175" y="1609725"/>
                </a:lnTo>
                <a:lnTo>
                  <a:pt x="3314700" y="1609725"/>
                </a:lnTo>
                <a:lnTo>
                  <a:pt x="3314700" y="1638300"/>
                </a:lnTo>
                <a:lnTo>
                  <a:pt x="3324225" y="1638300"/>
                </a:lnTo>
                <a:lnTo>
                  <a:pt x="3324225" y="1657350"/>
                </a:lnTo>
                <a:lnTo>
                  <a:pt x="3333750" y="1657350"/>
                </a:lnTo>
                <a:lnTo>
                  <a:pt x="3333750" y="1685925"/>
                </a:lnTo>
                <a:lnTo>
                  <a:pt x="3343275" y="1685925"/>
                </a:lnTo>
                <a:lnTo>
                  <a:pt x="3343275" y="1704975"/>
                </a:lnTo>
                <a:lnTo>
                  <a:pt x="3352800" y="1704975"/>
                </a:lnTo>
                <a:lnTo>
                  <a:pt x="3352800" y="1724025"/>
                </a:lnTo>
                <a:lnTo>
                  <a:pt x="3362325" y="1724025"/>
                </a:lnTo>
                <a:lnTo>
                  <a:pt x="3362325" y="1752600"/>
                </a:lnTo>
                <a:lnTo>
                  <a:pt x="3371850" y="1752600"/>
                </a:lnTo>
                <a:lnTo>
                  <a:pt x="3371850" y="1771650"/>
                </a:lnTo>
                <a:lnTo>
                  <a:pt x="3381375" y="1771650"/>
                </a:lnTo>
                <a:lnTo>
                  <a:pt x="3390900" y="1828800"/>
                </a:lnTo>
                <a:lnTo>
                  <a:pt x="3362325" y="1838325"/>
                </a:lnTo>
                <a:lnTo>
                  <a:pt x="3352800" y="1809750"/>
                </a:lnTo>
                <a:lnTo>
                  <a:pt x="3343275" y="1809750"/>
                </a:lnTo>
                <a:lnTo>
                  <a:pt x="3343275" y="1781175"/>
                </a:lnTo>
                <a:lnTo>
                  <a:pt x="3333750" y="1781175"/>
                </a:lnTo>
                <a:lnTo>
                  <a:pt x="3324225" y="1733550"/>
                </a:lnTo>
                <a:lnTo>
                  <a:pt x="3314700" y="1733550"/>
                </a:lnTo>
                <a:lnTo>
                  <a:pt x="3314700" y="1714500"/>
                </a:lnTo>
                <a:lnTo>
                  <a:pt x="3305175" y="1714500"/>
                </a:lnTo>
                <a:lnTo>
                  <a:pt x="3305175" y="1695450"/>
                </a:lnTo>
                <a:lnTo>
                  <a:pt x="3295650" y="1695450"/>
                </a:lnTo>
                <a:lnTo>
                  <a:pt x="3286125" y="1638300"/>
                </a:lnTo>
                <a:lnTo>
                  <a:pt x="3276600" y="1638300"/>
                </a:lnTo>
                <a:lnTo>
                  <a:pt x="3267075" y="1590675"/>
                </a:lnTo>
                <a:lnTo>
                  <a:pt x="3257550" y="1590675"/>
                </a:lnTo>
                <a:lnTo>
                  <a:pt x="3257550" y="1571625"/>
                </a:lnTo>
                <a:lnTo>
                  <a:pt x="3248025" y="1571625"/>
                </a:lnTo>
                <a:lnTo>
                  <a:pt x="3248025" y="1552575"/>
                </a:lnTo>
                <a:lnTo>
                  <a:pt x="3238500" y="1552575"/>
                </a:lnTo>
                <a:lnTo>
                  <a:pt x="3238500" y="1524000"/>
                </a:lnTo>
                <a:lnTo>
                  <a:pt x="3228975" y="1524000"/>
                </a:lnTo>
                <a:lnTo>
                  <a:pt x="3228975" y="1504950"/>
                </a:lnTo>
                <a:lnTo>
                  <a:pt x="3219450" y="1504950"/>
                </a:lnTo>
                <a:lnTo>
                  <a:pt x="3219450" y="1476375"/>
                </a:lnTo>
                <a:lnTo>
                  <a:pt x="3209925" y="1476375"/>
                </a:lnTo>
                <a:lnTo>
                  <a:pt x="3209925" y="1457325"/>
                </a:lnTo>
                <a:lnTo>
                  <a:pt x="3200400" y="1457325"/>
                </a:lnTo>
                <a:lnTo>
                  <a:pt x="3200400" y="1428750"/>
                </a:lnTo>
                <a:lnTo>
                  <a:pt x="3190875" y="1428750"/>
                </a:lnTo>
                <a:lnTo>
                  <a:pt x="3190875" y="1409700"/>
                </a:lnTo>
                <a:lnTo>
                  <a:pt x="3181350" y="1409700"/>
                </a:lnTo>
                <a:lnTo>
                  <a:pt x="3181350" y="1381125"/>
                </a:lnTo>
                <a:lnTo>
                  <a:pt x="3171825" y="1381125"/>
                </a:lnTo>
                <a:lnTo>
                  <a:pt x="3171825" y="1362075"/>
                </a:lnTo>
                <a:lnTo>
                  <a:pt x="3162300" y="1362075"/>
                </a:lnTo>
                <a:lnTo>
                  <a:pt x="3162300" y="1333500"/>
                </a:lnTo>
                <a:lnTo>
                  <a:pt x="3152775" y="1333500"/>
                </a:lnTo>
                <a:lnTo>
                  <a:pt x="3152775" y="1314450"/>
                </a:lnTo>
                <a:lnTo>
                  <a:pt x="3143250" y="1314450"/>
                </a:lnTo>
                <a:lnTo>
                  <a:pt x="3143250" y="1285875"/>
                </a:lnTo>
                <a:lnTo>
                  <a:pt x="3133725" y="1285875"/>
                </a:lnTo>
                <a:lnTo>
                  <a:pt x="3133725" y="1266825"/>
                </a:lnTo>
                <a:lnTo>
                  <a:pt x="3124200" y="1266825"/>
                </a:lnTo>
                <a:lnTo>
                  <a:pt x="3124200" y="1238250"/>
                </a:lnTo>
                <a:lnTo>
                  <a:pt x="3114675" y="1238250"/>
                </a:lnTo>
                <a:lnTo>
                  <a:pt x="3114675" y="1219200"/>
                </a:lnTo>
                <a:lnTo>
                  <a:pt x="3105150" y="1219200"/>
                </a:lnTo>
                <a:lnTo>
                  <a:pt x="3095625" y="1162050"/>
                </a:lnTo>
                <a:lnTo>
                  <a:pt x="3086100" y="1162050"/>
                </a:lnTo>
                <a:lnTo>
                  <a:pt x="3086100" y="1143000"/>
                </a:lnTo>
                <a:lnTo>
                  <a:pt x="3076575" y="1143000"/>
                </a:lnTo>
                <a:lnTo>
                  <a:pt x="3076575" y="1123950"/>
                </a:lnTo>
                <a:lnTo>
                  <a:pt x="3067050" y="1123950"/>
                </a:lnTo>
                <a:lnTo>
                  <a:pt x="3057525" y="1066800"/>
                </a:lnTo>
                <a:lnTo>
                  <a:pt x="3048000" y="1066800"/>
                </a:lnTo>
                <a:lnTo>
                  <a:pt x="3048000" y="1047750"/>
                </a:lnTo>
                <a:lnTo>
                  <a:pt x="3038475" y="1047750"/>
                </a:lnTo>
                <a:lnTo>
                  <a:pt x="3038475" y="1028700"/>
                </a:lnTo>
                <a:lnTo>
                  <a:pt x="3028950" y="1028700"/>
                </a:lnTo>
                <a:lnTo>
                  <a:pt x="3028950" y="990600"/>
                </a:lnTo>
                <a:lnTo>
                  <a:pt x="3019425" y="990600"/>
                </a:lnTo>
                <a:lnTo>
                  <a:pt x="3019425" y="1828800"/>
                </a:lnTo>
                <a:lnTo>
                  <a:pt x="3009900" y="1828800"/>
                </a:lnTo>
                <a:lnTo>
                  <a:pt x="3009900" y="1838325"/>
                </a:lnTo>
                <a:lnTo>
                  <a:pt x="2981325" y="1838325"/>
                </a:lnTo>
                <a:lnTo>
                  <a:pt x="2981325" y="1743075"/>
                </a:lnTo>
                <a:lnTo>
                  <a:pt x="2971800" y="1743075"/>
                </a:lnTo>
                <a:lnTo>
                  <a:pt x="2971800" y="1714500"/>
                </a:lnTo>
                <a:lnTo>
                  <a:pt x="2981325" y="1714500"/>
                </a:lnTo>
                <a:lnTo>
                  <a:pt x="2981325" y="1600200"/>
                </a:lnTo>
                <a:lnTo>
                  <a:pt x="2971800" y="1600200"/>
                </a:lnTo>
                <a:lnTo>
                  <a:pt x="2981325" y="1343025"/>
                </a:lnTo>
                <a:lnTo>
                  <a:pt x="2971800" y="1343025"/>
                </a:lnTo>
                <a:lnTo>
                  <a:pt x="2971800" y="1276350"/>
                </a:lnTo>
                <a:lnTo>
                  <a:pt x="2971800" y="1238250"/>
                </a:lnTo>
                <a:lnTo>
                  <a:pt x="2981325" y="1238250"/>
                </a:lnTo>
                <a:lnTo>
                  <a:pt x="2981325" y="1171575"/>
                </a:lnTo>
                <a:lnTo>
                  <a:pt x="2971800" y="1171575"/>
                </a:lnTo>
                <a:lnTo>
                  <a:pt x="2971800" y="1123950"/>
                </a:lnTo>
                <a:lnTo>
                  <a:pt x="2981325" y="1123950"/>
                </a:lnTo>
                <a:lnTo>
                  <a:pt x="2981325" y="1095375"/>
                </a:lnTo>
                <a:lnTo>
                  <a:pt x="2971800" y="1095375"/>
                </a:lnTo>
                <a:lnTo>
                  <a:pt x="2971800" y="1057275"/>
                </a:lnTo>
                <a:lnTo>
                  <a:pt x="2981325" y="1057275"/>
                </a:lnTo>
                <a:lnTo>
                  <a:pt x="2971800" y="904875"/>
                </a:lnTo>
                <a:lnTo>
                  <a:pt x="2981325" y="904875"/>
                </a:lnTo>
                <a:lnTo>
                  <a:pt x="2981325" y="895350"/>
                </a:lnTo>
                <a:lnTo>
                  <a:pt x="2971800" y="895350"/>
                </a:lnTo>
                <a:lnTo>
                  <a:pt x="2962275" y="876300"/>
                </a:lnTo>
                <a:lnTo>
                  <a:pt x="2905125" y="857250"/>
                </a:lnTo>
                <a:lnTo>
                  <a:pt x="2895600" y="838200"/>
                </a:lnTo>
                <a:lnTo>
                  <a:pt x="2876550" y="838200"/>
                </a:lnTo>
                <a:lnTo>
                  <a:pt x="2876550" y="828675"/>
                </a:lnTo>
                <a:lnTo>
                  <a:pt x="2819400" y="809625"/>
                </a:lnTo>
                <a:lnTo>
                  <a:pt x="2809875" y="790575"/>
                </a:lnTo>
                <a:lnTo>
                  <a:pt x="2790825" y="790575"/>
                </a:lnTo>
                <a:lnTo>
                  <a:pt x="2790825" y="781050"/>
                </a:lnTo>
                <a:lnTo>
                  <a:pt x="2733675" y="762000"/>
                </a:lnTo>
                <a:lnTo>
                  <a:pt x="2724150" y="742950"/>
                </a:lnTo>
                <a:lnTo>
                  <a:pt x="2667000" y="723900"/>
                </a:lnTo>
                <a:lnTo>
                  <a:pt x="2657475" y="704850"/>
                </a:lnTo>
                <a:lnTo>
                  <a:pt x="2600325" y="685800"/>
                </a:lnTo>
                <a:lnTo>
                  <a:pt x="2590800" y="666750"/>
                </a:lnTo>
                <a:lnTo>
                  <a:pt x="2552700" y="657225"/>
                </a:lnTo>
                <a:lnTo>
                  <a:pt x="2543175" y="638175"/>
                </a:lnTo>
                <a:lnTo>
                  <a:pt x="2505075" y="628650"/>
                </a:lnTo>
                <a:lnTo>
                  <a:pt x="2495550" y="609600"/>
                </a:lnTo>
                <a:lnTo>
                  <a:pt x="2476500" y="609600"/>
                </a:lnTo>
                <a:lnTo>
                  <a:pt x="2476500" y="600075"/>
                </a:lnTo>
                <a:lnTo>
                  <a:pt x="2457450" y="600075"/>
                </a:lnTo>
                <a:lnTo>
                  <a:pt x="2447925" y="581025"/>
                </a:lnTo>
                <a:lnTo>
                  <a:pt x="2409825" y="571500"/>
                </a:lnTo>
                <a:lnTo>
                  <a:pt x="2400300" y="552450"/>
                </a:lnTo>
                <a:lnTo>
                  <a:pt x="2362200" y="542925"/>
                </a:lnTo>
                <a:lnTo>
                  <a:pt x="2362200" y="533400"/>
                </a:lnTo>
                <a:lnTo>
                  <a:pt x="2333625" y="523875"/>
                </a:lnTo>
                <a:lnTo>
                  <a:pt x="2324100" y="504825"/>
                </a:lnTo>
                <a:lnTo>
                  <a:pt x="2305050" y="504825"/>
                </a:lnTo>
                <a:lnTo>
                  <a:pt x="2305050" y="495300"/>
                </a:lnTo>
                <a:lnTo>
                  <a:pt x="2286000" y="495300"/>
                </a:lnTo>
                <a:lnTo>
                  <a:pt x="2276475" y="476250"/>
                </a:lnTo>
                <a:lnTo>
                  <a:pt x="2238375" y="466725"/>
                </a:lnTo>
                <a:lnTo>
                  <a:pt x="2238375" y="457200"/>
                </a:lnTo>
                <a:lnTo>
                  <a:pt x="2209800" y="447675"/>
                </a:lnTo>
                <a:lnTo>
                  <a:pt x="2200275" y="428625"/>
                </a:lnTo>
                <a:lnTo>
                  <a:pt x="2162175" y="419100"/>
                </a:lnTo>
                <a:lnTo>
                  <a:pt x="2152650" y="400050"/>
                </a:lnTo>
                <a:lnTo>
                  <a:pt x="2114550" y="390525"/>
                </a:lnTo>
                <a:lnTo>
                  <a:pt x="2114550" y="381000"/>
                </a:lnTo>
                <a:lnTo>
                  <a:pt x="2085975" y="371475"/>
                </a:lnTo>
                <a:lnTo>
                  <a:pt x="2076450" y="352425"/>
                </a:lnTo>
                <a:lnTo>
                  <a:pt x="2038350" y="342900"/>
                </a:lnTo>
                <a:lnTo>
                  <a:pt x="2028825" y="323850"/>
                </a:lnTo>
                <a:lnTo>
                  <a:pt x="1990725" y="314325"/>
                </a:lnTo>
                <a:lnTo>
                  <a:pt x="1981200" y="295275"/>
                </a:lnTo>
                <a:lnTo>
                  <a:pt x="1962150" y="295275"/>
                </a:lnTo>
                <a:lnTo>
                  <a:pt x="1962150" y="285750"/>
                </a:lnTo>
                <a:lnTo>
                  <a:pt x="1933575" y="276225"/>
                </a:lnTo>
                <a:lnTo>
                  <a:pt x="1924050" y="257175"/>
                </a:lnTo>
                <a:lnTo>
                  <a:pt x="1885950" y="247650"/>
                </a:lnTo>
                <a:lnTo>
                  <a:pt x="1876425" y="228600"/>
                </a:lnTo>
                <a:lnTo>
                  <a:pt x="1857375" y="228600"/>
                </a:lnTo>
                <a:lnTo>
                  <a:pt x="1857375" y="219075"/>
                </a:lnTo>
                <a:lnTo>
                  <a:pt x="1828800" y="209550"/>
                </a:lnTo>
                <a:lnTo>
                  <a:pt x="1819275" y="190500"/>
                </a:lnTo>
                <a:lnTo>
                  <a:pt x="1800225" y="190500"/>
                </a:lnTo>
                <a:lnTo>
                  <a:pt x="1800225" y="180975"/>
                </a:lnTo>
                <a:lnTo>
                  <a:pt x="1781175" y="180975"/>
                </a:lnTo>
                <a:lnTo>
                  <a:pt x="1771650" y="161925"/>
                </a:lnTo>
                <a:lnTo>
                  <a:pt x="1752600" y="161925"/>
                </a:lnTo>
                <a:lnTo>
                  <a:pt x="1743075" y="142875"/>
                </a:lnTo>
                <a:lnTo>
                  <a:pt x="1724025" y="142875"/>
                </a:lnTo>
                <a:lnTo>
                  <a:pt x="1724025" y="552450"/>
                </a:lnTo>
                <a:lnTo>
                  <a:pt x="1714500" y="552450"/>
                </a:lnTo>
                <a:lnTo>
                  <a:pt x="1714500" y="561975"/>
                </a:lnTo>
                <a:lnTo>
                  <a:pt x="1685925" y="552450"/>
                </a:lnTo>
                <a:lnTo>
                  <a:pt x="1685925" y="152400"/>
                </a:lnTo>
                <a:lnTo>
                  <a:pt x="1666875" y="152400"/>
                </a:lnTo>
                <a:lnTo>
                  <a:pt x="1666875" y="161925"/>
                </a:lnTo>
                <a:lnTo>
                  <a:pt x="1647825" y="161925"/>
                </a:lnTo>
                <a:lnTo>
                  <a:pt x="1638300" y="180975"/>
                </a:lnTo>
                <a:lnTo>
                  <a:pt x="1619250" y="180975"/>
                </a:lnTo>
                <a:lnTo>
                  <a:pt x="1609725" y="200025"/>
                </a:lnTo>
                <a:lnTo>
                  <a:pt x="1590675" y="200025"/>
                </a:lnTo>
                <a:lnTo>
                  <a:pt x="1571625" y="228600"/>
                </a:lnTo>
                <a:lnTo>
                  <a:pt x="1533525" y="238125"/>
                </a:lnTo>
                <a:lnTo>
                  <a:pt x="1524000" y="257175"/>
                </a:lnTo>
                <a:lnTo>
                  <a:pt x="1504950" y="257175"/>
                </a:lnTo>
                <a:lnTo>
                  <a:pt x="1495425" y="276225"/>
                </a:lnTo>
                <a:lnTo>
                  <a:pt x="1476375" y="276225"/>
                </a:lnTo>
                <a:lnTo>
                  <a:pt x="1466850" y="295275"/>
                </a:lnTo>
                <a:lnTo>
                  <a:pt x="1447800" y="295275"/>
                </a:lnTo>
                <a:lnTo>
                  <a:pt x="1438275" y="314325"/>
                </a:lnTo>
                <a:lnTo>
                  <a:pt x="1419225" y="314325"/>
                </a:lnTo>
                <a:lnTo>
                  <a:pt x="1409700" y="333375"/>
                </a:lnTo>
                <a:lnTo>
                  <a:pt x="1390650" y="333375"/>
                </a:lnTo>
                <a:lnTo>
                  <a:pt x="1381125" y="352425"/>
                </a:lnTo>
                <a:lnTo>
                  <a:pt x="1362075" y="352425"/>
                </a:lnTo>
                <a:lnTo>
                  <a:pt x="1352550" y="371475"/>
                </a:lnTo>
                <a:lnTo>
                  <a:pt x="1333500" y="371475"/>
                </a:lnTo>
                <a:lnTo>
                  <a:pt x="1323975" y="390525"/>
                </a:lnTo>
                <a:lnTo>
                  <a:pt x="1304925" y="390525"/>
                </a:lnTo>
                <a:lnTo>
                  <a:pt x="1295400" y="409575"/>
                </a:lnTo>
                <a:lnTo>
                  <a:pt x="1257300" y="419100"/>
                </a:lnTo>
                <a:lnTo>
                  <a:pt x="1247775" y="438150"/>
                </a:lnTo>
                <a:lnTo>
                  <a:pt x="1228725" y="438150"/>
                </a:lnTo>
                <a:lnTo>
                  <a:pt x="1228725" y="447675"/>
                </a:lnTo>
                <a:lnTo>
                  <a:pt x="1200150" y="457200"/>
                </a:lnTo>
                <a:lnTo>
                  <a:pt x="1190625" y="476250"/>
                </a:lnTo>
                <a:lnTo>
                  <a:pt x="1171575" y="476250"/>
                </a:lnTo>
                <a:lnTo>
                  <a:pt x="1171575" y="485775"/>
                </a:lnTo>
                <a:lnTo>
                  <a:pt x="1152525" y="485775"/>
                </a:lnTo>
                <a:lnTo>
                  <a:pt x="1143000" y="504825"/>
                </a:lnTo>
                <a:lnTo>
                  <a:pt x="1123950" y="504825"/>
                </a:lnTo>
                <a:lnTo>
                  <a:pt x="1114425" y="523875"/>
                </a:lnTo>
                <a:lnTo>
                  <a:pt x="1076325" y="533400"/>
                </a:lnTo>
                <a:lnTo>
                  <a:pt x="1066800" y="552450"/>
                </a:lnTo>
                <a:lnTo>
                  <a:pt x="1028700" y="561975"/>
                </a:lnTo>
                <a:lnTo>
                  <a:pt x="1019175" y="581025"/>
                </a:lnTo>
                <a:lnTo>
                  <a:pt x="981075" y="590550"/>
                </a:lnTo>
                <a:lnTo>
                  <a:pt x="971550" y="609600"/>
                </a:lnTo>
                <a:lnTo>
                  <a:pt x="933450" y="619125"/>
                </a:lnTo>
                <a:lnTo>
                  <a:pt x="923925" y="638175"/>
                </a:lnTo>
                <a:lnTo>
                  <a:pt x="885825" y="647700"/>
                </a:lnTo>
                <a:lnTo>
                  <a:pt x="876300" y="666750"/>
                </a:lnTo>
                <a:lnTo>
                  <a:pt x="819150" y="685800"/>
                </a:lnTo>
                <a:lnTo>
                  <a:pt x="809625" y="704850"/>
                </a:lnTo>
                <a:lnTo>
                  <a:pt x="752475" y="723900"/>
                </a:lnTo>
                <a:lnTo>
                  <a:pt x="742950" y="742950"/>
                </a:lnTo>
                <a:lnTo>
                  <a:pt x="723900" y="742950"/>
                </a:lnTo>
                <a:lnTo>
                  <a:pt x="723900" y="752475"/>
                </a:lnTo>
                <a:lnTo>
                  <a:pt x="704850" y="752475"/>
                </a:lnTo>
                <a:lnTo>
                  <a:pt x="704850" y="762000"/>
                </a:lnTo>
                <a:lnTo>
                  <a:pt x="647700" y="781050"/>
                </a:lnTo>
                <a:lnTo>
                  <a:pt x="638175" y="800100"/>
                </a:lnTo>
                <a:lnTo>
                  <a:pt x="619125" y="800100"/>
                </a:lnTo>
                <a:lnTo>
                  <a:pt x="619125" y="809625"/>
                </a:lnTo>
                <a:lnTo>
                  <a:pt x="600075" y="809625"/>
                </a:lnTo>
                <a:lnTo>
                  <a:pt x="600075" y="819150"/>
                </a:lnTo>
                <a:lnTo>
                  <a:pt x="581025" y="819150"/>
                </a:lnTo>
                <a:lnTo>
                  <a:pt x="581025" y="828675"/>
                </a:lnTo>
                <a:lnTo>
                  <a:pt x="523875" y="847725"/>
                </a:lnTo>
                <a:lnTo>
                  <a:pt x="514350" y="866775"/>
                </a:lnTo>
                <a:lnTo>
                  <a:pt x="476250" y="876300"/>
                </a:lnTo>
                <a:lnTo>
                  <a:pt x="476250" y="1828800"/>
                </a:lnTo>
                <a:lnTo>
                  <a:pt x="466725" y="1828800"/>
                </a:lnTo>
                <a:lnTo>
                  <a:pt x="466725" y="1838325"/>
                </a:lnTo>
                <a:lnTo>
                  <a:pt x="438150" y="1838325"/>
                </a:lnTo>
                <a:lnTo>
                  <a:pt x="438150" y="1828800"/>
                </a:lnTo>
                <a:lnTo>
                  <a:pt x="428625" y="1828800"/>
                </a:lnTo>
                <a:lnTo>
                  <a:pt x="428625" y="933450"/>
                </a:lnTo>
                <a:lnTo>
                  <a:pt x="419100" y="933450"/>
                </a:lnTo>
                <a:lnTo>
                  <a:pt x="419100" y="952500"/>
                </a:lnTo>
                <a:lnTo>
                  <a:pt x="409575" y="952500"/>
                </a:lnTo>
                <a:lnTo>
                  <a:pt x="409575" y="981075"/>
                </a:lnTo>
                <a:lnTo>
                  <a:pt x="400050" y="981075"/>
                </a:lnTo>
                <a:lnTo>
                  <a:pt x="400050" y="1000125"/>
                </a:lnTo>
                <a:lnTo>
                  <a:pt x="390525" y="1000125"/>
                </a:lnTo>
                <a:lnTo>
                  <a:pt x="390525" y="1028700"/>
                </a:lnTo>
                <a:lnTo>
                  <a:pt x="381000" y="1028700"/>
                </a:lnTo>
                <a:lnTo>
                  <a:pt x="381000" y="1047750"/>
                </a:lnTo>
                <a:lnTo>
                  <a:pt x="371475" y="1047750"/>
                </a:lnTo>
                <a:lnTo>
                  <a:pt x="371475" y="1076325"/>
                </a:lnTo>
                <a:lnTo>
                  <a:pt x="361950" y="1076325"/>
                </a:lnTo>
                <a:lnTo>
                  <a:pt x="361950" y="1095375"/>
                </a:lnTo>
                <a:lnTo>
                  <a:pt x="352425" y="1095375"/>
                </a:lnTo>
                <a:lnTo>
                  <a:pt x="352425" y="1114425"/>
                </a:lnTo>
                <a:lnTo>
                  <a:pt x="342900" y="1114425"/>
                </a:lnTo>
                <a:lnTo>
                  <a:pt x="333375" y="1171575"/>
                </a:lnTo>
                <a:lnTo>
                  <a:pt x="323850" y="1171575"/>
                </a:lnTo>
                <a:lnTo>
                  <a:pt x="323850" y="1190625"/>
                </a:lnTo>
                <a:lnTo>
                  <a:pt x="314325" y="1190625"/>
                </a:lnTo>
                <a:lnTo>
                  <a:pt x="314325" y="1209675"/>
                </a:lnTo>
                <a:lnTo>
                  <a:pt x="304800" y="1209675"/>
                </a:lnTo>
                <a:lnTo>
                  <a:pt x="304800" y="1238250"/>
                </a:lnTo>
                <a:lnTo>
                  <a:pt x="295275" y="1238250"/>
                </a:lnTo>
                <a:lnTo>
                  <a:pt x="295275" y="1257300"/>
                </a:lnTo>
                <a:lnTo>
                  <a:pt x="285750" y="1257300"/>
                </a:lnTo>
                <a:lnTo>
                  <a:pt x="285750" y="1285875"/>
                </a:lnTo>
                <a:lnTo>
                  <a:pt x="276225" y="1285875"/>
                </a:lnTo>
                <a:lnTo>
                  <a:pt x="276225" y="1304925"/>
                </a:lnTo>
                <a:lnTo>
                  <a:pt x="266700" y="1304925"/>
                </a:lnTo>
                <a:lnTo>
                  <a:pt x="266700" y="1333500"/>
                </a:lnTo>
                <a:lnTo>
                  <a:pt x="257175" y="1333500"/>
                </a:lnTo>
                <a:lnTo>
                  <a:pt x="257175" y="1352550"/>
                </a:lnTo>
                <a:lnTo>
                  <a:pt x="247650" y="1352550"/>
                </a:lnTo>
                <a:lnTo>
                  <a:pt x="247650" y="1371600"/>
                </a:lnTo>
                <a:lnTo>
                  <a:pt x="238125" y="1371600"/>
                </a:lnTo>
                <a:lnTo>
                  <a:pt x="238125" y="1400175"/>
                </a:lnTo>
                <a:lnTo>
                  <a:pt x="228600" y="1400175"/>
                </a:lnTo>
                <a:lnTo>
                  <a:pt x="228600" y="1419225"/>
                </a:lnTo>
                <a:lnTo>
                  <a:pt x="219075" y="1419225"/>
                </a:lnTo>
                <a:lnTo>
                  <a:pt x="209550" y="1476375"/>
                </a:lnTo>
                <a:lnTo>
                  <a:pt x="200025" y="1476375"/>
                </a:lnTo>
                <a:lnTo>
                  <a:pt x="200025" y="1495425"/>
                </a:lnTo>
                <a:lnTo>
                  <a:pt x="190500" y="1495425"/>
                </a:lnTo>
                <a:lnTo>
                  <a:pt x="190500" y="1514475"/>
                </a:lnTo>
                <a:lnTo>
                  <a:pt x="180975" y="1514475"/>
                </a:lnTo>
                <a:lnTo>
                  <a:pt x="180975" y="1543050"/>
                </a:lnTo>
                <a:lnTo>
                  <a:pt x="171450" y="1543050"/>
                </a:lnTo>
                <a:lnTo>
                  <a:pt x="171450" y="1562100"/>
                </a:lnTo>
                <a:lnTo>
                  <a:pt x="161925" y="1562100"/>
                </a:lnTo>
                <a:lnTo>
                  <a:pt x="161925" y="1590675"/>
                </a:lnTo>
                <a:lnTo>
                  <a:pt x="152400" y="1590675"/>
                </a:lnTo>
                <a:lnTo>
                  <a:pt x="152400" y="1609725"/>
                </a:lnTo>
                <a:lnTo>
                  <a:pt x="142875" y="1609725"/>
                </a:lnTo>
                <a:lnTo>
                  <a:pt x="142875" y="1638300"/>
                </a:lnTo>
                <a:lnTo>
                  <a:pt x="133350" y="1638300"/>
                </a:lnTo>
                <a:lnTo>
                  <a:pt x="133350" y="1657350"/>
                </a:lnTo>
                <a:lnTo>
                  <a:pt x="123825" y="1657350"/>
                </a:lnTo>
                <a:lnTo>
                  <a:pt x="123825" y="1685925"/>
                </a:lnTo>
                <a:lnTo>
                  <a:pt x="114300" y="1685925"/>
                </a:lnTo>
                <a:lnTo>
                  <a:pt x="114300" y="1704975"/>
                </a:lnTo>
                <a:lnTo>
                  <a:pt x="104775" y="1704975"/>
                </a:lnTo>
                <a:lnTo>
                  <a:pt x="104775" y="1733550"/>
                </a:lnTo>
                <a:lnTo>
                  <a:pt x="95250" y="1733550"/>
                </a:lnTo>
                <a:lnTo>
                  <a:pt x="95250" y="1752600"/>
                </a:lnTo>
                <a:lnTo>
                  <a:pt x="85725" y="1752600"/>
                </a:lnTo>
                <a:lnTo>
                  <a:pt x="85725" y="1781175"/>
                </a:lnTo>
                <a:lnTo>
                  <a:pt x="76200" y="1781175"/>
                </a:lnTo>
                <a:lnTo>
                  <a:pt x="76200" y="1800225"/>
                </a:lnTo>
                <a:lnTo>
                  <a:pt x="66675" y="1800225"/>
                </a:lnTo>
                <a:lnTo>
                  <a:pt x="66675" y="1828800"/>
                </a:lnTo>
                <a:lnTo>
                  <a:pt x="57150" y="1828800"/>
                </a:lnTo>
                <a:lnTo>
                  <a:pt x="57150" y="1838325"/>
                </a:lnTo>
                <a:lnTo>
                  <a:pt x="28575" y="1838325"/>
                </a:lnTo>
                <a:lnTo>
                  <a:pt x="19050" y="1819275"/>
                </a:lnTo>
                <a:lnTo>
                  <a:pt x="28575" y="1819275"/>
                </a:lnTo>
                <a:lnTo>
                  <a:pt x="28575" y="1790700"/>
                </a:lnTo>
                <a:lnTo>
                  <a:pt x="38100" y="1790700"/>
                </a:lnTo>
                <a:lnTo>
                  <a:pt x="47625" y="1743075"/>
                </a:lnTo>
                <a:lnTo>
                  <a:pt x="57150" y="1743075"/>
                </a:lnTo>
                <a:lnTo>
                  <a:pt x="57150" y="1724025"/>
                </a:lnTo>
                <a:lnTo>
                  <a:pt x="66675" y="1724025"/>
                </a:lnTo>
                <a:lnTo>
                  <a:pt x="66675" y="1695450"/>
                </a:lnTo>
                <a:lnTo>
                  <a:pt x="76200" y="1695450"/>
                </a:lnTo>
                <a:lnTo>
                  <a:pt x="76200" y="1676400"/>
                </a:lnTo>
                <a:lnTo>
                  <a:pt x="85725" y="1676400"/>
                </a:lnTo>
                <a:lnTo>
                  <a:pt x="85725" y="1657350"/>
                </a:lnTo>
                <a:lnTo>
                  <a:pt x="95250" y="1657350"/>
                </a:lnTo>
                <a:lnTo>
                  <a:pt x="95250" y="1628775"/>
                </a:lnTo>
                <a:lnTo>
                  <a:pt x="104775" y="1628775"/>
                </a:lnTo>
                <a:lnTo>
                  <a:pt x="104775" y="1609725"/>
                </a:lnTo>
                <a:lnTo>
                  <a:pt x="114300" y="1609725"/>
                </a:lnTo>
                <a:lnTo>
                  <a:pt x="114300" y="1581150"/>
                </a:lnTo>
                <a:lnTo>
                  <a:pt x="123825" y="1581150"/>
                </a:lnTo>
                <a:lnTo>
                  <a:pt x="123825" y="1562100"/>
                </a:lnTo>
                <a:lnTo>
                  <a:pt x="133350" y="1562100"/>
                </a:lnTo>
                <a:lnTo>
                  <a:pt x="133350" y="1533525"/>
                </a:lnTo>
                <a:lnTo>
                  <a:pt x="142875" y="1533525"/>
                </a:lnTo>
                <a:lnTo>
                  <a:pt x="142875" y="1504950"/>
                </a:lnTo>
                <a:lnTo>
                  <a:pt x="152400" y="1504950"/>
                </a:lnTo>
                <a:lnTo>
                  <a:pt x="152400" y="1485900"/>
                </a:lnTo>
                <a:lnTo>
                  <a:pt x="161925" y="1485900"/>
                </a:lnTo>
                <a:lnTo>
                  <a:pt x="161925" y="1466850"/>
                </a:lnTo>
                <a:lnTo>
                  <a:pt x="171450" y="1466850"/>
                </a:lnTo>
                <a:lnTo>
                  <a:pt x="171450" y="1438275"/>
                </a:lnTo>
                <a:lnTo>
                  <a:pt x="180975" y="1438275"/>
                </a:lnTo>
                <a:lnTo>
                  <a:pt x="190500" y="1390650"/>
                </a:lnTo>
                <a:close/>
                <a:moveTo>
                  <a:pt x="2676525" y="1790700"/>
                </a:moveTo>
                <a:lnTo>
                  <a:pt x="2676525" y="1504950"/>
                </a:lnTo>
                <a:lnTo>
                  <a:pt x="2686050" y="1504950"/>
                </a:lnTo>
                <a:lnTo>
                  <a:pt x="2686050" y="1485900"/>
                </a:lnTo>
                <a:lnTo>
                  <a:pt x="2705100" y="1476375"/>
                </a:lnTo>
                <a:lnTo>
                  <a:pt x="2705100" y="1457325"/>
                </a:lnTo>
                <a:lnTo>
                  <a:pt x="2676525" y="1447800"/>
                </a:lnTo>
                <a:lnTo>
                  <a:pt x="2676525" y="1343025"/>
                </a:lnTo>
                <a:lnTo>
                  <a:pt x="2686050" y="1343025"/>
                </a:lnTo>
                <a:lnTo>
                  <a:pt x="2686050" y="1333500"/>
                </a:lnTo>
                <a:lnTo>
                  <a:pt x="2857500" y="1333500"/>
                </a:lnTo>
                <a:lnTo>
                  <a:pt x="2857500" y="1343025"/>
                </a:lnTo>
                <a:lnTo>
                  <a:pt x="2867025" y="1343025"/>
                </a:lnTo>
                <a:lnTo>
                  <a:pt x="2867025" y="1390650"/>
                </a:lnTo>
                <a:lnTo>
                  <a:pt x="2867025" y="1447800"/>
                </a:lnTo>
                <a:lnTo>
                  <a:pt x="2838450" y="1457325"/>
                </a:lnTo>
                <a:lnTo>
                  <a:pt x="2838450" y="1485900"/>
                </a:lnTo>
                <a:lnTo>
                  <a:pt x="2867025" y="1504950"/>
                </a:lnTo>
                <a:lnTo>
                  <a:pt x="2867025" y="1828800"/>
                </a:lnTo>
                <a:lnTo>
                  <a:pt x="2838450" y="1838325"/>
                </a:lnTo>
                <a:lnTo>
                  <a:pt x="2838450" y="1847850"/>
                </a:lnTo>
                <a:lnTo>
                  <a:pt x="2705100" y="1847850"/>
                </a:lnTo>
                <a:lnTo>
                  <a:pt x="2705100" y="1838325"/>
                </a:lnTo>
                <a:lnTo>
                  <a:pt x="2676525" y="1828800"/>
                </a:lnTo>
                <a:lnTo>
                  <a:pt x="2676525" y="1790700"/>
                </a:lnTo>
                <a:close/>
                <a:moveTo>
                  <a:pt x="2562225" y="1809750"/>
                </a:moveTo>
                <a:lnTo>
                  <a:pt x="2581275" y="1809750"/>
                </a:lnTo>
                <a:lnTo>
                  <a:pt x="2581275" y="1514475"/>
                </a:lnTo>
                <a:lnTo>
                  <a:pt x="2571750" y="1514475"/>
                </a:lnTo>
                <a:lnTo>
                  <a:pt x="2571750" y="1504950"/>
                </a:lnTo>
                <a:lnTo>
                  <a:pt x="2476500" y="1504950"/>
                </a:lnTo>
                <a:lnTo>
                  <a:pt x="2457450" y="1504950"/>
                </a:lnTo>
                <a:lnTo>
                  <a:pt x="2457450" y="1809750"/>
                </a:lnTo>
                <a:lnTo>
                  <a:pt x="2562225" y="1809750"/>
                </a:lnTo>
                <a:close/>
                <a:moveTo>
                  <a:pt x="1524000" y="1333500"/>
                </a:moveTo>
                <a:lnTo>
                  <a:pt x="1524000" y="1219200"/>
                </a:lnTo>
                <a:lnTo>
                  <a:pt x="1914525" y="1219200"/>
                </a:lnTo>
                <a:lnTo>
                  <a:pt x="1914525" y="1228725"/>
                </a:lnTo>
                <a:lnTo>
                  <a:pt x="1924050" y="1228725"/>
                </a:lnTo>
                <a:lnTo>
                  <a:pt x="1924050" y="1343025"/>
                </a:lnTo>
                <a:lnTo>
                  <a:pt x="1924050" y="1447800"/>
                </a:lnTo>
                <a:lnTo>
                  <a:pt x="1914525" y="1447800"/>
                </a:lnTo>
                <a:lnTo>
                  <a:pt x="1914525" y="1457325"/>
                </a:lnTo>
                <a:lnTo>
                  <a:pt x="1533525" y="1457325"/>
                </a:lnTo>
                <a:lnTo>
                  <a:pt x="1533525" y="1447800"/>
                </a:lnTo>
                <a:lnTo>
                  <a:pt x="1524000" y="1447800"/>
                </a:lnTo>
                <a:lnTo>
                  <a:pt x="1524000" y="1333500"/>
                </a:lnTo>
                <a:close/>
                <a:moveTo>
                  <a:pt x="1562100" y="1371600"/>
                </a:moveTo>
                <a:lnTo>
                  <a:pt x="1562100" y="1409700"/>
                </a:lnTo>
                <a:lnTo>
                  <a:pt x="1876425" y="1409700"/>
                </a:lnTo>
                <a:lnTo>
                  <a:pt x="1876425" y="1381125"/>
                </a:lnTo>
                <a:lnTo>
                  <a:pt x="1876425" y="1343025"/>
                </a:lnTo>
                <a:lnTo>
                  <a:pt x="1562100" y="1343025"/>
                </a:lnTo>
                <a:lnTo>
                  <a:pt x="1562100" y="1371600"/>
                </a:lnTo>
                <a:close/>
                <a:moveTo>
                  <a:pt x="2457450" y="1847850"/>
                </a:moveTo>
                <a:lnTo>
                  <a:pt x="2428875" y="1838325"/>
                </a:lnTo>
                <a:lnTo>
                  <a:pt x="2428875" y="1819275"/>
                </a:lnTo>
                <a:lnTo>
                  <a:pt x="2419350" y="1819275"/>
                </a:lnTo>
                <a:lnTo>
                  <a:pt x="2419350" y="1504950"/>
                </a:lnTo>
                <a:lnTo>
                  <a:pt x="2447925" y="1485900"/>
                </a:lnTo>
                <a:lnTo>
                  <a:pt x="2447925" y="1457325"/>
                </a:lnTo>
                <a:lnTo>
                  <a:pt x="2419350" y="1447800"/>
                </a:lnTo>
                <a:lnTo>
                  <a:pt x="2419350" y="1352550"/>
                </a:lnTo>
                <a:lnTo>
                  <a:pt x="2428875" y="1352550"/>
                </a:lnTo>
                <a:lnTo>
                  <a:pt x="2428875" y="1333500"/>
                </a:lnTo>
                <a:lnTo>
                  <a:pt x="2562225" y="1333500"/>
                </a:lnTo>
                <a:lnTo>
                  <a:pt x="2600325" y="1333500"/>
                </a:lnTo>
                <a:lnTo>
                  <a:pt x="2600325" y="1343025"/>
                </a:lnTo>
                <a:lnTo>
                  <a:pt x="2609850" y="1343025"/>
                </a:lnTo>
                <a:lnTo>
                  <a:pt x="2609850" y="1447800"/>
                </a:lnTo>
                <a:lnTo>
                  <a:pt x="2590800" y="1447800"/>
                </a:lnTo>
                <a:lnTo>
                  <a:pt x="2590800" y="1485900"/>
                </a:lnTo>
                <a:lnTo>
                  <a:pt x="2609850" y="1495425"/>
                </a:lnTo>
                <a:lnTo>
                  <a:pt x="2609850" y="1828800"/>
                </a:lnTo>
                <a:lnTo>
                  <a:pt x="2581275" y="1838325"/>
                </a:lnTo>
                <a:lnTo>
                  <a:pt x="2581275" y="1847850"/>
                </a:lnTo>
                <a:lnTo>
                  <a:pt x="2457450" y="1847850"/>
                </a:lnTo>
                <a:close/>
                <a:moveTo>
                  <a:pt x="1247775" y="838200"/>
                </a:moveTo>
                <a:lnTo>
                  <a:pt x="1247775" y="847725"/>
                </a:lnTo>
                <a:lnTo>
                  <a:pt x="1238250" y="847725"/>
                </a:lnTo>
                <a:lnTo>
                  <a:pt x="1238250" y="952500"/>
                </a:lnTo>
                <a:lnTo>
                  <a:pt x="1571625" y="952500"/>
                </a:lnTo>
                <a:lnTo>
                  <a:pt x="1571625" y="866775"/>
                </a:lnTo>
                <a:lnTo>
                  <a:pt x="1562100" y="866775"/>
                </a:lnTo>
                <a:lnTo>
                  <a:pt x="1562100" y="847725"/>
                </a:lnTo>
                <a:lnTo>
                  <a:pt x="1533525" y="838200"/>
                </a:lnTo>
                <a:lnTo>
                  <a:pt x="1533525" y="828675"/>
                </a:lnTo>
                <a:lnTo>
                  <a:pt x="1266825" y="828675"/>
                </a:lnTo>
                <a:lnTo>
                  <a:pt x="1266825" y="838200"/>
                </a:lnTo>
                <a:lnTo>
                  <a:pt x="1247775" y="838200"/>
                </a:lnTo>
                <a:close/>
                <a:moveTo>
                  <a:pt x="1028700" y="1000125"/>
                </a:moveTo>
                <a:lnTo>
                  <a:pt x="866775" y="1000125"/>
                </a:lnTo>
                <a:lnTo>
                  <a:pt x="866775" y="1009650"/>
                </a:lnTo>
                <a:lnTo>
                  <a:pt x="847725" y="1009650"/>
                </a:lnTo>
                <a:lnTo>
                  <a:pt x="847725" y="1019175"/>
                </a:lnTo>
                <a:lnTo>
                  <a:pt x="819150" y="1028700"/>
                </a:lnTo>
                <a:lnTo>
                  <a:pt x="819150" y="1047750"/>
                </a:lnTo>
                <a:lnTo>
                  <a:pt x="809625" y="1047750"/>
                </a:lnTo>
                <a:lnTo>
                  <a:pt x="809625" y="1085850"/>
                </a:lnTo>
                <a:lnTo>
                  <a:pt x="800100" y="1085850"/>
                </a:lnTo>
                <a:lnTo>
                  <a:pt x="809625" y="1104900"/>
                </a:lnTo>
                <a:lnTo>
                  <a:pt x="1438275" y="1104900"/>
                </a:lnTo>
                <a:lnTo>
                  <a:pt x="1438275" y="1095375"/>
                </a:lnTo>
                <a:lnTo>
                  <a:pt x="1514475" y="1095375"/>
                </a:lnTo>
                <a:lnTo>
                  <a:pt x="1514475" y="1104900"/>
                </a:lnTo>
                <a:lnTo>
                  <a:pt x="1771650" y="1104900"/>
                </a:lnTo>
                <a:lnTo>
                  <a:pt x="1857375" y="1104900"/>
                </a:lnTo>
                <a:lnTo>
                  <a:pt x="1857375" y="1095375"/>
                </a:lnTo>
                <a:lnTo>
                  <a:pt x="1990725" y="1095375"/>
                </a:lnTo>
                <a:lnTo>
                  <a:pt x="1990725" y="1104900"/>
                </a:lnTo>
                <a:lnTo>
                  <a:pt x="2000250" y="1104900"/>
                </a:lnTo>
                <a:lnTo>
                  <a:pt x="2000250" y="1047750"/>
                </a:lnTo>
                <a:lnTo>
                  <a:pt x="1981200" y="1038225"/>
                </a:lnTo>
                <a:lnTo>
                  <a:pt x="1981200" y="1019175"/>
                </a:lnTo>
                <a:lnTo>
                  <a:pt x="1962150" y="1019175"/>
                </a:lnTo>
                <a:lnTo>
                  <a:pt x="1962150" y="1009650"/>
                </a:lnTo>
                <a:lnTo>
                  <a:pt x="1943100" y="1009650"/>
                </a:lnTo>
                <a:lnTo>
                  <a:pt x="1943100" y="1000125"/>
                </a:lnTo>
                <a:lnTo>
                  <a:pt x="1028700" y="1000125"/>
                </a:lnTo>
                <a:close/>
                <a:moveTo>
                  <a:pt x="800100" y="1171575"/>
                </a:moveTo>
                <a:lnTo>
                  <a:pt x="800100" y="1714500"/>
                </a:lnTo>
                <a:lnTo>
                  <a:pt x="809625" y="1714500"/>
                </a:lnTo>
                <a:lnTo>
                  <a:pt x="809625" y="1743075"/>
                </a:lnTo>
                <a:lnTo>
                  <a:pt x="819150" y="1743075"/>
                </a:lnTo>
                <a:lnTo>
                  <a:pt x="819150" y="1762125"/>
                </a:lnTo>
                <a:lnTo>
                  <a:pt x="828675" y="1762125"/>
                </a:lnTo>
                <a:lnTo>
                  <a:pt x="838200" y="1781175"/>
                </a:lnTo>
                <a:lnTo>
                  <a:pt x="885825" y="1790700"/>
                </a:lnTo>
                <a:lnTo>
                  <a:pt x="885825" y="1800225"/>
                </a:lnTo>
                <a:lnTo>
                  <a:pt x="1009650" y="1800225"/>
                </a:lnTo>
                <a:lnTo>
                  <a:pt x="1009650" y="1790700"/>
                </a:lnTo>
                <a:lnTo>
                  <a:pt x="1200150" y="1790700"/>
                </a:lnTo>
                <a:lnTo>
                  <a:pt x="1200150" y="1800225"/>
                </a:lnTo>
                <a:lnTo>
                  <a:pt x="1228725" y="1800225"/>
                </a:lnTo>
                <a:lnTo>
                  <a:pt x="1228725" y="1790700"/>
                </a:lnTo>
                <a:lnTo>
                  <a:pt x="1257300" y="1790700"/>
                </a:lnTo>
                <a:lnTo>
                  <a:pt x="1257300" y="1800225"/>
                </a:lnTo>
                <a:lnTo>
                  <a:pt x="1514475" y="1800225"/>
                </a:lnTo>
                <a:lnTo>
                  <a:pt x="1514475" y="1790700"/>
                </a:lnTo>
                <a:lnTo>
                  <a:pt x="1628775" y="1790700"/>
                </a:lnTo>
                <a:lnTo>
                  <a:pt x="1628775" y="1800225"/>
                </a:lnTo>
                <a:lnTo>
                  <a:pt x="1685925" y="1800225"/>
                </a:lnTo>
                <a:lnTo>
                  <a:pt x="1685925" y="1790700"/>
                </a:lnTo>
                <a:lnTo>
                  <a:pt x="1704975" y="1790700"/>
                </a:lnTo>
                <a:lnTo>
                  <a:pt x="1704975" y="1800225"/>
                </a:lnTo>
                <a:lnTo>
                  <a:pt x="1762125" y="1800225"/>
                </a:lnTo>
                <a:lnTo>
                  <a:pt x="1762125" y="1790700"/>
                </a:lnTo>
                <a:lnTo>
                  <a:pt x="1952625" y="1790700"/>
                </a:lnTo>
                <a:lnTo>
                  <a:pt x="1952625" y="1781175"/>
                </a:lnTo>
                <a:lnTo>
                  <a:pt x="1971675" y="1781175"/>
                </a:lnTo>
                <a:lnTo>
                  <a:pt x="1971675" y="1771650"/>
                </a:lnTo>
                <a:lnTo>
                  <a:pt x="1990725" y="1762125"/>
                </a:lnTo>
                <a:lnTo>
                  <a:pt x="1990725" y="1743075"/>
                </a:lnTo>
                <a:lnTo>
                  <a:pt x="2000250" y="1743075"/>
                </a:lnTo>
                <a:lnTo>
                  <a:pt x="2000250" y="1143000"/>
                </a:lnTo>
                <a:lnTo>
                  <a:pt x="809625" y="1143000"/>
                </a:lnTo>
                <a:lnTo>
                  <a:pt x="800100" y="1171575"/>
                </a:lnTo>
                <a:close/>
                <a:moveTo>
                  <a:pt x="2324100" y="1800225"/>
                </a:moveTo>
                <a:lnTo>
                  <a:pt x="2324100" y="1514475"/>
                </a:lnTo>
                <a:lnTo>
                  <a:pt x="2314575" y="1514475"/>
                </a:lnTo>
                <a:lnTo>
                  <a:pt x="2314575" y="1504950"/>
                </a:lnTo>
                <a:lnTo>
                  <a:pt x="2209800" y="1504950"/>
                </a:lnTo>
                <a:lnTo>
                  <a:pt x="2209800" y="1514475"/>
                </a:lnTo>
                <a:lnTo>
                  <a:pt x="2200275" y="1514475"/>
                </a:lnTo>
                <a:lnTo>
                  <a:pt x="2200275" y="1809750"/>
                </a:lnTo>
                <a:lnTo>
                  <a:pt x="2324100" y="1809750"/>
                </a:lnTo>
                <a:lnTo>
                  <a:pt x="2324100" y="1800225"/>
                </a:lnTo>
                <a:close/>
                <a:moveTo>
                  <a:pt x="2809875" y="1466850"/>
                </a:moveTo>
                <a:lnTo>
                  <a:pt x="2809875" y="1447800"/>
                </a:lnTo>
                <a:lnTo>
                  <a:pt x="2800350" y="1447800"/>
                </a:lnTo>
                <a:lnTo>
                  <a:pt x="2800350" y="1457325"/>
                </a:lnTo>
                <a:lnTo>
                  <a:pt x="2743200" y="1457325"/>
                </a:lnTo>
                <a:lnTo>
                  <a:pt x="2743200" y="1447800"/>
                </a:lnTo>
                <a:lnTo>
                  <a:pt x="2733675" y="1447800"/>
                </a:lnTo>
                <a:lnTo>
                  <a:pt x="2733675" y="1476375"/>
                </a:lnTo>
                <a:lnTo>
                  <a:pt x="2809875" y="1476375"/>
                </a:lnTo>
                <a:lnTo>
                  <a:pt x="2809875" y="1466850"/>
                </a:lnTo>
                <a:close/>
                <a:moveTo>
                  <a:pt x="1743075" y="1590675"/>
                </a:moveTo>
                <a:lnTo>
                  <a:pt x="1752600" y="1590675"/>
                </a:lnTo>
                <a:lnTo>
                  <a:pt x="1771650" y="1562100"/>
                </a:lnTo>
                <a:lnTo>
                  <a:pt x="1800225" y="1562100"/>
                </a:lnTo>
                <a:lnTo>
                  <a:pt x="1800225" y="1552575"/>
                </a:lnTo>
                <a:lnTo>
                  <a:pt x="1809750" y="1552575"/>
                </a:lnTo>
                <a:lnTo>
                  <a:pt x="1809750" y="1562100"/>
                </a:lnTo>
                <a:lnTo>
                  <a:pt x="1838325" y="1562100"/>
                </a:lnTo>
                <a:lnTo>
                  <a:pt x="1838325" y="1571625"/>
                </a:lnTo>
                <a:lnTo>
                  <a:pt x="1866900" y="1590675"/>
                </a:lnTo>
                <a:lnTo>
                  <a:pt x="1866900" y="1657350"/>
                </a:lnTo>
                <a:lnTo>
                  <a:pt x="1857375" y="1657350"/>
                </a:lnTo>
                <a:lnTo>
                  <a:pt x="1838325" y="1685925"/>
                </a:lnTo>
                <a:lnTo>
                  <a:pt x="1809750" y="1685925"/>
                </a:lnTo>
                <a:lnTo>
                  <a:pt x="1809750" y="1695450"/>
                </a:lnTo>
                <a:lnTo>
                  <a:pt x="1771650" y="1685925"/>
                </a:lnTo>
                <a:lnTo>
                  <a:pt x="1771650" y="1676400"/>
                </a:lnTo>
                <a:lnTo>
                  <a:pt x="1743075" y="1657350"/>
                </a:lnTo>
                <a:lnTo>
                  <a:pt x="1743075" y="1638300"/>
                </a:lnTo>
                <a:lnTo>
                  <a:pt x="1733550" y="1638300"/>
                </a:lnTo>
                <a:lnTo>
                  <a:pt x="1743075" y="1590675"/>
                </a:lnTo>
                <a:close/>
                <a:moveTo>
                  <a:pt x="1781175" y="1600200"/>
                </a:moveTo>
                <a:lnTo>
                  <a:pt x="1781175" y="1619250"/>
                </a:lnTo>
                <a:lnTo>
                  <a:pt x="1771650" y="1619250"/>
                </a:lnTo>
                <a:lnTo>
                  <a:pt x="1781175" y="1647825"/>
                </a:lnTo>
                <a:lnTo>
                  <a:pt x="1819275" y="1647825"/>
                </a:lnTo>
                <a:lnTo>
                  <a:pt x="1819275" y="1638300"/>
                </a:lnTo>
                <a:lnTo>
                  <a:pt x="1828800" y="1638300"/>
                </a:lnTo>
                <a:lnTo>
                  <a:pt x="1828800" y="1600200"/>
                </a:lnTo>
                <a:lnTo>
                  <a:pt x="1809750" y="1600200"/>
                </a:lnTo>
                <a:lnTo>
                  <a:pt x="1809750" y="1590675"/>
                </a:lnTo>
                <a:lnTo>
                  <a:pt x="1781175" y="1600200"/>
                </a:lnTo>
                <a:close/>
                <a:moveTo>
                  <a:pt x="2486025" y="1476375"/>
                </a:moveTo>
                <a:lnTo>
                  <a:pt x="2552700" y="1476375"/>
                </a:lnTo>
                <a:lnTo>
                  <a:pt x="2552700" y="1466850"/>
                </a:lnTo>
                <a:lnTo>
                  <a:pt x="2562225" y="1466850"/>
                </a:lnTo>
                <a:lnTo>
                  <a:pt x="2552700" y="1447800"/>
                </a:lnTo>
                <a:lnTo>
                  <a:pt x="2476500" y="1447800"/>
                </a:lnTo>
                <a:lnTo>
                  <a:pt x="2476500" y="1476375"/>
                </a:lnTo>
                <a:lnTo>
                  <a:pt x="2486025" y="1476375"/>
                </a:lnTo>
                <a:close/>
                <a:moveTo>
                  <a:pt x="2295525" y="1447800"/>
                </a:moveTo>
                <a:lnTo>
                  <a:pt x="2228850" y="1447800"/>
                </a:lnTo>
                <a:lnTo>
                  <a:pt x="2228850" y="1457325"/>
                </a:lnTo>
                <a:lnTo>
                  <a:pt x="2219325" y="1457325"/>
                </a:lnTo>
                <a:lnTo>
                  <a:pt x="2228850" y="1476375"/>
                </a:lnTo>
                <a:lnTo>
                  <a:pt x="2305050" y="1476375"/>
                </a:lnTo>
                <a:lnTo>
                  <a:pt x="2305050" y="1447800"/>
                </a:lnTo>
                <a:lnTo>
                  <a:pt x="2295525" y="144780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8" name="lab">
            <a:extLst xmlns:a="http://schemas.openxmlformats.org/drawingml/2006/main">
              <a:ext uri="{FF2B5EF4-FFF2-40B4-BE49-F238E27FC236}">
                <a16:creationId xmlns:a16="http://schemas.microsoft.com/office/drawing/2014/main" id="{411978EB-6587-4D5B-9DCE-B1C9CAD2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3209925" y="790575"/>
                </a:moveTo>
                <a:lnTo>
                  <a:pt x="3209925" y="752475"/>
                </a:lnTo>
                <a:lnTo>
                  <a:pt x="3219450" y="752475"/>
                </a:lnTo>
                <a:lnTo>
                  <a:pt x="3219450" y="514350"/>
                </a:lnTo>
                <a:lnTo>
                  <a:pt x="3228975" y="514350"/>
                </a:lnTo>
                <a:lnTo>
                  <a:pt x="3228975" y="419100"/>
                </a:lnTo>
                <a:lnTo>
                  <a:pt x="3257550" y="419100"/>
                </a:lnTo>
                <a:lnTo>
                  <a:pt x="3257550" y="428625"/>
                </a:lnTo>
                <a:lnTo>
                  <a:pt x="3276600" y="428625"/>
                </a:lnTo>
                <a:lnTo>
                  <a:pt x="3286125" y="447675"/>
                </a:lnTo>
                <a:lnTo>
                  <a:pt x="3305175" y="447675"/>
                </a:lnTo>
                <a:lnTo>
                  <a:pt x="3305175" y="457200"/>
                </a:lnTo>
                <a:lnTo>
                  <a:pt x="3362325" y="476250"/>
                </a:lnTo>
                <a:lnTo>
                  <a:pt x="3362325" y="457200"/>
                </a:lnTo>
                <a:lnTo>
                  <a:pt x="3381375" y="447675"/>
                </a:lnTo>
                <a:lnTo>
                  <a:pt x="3381375" y="428625"/>
                </a:lnTo>
                <a:lnTo>
                  <a:pt x="3390900" y="428625"/>
                </a:lnTo>
                <a:lnTo>
                  <a:pt x="3390900" y="409575"/>
                </a:lnTo>
                <a:lnTo>
                  <a:pt x="3400425" y="409575"/>
                </a:lnTo>
                <a:lnTo>
                  <a:pt x="3400425" y="390525"/>
                </a:lnTo>
                <a:lnTo>
                  <a:pt x="3409950" y="390525"/>
                </a:lnTo>
                <a:lnTo>
                  <a:pt x="3409950" y="371475"/>
                </a:lnTo>
                <a:lnTo>
                  <a:pt x="3419475" y="371475"/>
                </a:lnTo>
                <a:lnTo>
                  <a:pt x="3419475" y="352425"/>
                </a:lnTo>
                <a:lnTo>
                  <a:pt x="3429000" y="352425"/>
                </a:lnTo>
                <a:lnTo>
                  <a:pt x="3429000" y="323850"/>
                </a:lnTo>
                <a:lnTo>
                  <a:pt x="3438525" y="323850"/>
                </a:lnTo>
                <a:lnTo>
                  <a:pt x="3438525" y="304800"/>
                </a:lnTo>
                <a:lnTo>
                  <a:pt x="3448050" y="304800"/>
                </a:lnTo>
                <a:lnTo>
                  <a:pt x="3448050" y="285750"/>
                </a:lnTo>
                <a:lnTo>
                  <a:pt x="3457575" y="285750"/>
                </a:lnTo>
                <a:lnTo>
                  <a:pt x="3457575" y="266700"/>
                </a:lnTo>
                <a:lnTo>
                  <a:pt x="3467100" y="266700"/>
                </a:lnTo>
                <a:lnTo>
                  <a:pt x="3467100" y="238125"/>
                </a:lnTo>
                <a:lnTo>
                  <a:pt x="3476625" y="238125"/>
                </a:lnTo>
                <a:lnTo>
                  <a:pt x="3476625" y="704850"/>
                </a:lnTo>
                <a:lnTo>
                  <a:pt x="3438525" y="714375"/>
                </a:lnTo>
                <a:lnTo>
                  <a:pt x="3429000" y="733425"/>
                </a:lnTo>
                <a:lnTo>
                  <a:pt x="3390900" y="742950"/>
                </a:lnTo>
                <a:lnTo>
                  <a:pt x="3381375" y="762000"/>
                </a:lnTo>
                <a:lnTo>
                  <a:pt x="3343275" y="771525"/>
                </a:lnTo>
                <a:lnTo>
                  <a:pt x="3333750" y="790575"/>
                </a:lnTo>
                <a:lnTo>
                  <a:pt x="3295650" y="800100"/>
                </a:lnTo>
                <a:lnTo>
                  <a:pt x="3286125" y="819150"/>
                </a:lnTo>
                <a:lnTo>
                  <a:pt x="3248025" y="828675"/>
                </a:lnTo>
                <a:lnTo>
                  <a:pt x="3238500" y="847725"/>
                </a:lnTo>
                <a:lnTo>
                  <a:pt x="3209925" y="847725"/>
                </a:lnTo>
                <a:lnTo>
                  <a:pt x="3209925" y="790575"/>
                </a:lnTo>
                <a:close/>
                <a:moveTo>
                  <a:pt x="2457450" y="1676400"/>
                </a:moveTo>
                <a:lnTo>
                  <a:pt x="2457450" y="1581150"/>
                </a:lnTo>
                <a:lnTo>
                  <a:pt x="2571750" y="1581150"/>
                </a:lnTo>
                <a:lnTo>
                  <a:pt x="2571750" y="1590675"/>
                </a:lnTo>
                <a:lnTo>
                  <a:pt x="2581275" y="1590675"/>
                </a:lnTo>
                <a:lnTo>
                  <a:pt x="2581275" y="1619250"/>
                </a:lnTo>
                <a:lnTo>
                  <a:pt x="2571750" y="1619250"/>
                </a:lnTo>
                <a:lnTo>
                  <a:pt x="2571750" y="1704975"/>
                </a:lnTo>
                <a:lnTo>
                  <a:pt x="2581275" y="1704975"/>
                </a:lnTo>
                <a:lnTo>
                  <a:pt x="2581275" y="1809750"/>
                </a:lnTo>
                <a:lnTo>
                  <a:pt x="2457450" y="1809750"/>
                </a:lnTo>
                <a:lnTo>
                  <a:pt x="2457450" y="167640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9" name="lab">
            <a:extLst xmlns:a="http://schemas.openxmlformats.org/drawingml/2006/main">
              <a:ext uri="{FF2B5EF4-FFF2-40B4-BE49-F238E27FC236}">
                <a16:creationId xmlns:a16="http://schemas.microsoft.com/office/drawing/2014/main" id="{00553E97-261F-47B0-A52C-990F7B70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2705100" y="1666875"/>
                </a:moveTo>
                <a:lnTo>
                  <a:pt x="2705100" y="1581150"/>
                </a:lnTo>
                <a:lnTo>
                  <a:pt x="2838450" y="1581150"/>
                </a:lnTo>
                <a:lnTo>
                  <a:pt x="2838450" y="1590675"/>
                </a:lnTo>
                <a:lnTo>
                  <a:pt x="2828925" y="1590675"/>
                </a:lnTo>
                <a:lnTo>
                  <a:pt x="2828925" y="1600200"/>
                </a:lnTo>
                <a:lnTo>
                  <a:pt x="2838450" y="1600200"/>
                </a:lnTo>
                <a:lnTo>
                  <a:pt x="2838450" y="1609725"/>
                </a:lnTo>
                <a:lnTo>
                  <a:pt x="2828925" y="1609725"/>
                </a:lnTo>
                <a:lnTo>
                  <a:pt x="2828925" y="1704975"/>
                </a:lnTo>
                <a:lnTo>
                  <a:pt x="2828925" y="1809750"/>
                </a:lnTo>
                <a:lnTo>
                  <a:pt x="2714625" y="1809750"/>
                </a:lnTo>
                <a:lnTo>
                  <a:pt x="2714625" y="1800225"/>
                </a:lnTo>
                <a:lnTo>
                  <a:pt x="2705100" y="1800225"/>
                </a:lnTo>
                <a:lnTo>
                  <a:pt x="2705100" y="1666875"/>
                </a:lnTo>
                <a:close/>
              </a:path>
            </a:pathLst>
          </a:custGeom>
          <a:solidFill xmlns:a="http://schemas.openxmlformats.org/drawingml/2006/main">
            <a:srgbClr val="A13DAA"/>
          </a:solidFill>
          <a:ln xmlns:a="http://schemas.openxmlformats.org/drawingml/2006/main" w="0">
            <a:noFill/>
          </a:ln>
        </p:spPr>
      </p:sp>
      <p:sp>
        <p:nvSpPr>
          <p:cNvPr id="10" name="lab">
            <a:extLst xmlns:a="http://schemas.openxmlformats.org/drawingml/2006/main">
              <a:ext uri="{FF2B5EF4-FFF2-40B4-BE49-F238E27FC236}">
                <a16:creationId xmlns:a16="http://schemas.microsoft.com/office/drawing/2014/main" id="{13D66EA5-49B4-4E64-BA12-504A1A8D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2257425" y="1809750"/>
                </a:moveTo>
                <a:lnTo>
                  <a:pt x="2200275" y="1809750"/>
                </a:lnTo>
                <a:lnTo>
                  <a:pt x="2200275" y="1590675"/>
                </a:lnTo>
                <a:lnTo>
                  <a:pt x="2209800" y="1590675"/>
                </a:lnTo>
                <a:lnTo>
                  <a:pt x="2209800" y="1581150"/>
                </a:lnTo>
                <a:lnTo>
                  <a:pt x="2266950" y="1581150"/>
                </a:lnTo>
                <a:lnTo>
                  <a:pt x="2314575" y="1581150"/>
                </a:lnTo>
                <a:lnTo>
                  <a:pt x="2314575" y="1590675"/>
                </a:lnTo>
                <a:lnTo>
                  <a:pt x="2324100" y="1590675"/>
                </a:lnTo>
                <a:lnTo>
                  <a:pt x="2324100" y="1809750"/>
                </a:lnTo>
                <a:lnTo>
                  <a:pt x="2257425" y="1809750"/>
                </a:lnTo>
                <a:close/>
              </a:path>
            </a:pathLst>
          </a:custGeom>
          <a:solidFill xmlns:a="http://schemas.openxmlformats.org/drawingml/2006/main">
            <a:srgbClr val="179DD0"/>
          </a:solidFill>
          <a:ln xmlns:a="http://schemas.openxmlformats.org/drawingml/2006/main" w="0">
            <a:noFill/>
          </a:ln>
        </p:spPr>
      </p:sp>
      <p:sp>
        <p:nvSpPr>
          <p:cNvPr id="11" name="delivery">
            <a:extLst xmlns:a="http://schemas.openxmlformats.org/drawingml/2006/main">
              <a:ext uri="{FF2B5EF4-FFF2-40B4-BE49-F238E27FC236}">
                <a16:creationId xmlns:a16="http://schemas.microsoft.com/office/drawing/2014/main" id="{BD9A3F62-807E-4E28-A484-8D8F207B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2162175" y="1104900"/>
                </a:moveTo>
                <a:lnTo>
                  <a:pt x="2000250" y="1104900"/>
                </a:lnTo>
                <a:lnTo>
                  <a:pt x="2000250" y="1095375"/>
                </a:lnTo>
                <a:lnTo>
                  <a:pt x="1914525" y="1095375"/>
                </a:lnTo>
                <a:lnTo>
                  <a:pt x="1905000" y="1076325"/>
                </a:lnTo>
                <a:lnTo>
                  <a:pt x="1866900" y="1066800"/>
                </a:lnTo>
                <a:lnTo>
                  <a:pt x="1857375" y="1047750"/>
                </a:lnTo>
                <a:lnTo>
                  <a:pt x="1838325" y="1047750"/>
                </a:lnTo>
                <a:lnTo>
                  <a:pt x="1828800" y="1028700"/>
                </a:lnTo>
                <a:lnTo>
                  <a:pt x="1809750" y="1028700"/>
                </a:lnTo>
                <a:lnTo>
                  <a:pt x="1790700" y="1000125"/>
                </a:lnTo>
                <a:lnTo>
                  <a:pt x="1771650" y="1000125"/>
                </a:lnTo>
                <a:lnTo>
                  <a:pt x="1771650" y="990600"/>
                </a:lnTo>
                <a:lnTo>
                  <a:pt x="1762125" y="990600"/>
                </a:lnTo>
                <a:lnTo>
                  <a:pt x="1733550" y="952500"/>
                </a:lnTo>
                <a:lnTo>
                  <a:pt x="1714500" y="952500"/>
                </a:lnTo>
                <a:lnTo>
                  <a:pt x="1714500" y="942975"/>
                </a:lnTo>
                <a:lnTo>
                  <a:pt x="1676400" y="942975"/>
                </a:lnTo>
                <a:lnTo>
                  <a:pt x="1676400" y="952500"/>
                </a:lnTo>
                <a:lnTo>
                  <a:pt x="1685925" y="952500"/>
                </a:lnTo>
                <a:lnTo>
                  <a:pt x="1685925" y="962025"/>
                </a:lnTo>
                <a:lnTo>
                  <a:pt x="1676400" y="962025"/>
                </a:lnTo>
                <a:lnTo>
                  <a:pt x="1676400" y="990600"/>
                </a:lnTo>
                <a:lnTo>
                  <a:pt x="1685925" y="990600"/>
                </a:lnTo>
                <a:lnTo>
                  <a:pt x="1685925" y="1000125"/>
                </a:lnTo>
                <a:lnTo>
                  <a:pt x="1714500" y="1009650"/>
                </a:lnTo>
                <a:lnTo>
                  <a:pt x="1752600" y="1057275"/>
                </a:lnTo>
                <a:lnTo>
                  <a:pt x="1771650" y="1057275"/>
                </a:lnTo>
                <a:lnTo>
                  <a:pt x="1790700" y="1085850"/>
                </a:lnTo>
                <a:lnTo>
                  <a:pt x="1809750" y="1085850"/>
                </a:lnTo>
                <a:lnTo>
                  <a:pt x="1828800" y="1114425"/>
                </a:lnTo>
                <a:lnTo>
                  <a:pt x="1847850" y="1114425"/>
                </a:lnTo>
                <a:lnTo>
                  <a:pt x="1857375" y="1133475"/>
                </a:lnTo>
                <a:lnTo>
                  <a:pt x="1876425" y="1133475"/>
                </a:lnTo>
                <a:lnTo>
                  <a:pt x="1876425" y="1143000"/>
                </a:lnTo>
                <a:lnTo>
                  <a:pt x="1895475" y="1143000"/>
                </a:lnTo>
                <a:lnTo>
                  <a:pt x="1895475" y="1152525"/>
                </a:lnTo>
                <a:lnTo>
                  <a:pt x="2057400" y="1152525"/>
                </a:lnTo>
                <a:lnTo>
                  <a:pt x="2057400" y="1143000"/>
                </a:lnTo>
                <a:lnTo>
                  <a:pt x="2114550" y="1143000"/>
                </a:lnTo>
                <a:lnTo>
                  <a:pt x="2114550" y="1133475"/>
                </a:lnTo>
                <a:lnTo>
                  <a:pt x="2171700" y="1123950"/>
                </a:lnTo>
                <a:lnTo>
                  <a:pt x="2181225" y="1104900"/>
                </a:lnTo>
                <a:lnTo>
                  <a:pt x="2162175" y="1104900"/>
                </a:lnTo>
                <a:close/>
                <a:moveTo>
                  <a:pt x="2066925" y="628650"/>
                </a:moveTo>
                <a:lnTo>
                  <a:pt x="2076450" y="628650"/>
                </a:lnTo>
                <a:lnTo>
                  <a:pt x="2105025" y="590550"/>
                </a:lnTo>
                <a:lnTo>
                  <a:pt x="2124075" y="590550"/>
                </a:lnTo>
                <a:lnTo>
                  <a:pt x="2124075" y="581025"/>
                </a:lnTo>
                <a:lnTo>
                  <a:pt x="2143125" y="581025"/>
                </a:lnTo>
                <a:lnTo>
                  <a:pt x="2143125" y="571500"/>
                </a:lnTo>
                <a:lnTo>
                  <a:pt x="2162175" y="571500"/>
                </a:lnTo>
                <a:lnTo>
                  <a:pt x="2162175" y="561975"/>
                </a:lnTo>
                <a:lnTo>
                  <a:pt x="2190750" y="561975"/>
                </a:lnTo>
                <a:lnTo>
                  <a:pt x="2190750" y="552450"/>
                </a:lnTo>
                <a:lnTo>
                  <a:pt x="2305050" y="552450"/>
                </a:lnTo>
                <a:lnTo>
                  <a:pt x="2305050" y="561975"/>
                </a:lnTo>
                <a:lnTo>
                  <a:pt x="2333625" y="561975"/>
                </a:lnTo>
                <a:lnTo>
                  <a:pt x="2333625" y="571500"/>
                </a:lnTo>
                <a:lnTo>
                  <a:pt x="2371725" y="581025"/>
                </a:lnTo>
                <a:lnTo>
                  <a:pt x="2381250" y="600075"/>
                </a:lnTo>
                <a:lnTo>
                  <a:pt x="2400300" y="600075"/>
                </a:lnTo>
                <a:lnTo>
                  <a:pt x="2400300" y="609600"/>
                </a:lnTo>
                <a:lnTo>
                  <a:pt x="2419350" y="619125"/>
                </a:lnTo>
                <a:lnTo>
                  <a:pt x="2419350" y="638175"/>
                </a:lnTo>
                <a:lnTo>
                  <a:pt x="2447925" y="657225"/>
                </a:lnTo>
                <a:lnTo>
                  <a:pt x="2457450" y="704850"/>
                </a:lnTo>
                <a:lnTo>
                  <a:pt x="2466975" y="704850"/>
                </a:lnTo>
                <a:lnTo>
                  <a:pt x="2466975" y="742950"/>
                </a:lnTo>
                <a:lnTo>
                  <a:pt x="2476500" y="742950"/>
                </a:lnTo>
                <a:lnTo>
                  <a:pt x="2466975" y="847725"/>
                </a:lnTo>
                <a:lnTo>
                  <a:pt x="2457450" y="847725"/>
                </a:lnTo>
                <a:lnTo>
                  <a:pt x="2438400" y="904875"/>
                </a:lnTo>
                <a:lnTo>
                  <a:pt x="2428875" y="904875"/>
                </a:lnTo>
                <a:lnTo>
                  <a:pt x="2428875" y="914400"/>
                </a:lnTo>
                <a:lnTo>
                  <a:pt x="2419350" y="914400"/>
                </a:lnTo>
                <a:lnTo>
                  <a:pt x="2371725" y="971550"/>
                </a:lnTo>
                <a:lnTo>
                  <a:pt x="2352675" y="971550"/>
                </a:lnTo>
                <a:lnTo>
                  <a:pt x="2352675" y="981075"/>
                </a:lnTo>
                <a:lnTo>
                  <a:pt x="2295525" y="1000125"/>
                </a:lnTo>
                <a:lnTo>
                  <a:pt x="2295525" y="1038225"/>
                </a:lnTo>
                <a:lnTo>
                  <a:pt x="2333625" y="1038225"/>
                </a:lnTo>
                <a:lnTo>
                  <a:pt x="2333625" y="1047750"/>
                </a:lnTo>
                <a:lnTo>
                  <a:pt x="2352675" y="1047750"/>
                </a:lnTo>
                <a:lnTo>
                  <a:pt x="2352675" y="1057275"/>
                </a:lnTo>
                <a:lnTo>
                  <a:pt x="2390775" y="1085850"/>
                </a:lnTo>
                <a:lnTo>
                  <a:pt x="2390775" y="1104900"/>
                </a:lnTo>
                <a:lnTo>
                  <a:pt x="2400300" y="1104900"/>
                </a:lnTo>
                <a:lnTo>
                  <a:pt x="2400300" y="1123950"/>
                </a:lnTo>
                <a:lnTo>
                  <a:pt x="2409825" y="1123950"/>
                </a:lnTo>
                <a:lnTo>
                  <a:pt x="2409825" y="1143000"/>
                </a:lnTo>
                <a:lnTo>
                  <a:pt x="2419350" y="1143000"/>
                </a:lnTo>
                <a:lnTo>
                  <a:pt x="2419350" y="1162050"/>
                </a:lnTo>
                <a:lnTo>
                  <a:pt x="2428875" y="1162050"/>
                </a:lnTo>
                <a:lnTo>
                  <a:pt x="2428875" y="1190625"/>
                </a:lnTo>
                <a:lnTo>
                  <a:pt x="2438400" y="1190625"/>
                </a:lnTo>
                <a:lnTo>
                  <a:pt x="2428875" y="1038225"/>
                </a:lnTo>
                <a:lnTo>
                  <a:pt x="2438400" y="1038225"/>
                </a:lnTo>
                <a:lnTo>
                  <a:pt x="2438400" y="1019175"/>
                </a:lnTo>
                <a:lnTo>
                  <a:pt x="2466975" y="1009650"/>
                </a:lnTo>
                <a:lnTo>
                  <a:pt x="2466975" y="1000125"/>
                </a:lnTo>
                <a:lnTo>
                  <a:pt x="2514600" y="1000125"/>
                </a:lnTo>
                <a:lnTo>
                  <a:pt x="2514600" y="990600"/>
                </a:lnTo>
                <a:lnTo>
                  <a:pt x="2609850" y="990600"/>
                </a:lnTo>
                <a:lnTo>
                  <a:pt x="2609850" y="981075"/>
                </a:lnTo>
                <a:lnTo>
                  <a:pt x="2733675" y="981075"/>
                </a:lnTo>
                <a:lnTo>
                  <a:pt x="2733675" y="990600"/>
                </a:lnTo>
                <a:lnTo>
                  <a:pt x="2752725" y="990600"/>
                </a:lnTo>
                <a:lnTo>
                  <a:pt x="2762250" y="1009650"/>
                </a:lnTo>
                <a:lnTo>
                  <a:pt x="2781300" y="1009650"/>
                </a:lnTo>
                <a:lnTo>
                  <a:pt x="2790825" y="1038225"/>
                </a:lnTo>
                <a:lnTo>
                  <a:pt x="2809875" y="1047750"/>
                </a:lnTo>
                <a:lnTo>
                  <a:pt x="2809875" y="1076325"/>
                </a:lnTo>
                <a:lnTo>
                  <a:pt x="2819400" y="1076325"/>
                </a:lnTo>
                <a:lnTo>
                  <a:pt x="2819400" y="1143000"/>
                </a:lnTo>
                <a:lnTo>
                  <a:pt x="2828925" y="1143000"/>
                </a:lnTo>
                <a:lnTo>
                  <a:pt x="2828925" y="1219200"/>
                </a:lnTo>
                <a:lnTo>
                  <a:pt x="2838450" y="1219200"/>
                </a:lnTo>
                <a:lnTo>
                  <a:pt x="2838450" y="1314450"/>
                </a:lnTo>
                <a:lnTo>
                  <a:pt x="2847975" y="1314450"/>
                </a:lnTo>
                <a:lnTo>
                  <a:pt x="2847975" y="1409700"/>
                </a:lnTo>
                <a:lnTo>
                  <a:pt x="2838450" y="1409700"/>
                </a:lnTo>
                <a:lnTo>
                  <a:pt x="2828925" y="1447800"/>
                </a:lnTo>
                <a:lnTo>
                  <a:pt x="2819400" y="1447800"/>
                </a:lnTo>
                <a:lnTo>
                  <a:pt x="2800350" y="1476375"/>
                </a:lnTo>
                <a:lnTo>
                  <a:pt x="2762250" y="1485900"/>
                </a:lnTo>
                <a:lnTo>
                  <a:pt x="2762250" y="1495425"/>
                </a:lnTo>
                <a:lnTo>
                  <a:pt x="2619375" y="1504950"/>
                </a:lnTo>
                <a:lnTo>
                  <a:pt x="2619375" y="1514475"/>
                </a:lnTo>
                <a:lnTo>
                  <a:pt x="2533650" y="1514475"/>
                </a:lnTo>
                <a:lnTo>
                  <a:pt x="2533650" y="1524000"/>
                </a:lnTo>
                <a:lnTo>
                  <a:pt x="2486025" y="1514475"/>
                </a:lnTo>
                <a:lnTo>
                  <a:pt x="2486025" y="1524000"/>
                </a:lnTo>
                <a:lnTo>
                  <a:pt x="2466975" y="1533525"/>
                </a:lnTo>
                <a:lnTo>
                  <a:pt x="2466975" y="1552575"/>
                </a:lnTo>
                <a:lnTo>
                  <a:pt x="2438400" y="1571625"/>
                </a:lnTo>
                <a:lnTo>
                  <a:pt x="2438400" y="1590675"/>
                </a:lnTo>
                <a:lnTo>
                  <a:pt x="2409825" y="1609725"/>
                </a:lnTo>
                <a:lnTo>
                  <a:pt x="2409825" y="1628775"/>
                </a:lnTo>
                <a:lnTo>
                  <a:pt x="2381250" y="1647825"/>
                </a:lnTo>
                <a:lnTo>
                  <a:pt x="2381250" y="1666875"/>
                </a:lnTo>
                <a:lnTo>
                  <a:pt x="2352675" y="1685925"/>
                </a:lnTo>
                <a:lnTo>
                  <a:pt x="2352675" y="1704975"/>
                </a:lnTo>
                <a:lnTo>
                  <a:pt x="2324100" y="1724025"/>
                </a:lnTo>
                <a:lnTo>
                  <a:pt x="2324100" y="1733550"/>
                </a:lnTo>
                <a:lnTo>
                  <a:pt x="2390775" y="1733550"/>
                </a:lnTo>
                <a:lnTo>
                  <a:pt x="2390775" y="1724025"/>
                </a:lnTo>
                <a:lnTo>
                  <a:pt x="2457450" y="1724025"/>
                </a:lnTo>
                <a:lnTo>
                  <a:pt x="2457450" y="1714500"/>
                </a:lnTo>
                <a:lnTo>
                  <a:pt x="2533650" y="1714500"/>
                </a:lnTo>
                <a:lnTo>
                  <a:pt x="2533650" y="1704975"/>
                </a:lnTo>
                <a:lnTo>
                  <a:pt x="2600325" y="1704975"/>
                </a:lnTo>
                <a:lnTo>
                  <a:pt x="2600325" y="1695450"/>
                </a:lnTo>
                <a:lnTo>
                  <a:pt x="2705100" y="1685925"/>
                </a:lnTo>
                <a:lnTo>
                  <a:pt x="2705100" y="1695450"/>
                </a:lnTo>
                <a:lnTo>
                  <a:pt x="2724150" y="1704975"/>
                </a:lnTo>
                <a:lnTo>
                  <a:pt x="2724150" y="1724025"/>
                </a:lnTo>
                <a:lnTo>
                  <a:pt x="2733675" y="1724025"/>
                </a:lnTo>
                <a:lnTo>
                  <a:pt x="2733675" y="1752600"/>
                </a:lnTo>
                <a:lnTo>
                  <a:pt x="2743200" y="1752600"/>
                </a:lnTo>
                <a:lnTo>
                  <a:pt x="2752725" y="1781175"/>
                </a:lnTo>
                <a:lnTo>
                  <a:pt x="2762250" y="1781175"/>
                </a:lnTo>
                <a:lnTo>
                  <a:pt x="2752725" y="1809750"/>
                </a:lnTo>
                <a:lnTo>
                  <a:pt x="2705100" y="1809750"/>
                </a:lnTo>
                <a:lnTo>
                  <a:pt x="2705100" y="1790700"/>
                </a:lnTo>
                <a:lnTo>
                  <a:pt x="2695575" y="1790700"/>
                </a:lnTo>
                <a:lnTo>
                  <a:pt x="2695575" y="1771650"/>
                </a:lnTo>
                <a:lnTo>
                  <a:pt x="2686050" y="1771650"/>
                </a:lnTo>
                <a:lnTo>
                  <a:pt x="2676525" y="1743075"/>
                </a:lnTo>
                <a:lnTo>
                  <a:pt x="2657475" y="1743075"/>
                </a:lnTo>
                <a:lnTo>
                  <a:pt x="2657475" y="1752600"/>
                </a:lnTo>
                <a:lnTo>
                  <a:pt x="2590800" y="1752600"/>
                </a:lnTo>
                <a:lnTo>
                  <a:pt x="2590800" y="1762125"/>
                </a:lnTo>
                <a:lnTo>
                  <a:pt x="2533650" y="1762125"/>
                </a:lnTo>
                <a:lnTo>
                  <a:pt x="2533650" y="1771650"/>
                </a:lnTo>
                <a:lnTo>
                  <a:pt x="2466975" y="1771650"/>
                </a:lnTo>
                <a:lnTo>
                  <a:pt x="2466975" y="1781175"/>
                </a:lnTo>
                <a:lnTo>
                  <a:pt x="2343150" y="1790700"/>
                </a:lnTo>
                <a:lnTo>
                  <a:pt x="2343150" y="1800225"/>
                </a:lnTo>
                <a:lnTo>
                  <a:pt x="2266950" y="1800225"/>
                </a:lnTo>
                <a:lnTo>
                  <a:pt x="2266950" y="1790700"/>
                </a:lnTo>
                <a:lnTo>
                  <a:pt x="2247900" y="1781175"/>
                </a:lnTo>
                <a:lnTo>
                  <a:pt x="2247900" y="1733550"/>
                </a:lnTo>
                <a:lnTo>
                  <a:pt x="2266950" y="1724025"/>
                </a:lnTo>
                <a:lnTo>
                  <a:pt x="2266950" y="1704975"/>
                </a:lnTo>
                <a:lnTo>
                  <a:pt x="2295525" y="1685925"/>
                </a:lnTo>
                <a:lnTo>
                  <a:pt x="2295525" y="1666875"/>
                </a:lnTo>
                <a:lnTo>
                  <a:pt x="2324100" y="1647825"/>
                </a:lnTo>
                <a:lnTo>
                  <a:pt x="2324100" y="1628775"/>
                </a:lnTo>
                <a:lnTo>
                  <a:pt x="2352675" y="1609725"/>
                </a:lnTo>
                <a:lnTo>
                  <a:pt x="2352675" y="1590675"/>
                </a:lnTo>
                <a:lnTo>
                  <a:pt x="2381250" y="1571625"/>
                </a:lnTo>
                <a:lnTo>
                  <a:pt x="2381250" y="1552575"/>
                </a:lnTo>
                <a:lnTo>
                  <a:pt x="2390775" y="1552575"/>
                </a:lnTo>
                <a:lnTo>
                  <a:pt x="2390775" y="1543050"/>
                </a:lnTo>
                <a:lnTo>
                  <a:pt x="2419350" y="1524000"/>
                </a:lnTo>
                <a:lnTo>
                  <a:pt x="2419350" y="1504950"/>
                </a:lnTo>
                <a:lnTo>
                  <a:pt x="2438400" y="1495425"/>
                </a:lnTo>
                <a:lnTo>
                  <a:pt x="2438400" y="1485900"/>
                </a:lnTo>
                <a:lnTo>
                  <a:pt x="2428875" y="1485900"/>
                </a:lnTo>
                <a:lnTo>
                  <a:pt x="2428875" y="1381125"/>
                </a:lnTo>
                <a:lnTo>
                  <a:pt x="2419350" y="1381125"/>
                </a:lnTo>
                <a:lnTo>
                  <a:pt x="2409825" y="1276350"/>
                </a:lnTo>
                <a:lnTo>
                  <a:pt x="2400300" y="1276350"/>
                </a:lnTo>
                <a:lnTo>
                  <a:pt x="2400300" y="1238250"/>
                </a:lnTo>
                <a:lnTo>
                  <a:pt x="2390775" y="1238250"/>
                </a:lnTo>
                <a:lnTo>
                  <a:pt x="2381250" y="1181100"/>
                </a:lnTo>
                <a:lnTo>
                  <a:pt x="2371725" y="1181100"/>
                </a:lnTo>
                <a:lnTo>
                  <a:pt x="2371725" y="1162050"/>
                </a:lnTo>
                <a:lnTo>
                  <a:pt x="2362200" y="1162050"/>
                </a:lnTo>
                <a:lnTo>
                  <a:pt x="2362200" y="1133475"/>
                </a:lnTo>
                <a:lnTo>
                  <a:pt x="2333625" y="1114425"/>
                </a:lnTo>
                <a:lnTo>
                  <a:pt x="2333625" y="1123950"/>
                </a:lnTo>
                <a:lnTo>
                  <a:pt x="2314575" y="1123950"/>
                </a:lnTo>
                <a:lnTo>
                  <a:pt x="2305050" y="1143000"/>
                </a:lnTo>
                <a:lnTo>
                  <a:pt x="2286000" y="1143000"/>
                </a:lnTo>
                <a:lnTo>
                  <a:pt x="2286000" y="1152525"/>
                </a:lnTo>
                <a:lnTo>
                  <a:pt x="2266950" y="1152525"/>
                </a:lnTo>
                <a:lnTo>
                  <a:pt x="2266950" y="1162050"/>
                </a:lnTo>
                <a:lnTo>
                  <a:pt x="2219325" y="1171575"/>
                </a:lnTo>
                <a:lnTo>
                  <a:pt x="2228850" y="1333500"/>
                </a:lnTo>
                <a:lnTo>
                  <a:pt x="2238375" y="1333500"/>
                </a:lnTo>
                <a:lnTo>
                  <a:pt x="2238375" y="1390650"/>
                </a:lnTo>
                <a:lnTo>
                  <a:pt x="2247900" y="1390650"/>
                </a:lnTo>
                <a:lnTo>
                  <a:pt x="2247900" y="1438275"/>
                </a:lnTo>
                <a:lnTo>
                  <a:pt x="2257425" y="1438275"/>
                </a:lnTo>
                <a:lnTo>
                  <a:pt x="2257425" y="1476375"/>
                </a:lnTo>
                <a:lnTo>
                  <a:pt x="2266950" y="1476375"/>
                </a:lnTo>
                <a:lnTo>
                  <a:pt x="2266950" y="1533525"/>
                </a:lnTo>
                <a:lnTo>
                  <a:pt x="2257425" y="1533525"/>
                </a:lnTo>
                <a:lnTo>
                  <a:pt x="2257425" y="1543050"/>
                </a:lnTo>
                <a:lnTo>
                  <a:pt x="2209800" y="1543050"/>
                </a:lnTo>
                <a:lnTo>
                  <a:pt x="2209800" y="1533525"/>
                </a:lnTo>
                <a:lnTo>
                  <a:pt x="2181225" y="1533525"/>
                </a:lnTo>
                <a:lnTo>
                  <a:pt x="2181225" y="1524000"/>
                </a:lnTo>
                <a:lnTo>
                  <a:pt x="2152650" y="1524000"/>
                </a:lnTo>
                <a:lnTo>
                  <a:pt x="2152650" y="1514475"/>
                </a:lnTo>
                <a:lnTo>
                  <a:pt x="2124075" y="1514475"/>
                </a:lnTo>
                <a:lnTo>
                  <a:pt x="2124075" y="1504950"/>
                </a:lnTo>
                <a:lnTo>
                  <a:pt x="2095500" y="1504950"/>
                </a:lnTo>
                <a:lnTo>
                  <a:pt x="2095500" y="1495425"/>
                </a:lnTo>
                <a:lnTo>
                  <a:pt x="2076450" y="1495425"/>
                </a:lnTo>
                <a:lnTo>
                  <a:pt x="2076450" y="1485900"/>
                </a:lnTo>
                <a:lnTo>
                  <a:pt x="2047875" y="1485900"/>
                </a:lnTo>
                <a:lnTo>
                  <a:pt x="2047875" y="1476375"/>
                </a:lnTo>
                <a:lnTo>
                  <a:pt x="2019300" y="1476375"/>
                </a:lnTo>
                <a:lnTo>
                  <a:pt x="2019300" y="1466850"/>
                </a:lnTo>
                <a:lnTo>
                  <a:pt x="1990725" y="1466850"/>
                </a:lnTo>
                <a:lnTo>
                  <a:pt x="1990725" y="1457325"/>
                </a:lnTo>
                <a:lnTo>
                  <a:pt x="1962150" y="1457325"/>
                </a:lnTo>
                <a:lnTo>
                  <a:pt x="1962150" y="1447800"/>
                </a:lnTo>
                <a:lnTo>
                  <a:pt x="1924050" y="1438275"/>
                </a:lnTo>
                <a:lnTo>
                  <a:pt x="1924050" y="1485900"/>
                </a:lnTo>
                <a:lnTo>
                  <a:pt x="1933575" y="1485900"/>
                </a:lnTo>
                <a:lnTo>
                  <a:pt x="1933575" y="1533525"/>
                </a:lnTo>
                <a:lnTo>
                  <a:pt x="1943100" y="1533525"/>
                </a:lnTo>
                <a:lnTo>
                  <a:pt x="1943100" y="1581150"/>
                </a:lnTo>
                <a:lnTo>
                  <a:pt x="1952625" y="1581150"/>
                </a:lnTo>
                <a:lnTo>
                  <a:pt x="1952625" y="1628775"/>
                </a:lnTo>
                <a:lnTo>
                  <a:pt x="1962150" y="1628775"/>
                </a:lnTo>
                <a:lnTo>
                  <a:pt x="1962150" y="1685925"/>
                </a:lnTo>
                <a:lnTo>
                  <a:pt x="1971675" y="1685925"/>
                </a:lnTo>
                <a:lnTo>
                  <a:pt x="1971675" y="1733550"/>
                </a:lnTo>
                <a:lnTo>
                  <a:pt x="1981200" y="1733550"/>
                </a:lnTo>
                <a:lnTo>
                  <a:pt x="1981200" y="1790700"/>
                </a:lnTo>
                <a:lnTo>
                  <a:pt x="1971675" y="1790700"/>
                </a:lnTo>
                <a:lnTo>
                  <a:pt x="1971675" y="1800225"/>
                </a:lnTo>
                <a:lnTo>
                  <a:pt x="1933575" y="1800225"/>
                </a:lnTo>
                <a:lnTo>
                  <a:pt x="1933575" y="1781175"/>
                </a:lnTo>
                <a:lnTo>
                  <a:pt x="1924050" y="1781175"/>
                </a:lnTo>
                <a:lnTo>
                  <a:pt x="1924050" y="1733550"/>
                </a:lnTo>
                <a:lnTo>
                  <a:pt x="1914525" y="1733550"/>
                </a:lnTo>
                <a:lnTo>
                  <a:pt x="1914525" y="1685925"/>
                </a:lnTo>
                <a:lnTo>
                  <a:pt x="1905000" y="1685925"/>
                </a:lnTo>
                <a:lnTo>
                  <a:pt x="1905000" y="1638300"/>
                </a:lnTo>
                <a:lnTo>
                  <a:pt x="1895475" y="1638300"/>
                </a:lnTo>
                <a:lnTo>
                  <a:pt x="1895475" y="1590675"/>
                </a:lnTo>
                <a:lnTo>
                  <a:pt x="1885950" y="1590675"/>
                </a:lnTo>
                <a:lnTo>
                  <a:pt x="1885950" y="1543050"/>
                </a:lnTo>
                <a:lnTo>
                  <a:pt x="1876425" y="1543050"/>
                </a:lnTo>
                <a:lnTo>
                  <a:pt x="1876425" y="1495425"/>
                </a:lnTo>
                <a:lnTo>
                  <a:pt x="1866900" y="1495425"/>
                </a:lnTo>
                <a:lnTo>
                  <a:pt x="1866900" y="1447800"/>
                </a:lnTo>
                <a:lnTo>
                  <a:pt x="1857375" y="1447800"/>
                </a:lnTo>
                <a:lnTo>
                  <a:pt x="1857375" y="1400175"/>
                </a:lnTo>
                <a:lnTo>
                  <a:pt x="1866900" y="1400175"/>
                </a:lnTo>
                <a:lnTo>
                  <a:pt x="1876425" y="1381125"/>
                </a:lnTo>
                <a:lnTo>
                  <a:pt x="1905000" y="1381125"/>
                </a:lnTo>
                <a:lnTo>
                  <a:pt x="1905000" y="1371600"/>
                </a:lnTo>
                <a:lnTo>
                  <a:pt x="1914525" y="1371600"/>
                </a:lnTo>
                <a:lnTo>
                  <a:pt x="1914525" y="1381125"/>
                </a:lnTo>
                <a:lnTo>
                  <a:pt x="1943100" y="1381125"/>
                </a:lnTo>
                <a:lnTo>
                  <a:pt x="1943100" y="1390650"/>
                </a:lnTo>
                <a:lnTo>
                  <a:pt x="1971675" y="1390650"/>
                </a:lnTo>
                <a:lnTo>
                  <a:pt x="1971675" y="1400175"/>
                </a:lnTo>
                <a:lnTo>
                  <a:pt x="2000250" y="1400175"/>
                </a:lnTo>
                <a:lnTo>
                  <a:pt x="2000250" y="1409700"/>
                </a:lnTo>
                <a:lnTo>
                  <a:pt x="2028825" y="1409700"/>
                </a:lnTo>
                <a:lnTo>
                  <a:pt x="2028825" y="1419225"/>
                </a:lnTo>
                <a:lnTo>
                  <a:pt x="2085975" y="1428750"/>
                </a:lnTo>
                <a:lnTo>
                  <a:pt x="2085975" y="1438275"/>
                </a:lnTo>
                <a:lnTo>
                  <a:pt x="2105025" y="1438275"/>
                </a:lnTo>
                <a:lnTo>
                  <a:pt x="2105025" y="1447800"/>
                </a:lnTo>
                <a:lnTo>
                  <a:pt x="2133600" y="1447800"/>
                </a:lnTo>
                <a:lnTo>
                  <a:pt x="2133600" y="1457325"/>
                </a:lnTo>
                <a:lnTo>
                  <a:pt x="2162175" y="1457325"/>
                </a:lnTo>
                <a:lnTo>
                  <a:pt x="2162175" y="1466850"/>
                </a:lnTo>
                <a:lnTo>
                  <a:pt x="2209800" y="1476375"/>
                </a:lnTo>
                <a:lnTo>
                  <a:pt x="2209800" y="1466850"/>
                </a:lnTo>
                <a:lnTo>
                  <a:pt x="2200275" y="1466850"/>
                </a:lnTo>
                <a:lnTo>
                  <a:pt x="2200275" y="1428750"/>
                </a:lnTo>
                <a:lnTo>
                  <a:pt x="2190750" y="1428750"/>
                </a:lnTo>
                <a:lnTo>
                  <a:pt x="2190750" y="1381125"/>
                </a:lnTo>
                <a:lnTo>
                  <a:pt x="2181225" y="1381125"/>
                </a:lnTo>
                <a:lnTo>
                  <a:pt x="2181225" y="1314450"/>
                </a:lnTo>
                <a:lnTo>
                  <a:pt x="2171700" y="1314450"/>
                </a:lnTo>
                <a:lnTo>
                  <a:pt x="2171700" y="1190625"/>
                </a:lnTo>
                <a:lnTo>
                  <a:pt x="2152650" y="1181100"/>
                </a:lnTo>
                <a:lnTo>
                  <a:pt x="2152650" y="1190625"/>
                </a:lnTo>
                <a:lnTo>
                  <a:pt x="2066925" y="1200150"/>
                </a:lnTo>
                <a:lnTo>
                  <a:pt x="2066925" y="1209675"/>
                </a:lnTo>
                <a:lnTo>
                  <a:pt x="1876425" y="1209675"/>
                </a:lnTo>
                <a:lnTo>
                  <a:pt x="1876425" y="1200150"/>
                </a:lnTo>
                <a:lnTo>
                  <a:pt x="1838325" y="1190625"/>
                </a:lnTo>
                <a:lnTo>
                  <a:pt x="1828800" y="1171575"/>
                </a:lnTo>
                <a:lnTo>
                  <a:pt x="1809750" y="1171575"/>
                </a:lnTo>
                <a:lnTo>
                  <a:pt x="1809750" y="1162050"/>
                </a:lnTo>
                <a:lnTo>
                  <a:pt x="1800225" y="1162050"/>
                </a:lnTo>
                <a:lnTo>
                  <a:pt x="1790700" y="1143000"/>
                </a:lnTo>
                <a:lnTo>
                  <a:pt x="1771650" y="1143000"/>
                </a:lnTo>
                <a:lnTo>
                  <a:pt x="1762125" y="1123950"/>
                </a:lnTo>
                <a:lnTo>
                  <a:pt x="1743075" y="1123950"/>
                </a:lnTo>
                <a:lnTo>
                  <a:pt x="1743075" y="1114425"/>
                </a:lnTo>
                <a:lnTo>
                  <a:pt x="1733550" y="1114425"/>
                </a:lnTo>
                <a:lnTo>
                  <a:pt x="1695450" y="1066800"/>
                </a:lnTo>
                <a:lnTo>
                  <a:pt x="1676400" y="1066800"/>
                </a:lnTo>
                <a:lnTo>
                  <a:pt x="1638300" y="1019175"/>
                </a:lnTo>
                <a:lnTo>
                  <a:pt x="1590675" y="1009650"/>
                </a:lnTo>
                <a:lnTo>
                  <a:pt x="1581150" y="981075"/>
                </a:lnTo>
                <a:lnTo>
                  <a:pt x="1552575" y="962025"/>
                </a:lnTo>
                <a:lnTo>
                  <a:pt x="1543050" y="923925"/>
                </a:lnTo>
                <a:lnTo>
                  <a:pt x="1524000" y="914400"/>
                </a:lnTo>
                <a:lnTo>
                  <a:pt x="1524000" y="885825"/>
                </a:lnTo>
                <a:lnTo>
                  <a:pt x="1533525" y="885825"/>
                </a:lnTo>
                <a:lnTo>
                  <a:pt x="1543050" y="866775"/>
                </a:lnTo>
                <a:lnTo>
                  <a:pt x="1571625" y="866775"/>
                </a:lnTo>
                <a:lnTo>
                  <a:pt x="1571625" y="876300"/>
                </a:lnTo>
                <a:lnTo>
                  <a:pt x="1619250" y="914400"/>
                </a:lnTo>
                <a:lnTo>
                  <a:pt x="1619250" y="933450"/>
                </a:lnTo>
                <a:lnTo>
                  <a:pt x="1638300" y="942975"/>
                </a:lnTo>
                <a:lnTo>
                  <a:pt x="1638300" y="933450"/>
                </a:lnTo>
                <a:lnTo>
                  <a:pt x="1647825" y="933450"/>
                </a:lnTo>
                <a:lnTo>
                  <a:pt x="1657350" y="914400"/>
                </a:lnTo>
                <a:lnTo>
                  <a:pt x="1676400" y="914400"/>
                </a:lnTo>
                <a:lnTo>
                  <a:pt x="1676400" y="904875"/>
                </a:lnTo>
                <a:lnTo>
                  <a:pt x="1638300" y="876300"/>
                </a:lnTo>
                <a:lnTo>
                  <a:pt x="1628775" y="838200"/>
                </a:lnTo>
                <a:lnTo>
                  <a:pt x="1638300" y="838200"/>
                </a:lnTo>
                <a:lnTo>
                  <a:pt x="1638300" y="819150"/>
                </a:lnTo>
                <a:lnTo>
                  <a:pt x="1666875" y="819150"/>
                </a:lnTo>
                <a:lnTo>
                  <a:pt x="1666875" y="828675"/>
                </a:lnTo>
                <a:lnTo>
                  <a:pt x="1695450" y="838200"/>
                </a:lnTo>
                <a:lnTo>
                  <a:pt x="1695450" y="857250"/>
                </a:lnTo>
                <a:lnTo>
                  <a:pt x="1743075" y="857250"/>
                </a:lnTo>
                <a:lnTo>
                  <a:pt x="1752600" y="904875"/>
                </a:lnTo>
                <a:lnTo>
                  <a:pt x="1762125" y="904875"/>
                </a:lnTo>
                <a:lnTo>
                  <a:pt x="1800225" y="952500"/>
                </a:lnTo>
                <a:lnTo>
                  <a:pt x="1819275" y="952500"/>
                </a:lnTo>
                <a:lnTo>
                  <a:pt x="1838325" y="981075"/>
                </a:lnTo>
                <a:lnTo>
                  <a:pt x="1857375" y="981075"/>
                </a:lnTo>
                <a:lnTo>
                  <a:pt x="1866900" y="1000125"/>
                </a:lnTo>
                <a:lnTo>
                  <a:pt x="1885950" y="1000125"/>
                </a:lnTo>
                <a:lnTo>
                  <a:pt x="1895475" y="1019175"/>
                </a:lnTo>
                <a:lnTo>
                  <a:pt x="1914525" y="1019175"/>
                </a:lnTo>
                <a:lnTo>
                  <a:pt x="1924050" y="1038225"/>
                </a:lnTo>
                <a:lnTo>
                  <a:pt x="1971675" y="1038225"/>
                </a:lnTo>
                <a:lnTo>
                  <a:pt x="1971675" y="1047750"/>
                </a:lnTo>
                <a:lnTo>
                  <a:pt x="2228850" y="1047750"/>
                </a:lnTo>
                <a:lnTo>
                  <a:pt x="2228850" y="1038225"/>
                </a:lnTo>
                <a:lnTo>
                  <a:pt x="2247900" y="1028700"/>
                </a:lnTo>
                <a:lnTo>
                  <a:pt x="2238375" y="1000125"/>
                </a:lnTo>
                <a:lnTo>
                  <a:pt x="2171700" y="1000125"/>
                </a:lnTo>
                <a:lnTo>
                  <a:pt x="2171700" y="990600"/>
                </a:lnTo>
                <a:lnTo>
                  <a:pt x="2114550" y="971550"/>
                </a:lnTo>
                <a:lnTo>
                  <a:pt x="2114550" y="962025"/>
                </a:lnTo>
                <a:lnTo>
                  <a:pt x="2105025" y="962025"/>
                </a:lnTo>
                <a:lnTo>
                  <a:pt x="2105025" y="952500"/>
                </a:lnTo>
                <a:lnTo>
                  <a:pt x="2047875" y="904875"/>
                </a:lnTo>
                <a:lnTo>
                  <a:pt x="2047875" y="885825"/>
                </a:lnTo>
                <a:lnTo>
                  <a:pt x="2038350" y="885825"/>
                </a:lnTo>
                <a:lnTo>
                  <a:pt x="2038350" y="866775"/>
                </a:lnTo>
                <a:lnTo>
                  <a:pt x="2028825" y="866775"/>
                </a:lnTo>
                <a:lnTo>
                  <a:pt x="2028825" y="838200"/>
                </a:lnTo>
                <a:lnTo>
                  <a:pt x="2019300" y="838200"/>
                </a:lnTo>
                <a:lnTo>
                  <a:pt x="2019300" y="723900"/>
                </a:lnTo>
                <a:lnTo>
                  <a:pt x="2028825" y="723900"/>
                </a:lnTo>
                <a:lnTo>
                  <a:pt x="2028825" y="695325"/>
                </a:lnTo>
                <a:lnTo>
                  <a:pt x="2038350" y="695325"/>
                </a:lnTo>
                <a:lnTo>
                  <a:pt x="2047875" y="657225"/>
                </a:lnTo>
                <a:lnTo>
                  <a:pt x="2066925" y="647700"/>
                </a:lnTo>
                <a:lnTo>
                  <a:pt x="2066925" y="628650"/>
                </a:lnTo>
                <a:close/>
                <a:moveTo>
                  <a:pt x="2066925" y="790575"/>
                </a:moveTo>
                <a:lnTo>
                  <a:pt x="2066925" y="809625"/>
                </a:lnTo>
                <a:lnTo>
                  <a:pt x="2076450" y="809625"/>
                </a:lnTo>
                <a:lnTo>
                  <a:pt x="2076450" y="847725"/>
                </a:lnTo>
                <a:lnTo>
                  <a:pt x="2085975" y="847725"/>
                </a:lnTo>
                <a:lnTo>
                  <a:pt x="2085975" y="866775"/>
                </a:lnTo>
                <a:lnTo>
                  <a:pt x="2105025" y="876300"/>
                </a:lnTo>
                <a:lnTo>
                  <a:pt x="2105025" y="895350"/>
                </a:lnTo>
                <a:lnTo>
                  <a:pt x="2114550" y="895350"/>
                </a:lnTo>
                <a:lnTo>
                  <a:pt x="2124075" y="914400"/>
                </a:lnTo>
                <a:lnTo>
                  <a:pt x="2143125" y="914400"/>
                </a:lnTo>
                <a:lnTo>
                  <a:pt x="2152650" y="933450"/>
                </a:lnTo>
                <a:lnTo>
                  <a:pt x="2171700" y="933450"/>
                </a:lnTo>
                <a:lnTo>
                  <a:pt x="2171700" y="942975"/>
                </a:lnTo>
                <a:lnTo>
                  <a:pt x="2190750" y="942975"/>
                </a:lnTo>
                <a:lnTo>
                  <a:pt x="2190750" y="952500"/>
                </a:lnTo>
                <a:lnTo>
                  <a:pt x="2295525" y="952500"/>
                </a:lnTo>
                <a:lnTo>
                  <a:pt x="2295525" y="942975"/>
                </a:lnTo>
                <a:lnTo>
                  <a:pt x="2352675" y="923925"/>
                </a:lnTo>
                <a:lnTo>
                  <a:pt x="2352675" y="914400"/>
                </a:lnTo>
                <a:lnTo>
                  <a:pt x="2390775" y="885825"/>
                </a:lnTo>
                <a:lnTo>
                  <a:pt x="2390775" y="866775"/>
                </a:lnTo>
                <a:lnTo>
                  <a:pt x="2400300" y="866775"/>
                </a:lnTo>
                <a:lnTo>
                  <a:pt x="2400300" y="847725"/>
                </a:lnTo>
                <a:lnTo>
                  <a:pt x="2409825" y="847725"/>
                </a:lnTo>
                <a:lnTo>
                  <a:pt x="2409825" y="828675"/>
                </a:lnTo>
                <a:lnTo>
                  <a:pt x="2419350" y="828675"/>
                </a:lnTo>
                <a:lnTo>
                  <a:pt x="2419350" y="762000"/>
                </a:lnTo>
                <a:lnTo>
                  <a:pt x="2419350" y="723900"/>
                </a:lnTo>
                <a:lnTo>
                  <a:pt x="2409825" y="723900"/>
                </a:lnTo>
                <a:lnTo>
                  <a:pt x="2390775" y="666750"/>
                </a:lnTo>
                <a:lnTo>
                  <a:pt x="2381250" y="666750"/>
                </a:lnTo>
                <a:lnTo>
                  <a:pt x="2362200" y="638175"/>
                </a:lnTo>
                <a:lnTo>
                  <a:pt x="2343150" y="638175"/>
                </a:lnTo>
                <a:lnTo>
                  <a:pt x="2333625" y="619125"/>
                </a:lnTo>
                <a:lnTo>
                  <a:pt x="2286000" y="609600"/>
                </a:lnTo>
                <a:lnTo>
                  <a:pt x="2286000" y="600075"/>
                </a:lnTo>
                <a:lnTo>
                  <a:pt x="2209800" y="600075"/>
                </a:lnTo>
                <a:lnTo>
                  <a:pt x="2209800" y="609600"/>
                </a:lnTo>
                <a:lnTo>
                  <a:pt x="2181225" y="609600"/>
                </a:lnTo>
                <a:lnTo>
                  <a:pt x="2181225" y="619125"/>
                </a:lnTo>
                <a:lnTo>
                  <a:pt x="2143125" y="628650"/>
                </a:lnTo>
                <a:lnTo>
                  <a:pt x="2143125" y="638175"/>
                </a:lnTo>
                <a:lnTo>
                  <a:pt x="2095500" y="676275"/>
                </a:lnTo>
                <a:lnTo>
                  <a:pt x="2095500" y="695325"/>
                </a:lnTo>
                <a:lnTo>
                  <a:pt x="2085975" y="695325"/>
                </a:lnTo>
                <a:lnTo>
                  <a:pt x="2085975" y="714375"/>
                </a:lnTo>
                <a:lnTo>
                  <a:pt x="2076450" y="714375"/>
                </a:lnTo>
                <a:lnTo>
                  <a:pt x="2076450" y="742950"/>
                </a:lnTo>
                <a:lnTo>
                  <a:pt x="2066925" y="742950"/>
                </a:lnTo>
                <a:lnTo>
                  <a:pt x="2066925" y="790575"/>
                </a:lnTo>
                <a:close/>
                <a:moveTo>
                  <a:pt x="695325" y="323850"/>
                </a:moveTo>
                <a:lnTo>
                  <a:pt x="714375" y="323850"/>
                </a:lnTo>
                <a:lnTo>
                  <a:pt x="714375" y="333375"/>
                </a:lnTo>
                <a:lnTo>
                  <a:pt x="723900" y="333375"/>
                </a:lnTo>
                <a:lnTo>
                  <a:pt x="742950" y="361950"/>
                </a:lnTo>
                <a:lnTo>
                  <a:pt x="762000" y="361950"/>
                </a:lnTo>
                <a:lnTo>
                  <a:pt x="762000" y="371475"/>
                </a:lnTo>
                <a:lnTo>
                  <a:pt x="1076325" y="361950"/>
                </a:lnTo>
                <a:lnTo>
                  <a:pt x="1114425" y="314325"/>
                </a:lnTo>
                <a:lnTo>
                  <a:pt x="1190625" y="304800"/>
                </a:lnTo>
                <a:lnTo>
                  <a:pt x="1190625" y="295275"/>
                </a:lnTo>
                <a:lnTo>
                  <a:pt x="1238250" y="295275"/>
                </a:lnTo>
                <a:lnTo>
                  <a:pt x="1238250" y="285750"/>
                </a:lnTo>
                <a:lnTo>
                  <a:pt x="1295400" y="285750"/>
                </a:lnTo>
                <a:lnTo>
                  <a:pt x="1304925" y="266700"/>
                </a:lnTo>
                <a:lnTo>
                  <a:pt x="1171575" y="266700"/>
                </a:lnTo>
                <a:lnTo>
                  <a:pt x="933450" y="266700"/>
                </a:lnTo>
                <a:lnTo>
                  <a:pt x="933450" y="276225"/>
                </a:lnTo>
                <a:lnTo>
                  <a:pt x="514350" y="285750"/>
                </a:lnTo>
                <a:lnTo>
                  <a:pt x="514350" y="304800"/>
                </a:lnTo>
                <a:lnTo>
                  <a:pt x="590550" y="304800"/>
                </a:lnTo>
                <a:lnTo>
                  <a:pt x="590550" y="314325"/>
                </a:lnTo>
                <a:lnTo>
                  <a:pt x="695325" y="323850"/>
                </a:lnTo>
                <a:close/>
                <a:moveTo>
                  <a:pt x="866775" y="228600"/>
                </a:moveTo>
                <a:lnTo>
                  <a:pt x="933450" y="228600"/>
                </a:lnTo>
                <a:lnTo>
                  <a:pt x="933450" y="219075"/>
                </a:lnTo>
                <a:lnTo>
                  <a:pt x="1133475" y="219075"/>
                </a:lnTo>
                <a:lnTo>
                  <a:pt x="1133475" y="228600"/>
                </a:lnTo>
                <a:lnTo>
                  <a:pt x="1247775" y="228600"/>
                </a:lnTo>
                <a:lnTo>
                  <a:pt x="1247775" y="219075"/>
                </a:lnTo>
                <a:lnTo>
                  <a:pt x="1295400" y="219075"/>
                </a:lnTo>
                <a:lnTo>
                  <a:pt x="1295400" y="228600"/>
                </a:lnTo>
                <a:lnTo>
                  <a:pt x="1304925" y="228600"/>
                </a:lnTo>
                <a:lnTo>
                  <a:pt x="1304925" y="209550"/>
                </a:lnTo>
                <a:lnTo>
                  <a:pt x="1314450" y="209550"/>
                </a:lnTo>
                <a:lnTo>
                  <a:pt x="1323975" y="180975"/>
                </a:lnTo>
                <a:lnTo>
                  <a:pt x="1381125" y="180975"/>
                </a:lnTo>
                <a:lnTo>
                  <a:pt x="1381125" y="133350"/>
                </a:lnTo>
                <a:lnTo>
                  <a:pt x="1362075" y="133350"/>
                </a:lnTo>
                <a:lnTo>
                  <a:pt x="1362075" y="142875"/>
                </a:lnTo>
                <a:lnTo>
                  <a:pt x="1095375" y="142875"/>
                </a:lnTo>
                <a:lnTo>
                  <a:pt x="1095375" y="133350"/>
                </a:lnTo>
                <a:lnTo>
                  <a:pt x="1085850" y="133350"/>
                </a:lnTo>
                <a:lnTo>
                  <a:pt x="1085850" y="104775"/>
                </a:lnTo>
                <a:lnTo>
                  <a:pt x="1095375" y="104775"/>
                </a:lnTo>
                <a:lnTo>
                  <a:pt x="1095375" y="95250"/>
                </a:lnTo>
                <a:lnTo>
                  <a:pt x="1238250" y="95250"/>
                </a:lnTo>
                <a:lnTo>
                  <a:pt x="1238250" y="85725"/>
                </a:lnTo>
                <a:lnTo>
                  <a:pt x="1352550" y="85725"/>
                </a:lnTo>
                <a:lnTo>
                  <a:pt x="1352550" y="95250"/>
                </a:lnTo>
                <a:lnTo>
                  <a:pt x="1381125" y="95250"/>
                </a:lnTo>
                <a:lnTo>
                  <a:pt x="1390650" y="76200"/>
                </a:lnTo>
                <a:lnTo>
                  <a:pt x="1409700" y="76200"/>
                </a:lnTo>
                <a:lnTo>
                  <a:pt x="1419225" y="104775"/>
                </a:lnTo>
                <a:lnTo>
                  <a:pt x="1447800" y="95250"/>
                </a:lnTo>
                <a:lnTo>
                  <a:pt x="1447800" y="85725"/>
                </a:lnTo>
                <a:lnTo>
                  <a:pt x="1724025" y="85725"/>
                </a:lnTo>
                <a:lnTo>
                  <a:pt x="1724025" y="95250"/>
                </a:lnTo>
                <a:lnTo>
                  <a:pt x="1733550" y="95250"/>
                </a:lnTo>
                <a:lnTo>
                  <a:pt x="1733550" y="133350"/>
                </a:lnTo>
                <a:lnTo>
                  <a:pt x="1657350" y="133350"/>
                </a:lnTo>
                <a:lnTo>
                  <a:pt x="1657350" y="142875"/>
                </a:lnTo>
                <a:lnTo>
                  <a:pt x="1438275" y="142875"/>
                </a:lnTo>
                <a:lnTo>
                  <a:pt x="1438275" y="133350"/>
                </a:lnTo>
                <a:lnTo>
                  <a:pt x="1419225" y="123825"/>
                </a:lnTo>
                <a:lnTo>
                  <a:pt x="1419225" y="180975"/>
                </a:lnTo>
                <a:lnTo>
                  <a:pt x="1485900" y="180975"/>
                </a:lnTo>
                <a:lnTo>
                  <a:pt x="1485900" y="200025"/>
                </a:lnTo>
                <a:lnTo>
                  <a:pt x="1495425" y="200025"/>
                </a:lnTo>
                <a:lnTo>
                  <a:pt x="1495425" y="304800"/>
                </a:lnTo>
                <a:lnTo>
                  <a:pt x="1485900" y="304800"/>
                </a:lnTo>
                <a:lnTo>
                  <a:pt x="1457325" y="342900"/>
                </a:lnTo>
                <a:lnTo>
                  <a:pt x="1343025" y="342900"/>
                </a:lnTo>
                <a:lnTo>
                  <a:pt x="1333500" y="323850"/>
                </a:lnTo>
                <a:lnTo>
                  <a:pt x="1285875" y="323850"/>
                </a:lnTo>
                <a:lnTo>
                  <a:pt x="1285875" y="333375"/>
                </a:lnTo>
                <a:lnTo>
                  <a:pt x="1238250" y="333375"/>
                </a:lnTo>
                <a:lnTo>
                  <a:pt x="1238250" y="342900"/>
                </a:lnTo>
                <a:lnTo>
                  <a:pt x="1143000" y="352425"/>
                </a:lnTo>
                <a:lnTo>
                  <a:pt x="1143000" y="361950"/>
                </a:lnTo>
                <a:lnTo>
                  <a:pt x="1114425" y="381000"/>
                </a:lnTo>
                <a:lnTo>
                  <a:pt x="1114425" y="400050"/>
                </a:lnTo>
                <a:lnTo>
                  <a:pt x="1123950" y="400050"/>
                </a:lnTo>
                <a:lnTo>
                  <a:pt x="1133475" y="447675"/>
                </a:lnTo>
                <a:lnTo>
                  <a:pt x="1143000" y="447675"/>
                </a:lnTo>
                <a:lnTo>
                  <a:pt x="1143000" y="466725"/>
                </a:lnTo>
                <a:lnTo>
                  <a:pt x="1152525" y="466725"/>
                </a:lnTo>
                <a:lnTo>
                  <a:pt x="1152525" y="495300"/>
                </a:lnTo>
                <a:lnTo>
                  <a:pt x="1162050" y="495300"/>
                </a:lnTo>
                <a:lnTo>
                  <a:pt x="1162050" y="514350"/>
                </a:lnTo>
                <a:lnTo>
                  <a:pt x="1171575" y="514350"/>
                </a:lnTo>
                <a:lnTo>
                  <a:pt x="1181100" y="571500"/>
                </a:lnTo>
                <a:lnTo>
                  <a:pt x="1200150" y="571500"/>
                </a:lnTo>
                <a:lnTo>
                  <a:pt x="1200150" y="581025"/>
                </a:lnTo>
                <a:lnTo>
                  <a:pt x="1219200" y="590550"/>
                </a:lnTo>
                <a:lnTo>
                  <a:pt x="1219200" y="619125"/>
                </a:lnTo>
                <a:lnTo>
                  <a:pt x="1190625" y="628650"/>
                </a:lnTo>
                <a:lnTo>
                  <a:pt x="1190625" y="638175"/>
                </a:lnTo>
                <a:lnTo>
                  <a:pt x="1152525" y="638175"/>
                </a:lnTo>
                <a:lnTo>
                  <a:pt x="1152525" y="647700"/>
                </a:lnTo>
                <a:lnTo>
                  <a:pt x="1143000" y="647700"/>
                </a:lnTo>
                <a:lnTo>
                  <a:pt x="1143000" y="638175"/>
                </a:lnTo>
                <a:lnTo>
                  <a:pt x="1123950" y="628650"/>
                </a:lnTo>
                <a:lnTo>
                  <a:pt x="1133475" y="561975"/>
                </a:lnTo>
                <a:lnTo>
                  <a:pt x="1123950" y="561975"/>
                </a:lnTo>
                <a:lnTo>
                  <a:pt x="1123950" y="542925"/>
                </a:lnTo>
                <a:lnTo>
                  <a:pt x="1114425" y="542925"/>
                </a:lnTo>
                <a:lnTo>
                  <a:pt x="1104900" y="485775"/>
                </a:lnTo>
                <a:lnTo>
                  <a:pt x="1095375" y="485775"/>
                </a:lnTo>
                <a:lnTo>
                  <a:pt x="1095375" y="466725"/>
                </a:lnTo>
                <a:lnTo>
                  <a:pt x="1085850" y="466725"/>
                </a:lnTo>
                <a:lnTo>
                  <a:pt x="1066800" y="409575"/>
                </a:lnTo>
                <a:lnTo>
                  <a:pt x="933450" y="409575"/>
                </a:lnTo>
                <a:lnTo>
                  <a:pt x="933450" y="561975"/>
                </a:lnTo>
                <a:lnTo>
                  <a:pt x="1000125" y="561975"/>
                </a:lnTo>
                <a:lnTo>
                  <a:pt x="1000125" y="571500"/>
                </a:lnTo>
                <a:lnTo>
                  <a:pt x="1009650" y="571500"/>
                </a:lnTo>
                <a:lnTo>
                  <a:pt x="1009650" y="638175"/>
                </a:lnTo>
                <a:lnTo>
                  <a:pt x="1000125" y="638175"/>
                </a:lnTo>
                <a:lnTo>
                  <a:pt x="1000125" y="657225"/>
                </a:lnTo>
                <a:lnTo>
                  <a:pt x="1066800" y="657225"/>
                </a:lnTo>
                <a:lnTo>
                  <a:pt x="1066800" y="666750"/>
                </a:lnTo>
                <a:lnTo>
                  <a:pt x="1085850" y="676275"/>
                </a:lnTo>
                <a:lnTo>
                  <a:pt x="1085850" y="695325"/>
                </a:lnTo>
                <a:lnTo>
                  <a:pt x="1095375" y="695325"/>
                </a:lnTo>
                <a:lnTo>
                  <a:pt x="1095375" y="1047750"/>
                </a:lnTo>
                <a:lnTo>
                  <a:pt x="1085850" y="1047750"/>
                </a:lnTo>
                <a:lnTo>
                  <a:pt x="1085850" y="1066800"/>
                </a:lnTo>
                <a:lnTo>
                  <a:pt x="1076325" y="1066800"/>
                </a:lnTo>
                <a:lnTo>
                  <a:pt x="1066800" y="1085850"/>
                </a:lnTo>
                <a:lnTo>
                  <a:pt x="1047750" y="1085850"/>
                </a:lnTo>
                <a:lnTo>
                  <a:pt x="1047750" y="1095375"/>
                </a:lnTo>
                <a:lnTo>
                  <a:pt x="981075" y="1095375"/>
                </a:lnTo>
                <a:lnTo>
                  <a:pt x="971550" y="1095375"/>
                </a:lnTo>
                <a:lnTo>
                  <a:pt x="971550" y="1085850"/>
                </a:lnTo>
                <a:lnTo>
                  <a:pt x="790575" y="1095375"/>
                </a:lnTo>
                <a:lnTo>
                  <a:pt x="790575" y="1085850"/>
                </a:lnTo>
                <a:lnTo>
                  <a:pt x="771525" y="1085850"/>
                </a:lnTo>
                <a:lnTo>
                  <a:pt x="771525" y="1076325"/>
                </a:lnTo>
                <a:lnTo>
                  <a:pt x="752475" y="1066800"/>
                </a:lnTo>
                <a:lnTo>
                  <a:pt x="752475" y="685800"/>
                </a:lnTo>
                <a:lnTo>
                  <a:pt x="762000" y="685800"/>
                </a:lnTo>
                <a:lnTo>
                  <a:pt x="781050" y="657225"/>
                </a:lnTo>
                <a:lnTo>
                  <a:pt x="838200" y="657225"/>
                </a:lnTo>
                <a:lnTo>
                  <a:pt x="838200" y="638175"/>
                </a:lnTo>
                <a:lnTo>
                  <a:pt x="828675" y="638175"/>
                </a:lnTo>
                <a:lnTo>
                  <a:pt x="828675" y="571500"/>
                </a:lnTo>
                <a:lnTo>
                  <a:pt x="838200" y="571500"/>
                </a:lnTo>
                <a:lnTo>
                  <a:pt x="838200" y="561975"/>
                </a:lnTo>
                <a:lnTo>
                  <a:pt x="895350" y="561975"/>
                </a:lnTo>
                <a:lnTo>
                  <a:pt x="895350" y="552450"/>
                </a:lnTo>
                <a:lnTo>
                  <a:pt x="904875" y="552450"/>
                </a:lnTo>
                <a:lnTo>
                  <a:pt x="904875" y="419100"/>
                </a:lnTo>
                <a:lnTo>
                  <a:pt x="762000" y="419100"/>
                </a:lnTo>
                <a:lnTo>
                  <a:pt x="752475" y="447675"/>
                </a:lnTo>
                <a:lnTo>
                  <a:pt x="742950" y="447675"/>
                </a:lnTo>
                <a:lnTo>
                  <a:pt x="742950" y="466725"/>
                </a:lnTo>
                <a:lnTo>
                  <a:pt x="733425" y="466725"/>
                </a:lnTo>
                <a:lnTo>
                  <a:pt x="733425" y="504825"/>
                </a:lnTo>
                <a:lnTo>
                  <a:pt x="723900" y="504825"/>
                </a:lnTo>
                <a:lnTo>
                  <a:pt x="723900" y="533400"/>
                </a:lnTo>
                <a:lnTo>
                  <a:pt x="714375" y="533400"/>
                </a:lnTo>
                <a:lnTo>
                  <a:pt x="714375" y="552450"/>
                </a:lnTo>
                <a:lnTo>
                  <a:pt x="704850" y="552450"/>
                </a:lnTo>
                <a:lnTo>
                  <a:pt x="704850" y="581025"/>
                </a:lnTo>
                <a:lnTo>
                  <a:pt x="695325" y="581025"/>
                </a:lnTo>
                <a:lnTo>
                  <a:pt x="695325" y="600075"/>
                </a:lnTo>
                <a:lnTo>
                  <a:pt x="714375" y="609600"/>
                </a:lnTo>
                <a:lnTo>
                  <a:pt x="714375" y="638175"/>
                </a:lnTo>
                <a:lnTo>
                  <a:pt x="704850" y="638175"/>
                </a:lnTo>
                <a:lnTo>
                  <a:pt x="704850" y="647700"/>
                </a:lnTo>
                <a:lnTo>
                  <a:pt x="638175" y="647700"/>
                </a:lnTo>
                <a:lnTo>
                  <a:pt x="638175" y="638175"/>
                </a:lnTo>
                <a:lnTo>
                  <a:pt x="619125" y="628650"/>
                </a:lnTo>
                <a:lnTo>
                  <a:pt x="619125" y="590550"/>
                </a:lnTo>
                <a:lnTo>
                  <a:pt x="638175" y="590550"/>
                </a:lnTo>
                <a:lnTo>
                  <a:pt x="638175" y="581025"/>
                </a:lnTo>
                <a:lnTo>
                  <a:pt x="657225" y="571500"/>
                </a:lnTo>
                <a:lnTo>
                  <a:pt x="657225" y="542925"/>
                </a:lnTo>
                <a:lnTo>
                  <a:pt x="666750" y="542925"/>
                </a:lnTo>
                <a:lnTo>
                  <a:pt x="666750" y="514350"/>
                </a:lnTo>
                <a:lnTo>
                  <a:pt x="676275" y="514350"/>
                </a:lnTo>
                <a:lnTo>
                  <a:pt x="685800" y="457200"/>
                </a:lnTo>
                <a:lnTo>
                  <a:pt x="695325" y="457200"/>
                </a:lnTo>
                <a:lnTo>
                  <a:pt x="704850" y="409575"/>
                </a:lnTo>
                <a:lnTo>
                  <a:pt x="714375" y="409575"/>
                </a:lnTo>
                <a:lnTo>
                  <a:pt x="714375" y="390525"/>
                </a:lnTo>
                <a:lnTo>
                  <a:pt x="695325" y="390525"/>
                </a:lnTo>
                <a:lnTo>
                  <a:pt x="685800" y="361950"/>
                </a:lnTo>
                <a:lnTo>
                  <a:pt x="600075" y="361950"/>
                </a:lnTo>
                <a:lnTo>
                  <a:pt x="600075" y="352425"/>
                </a:lnTo>
                <a:lnTo>
                  <a:pt x="495300" y="342900"/>
                </a:lnTo>
                <a:lnTo>
                  <a:pt x="495300" y="352425"/>
                </a:lnTo>
                <a:lnTo>
                  <a:pt x="466725" y="361950"/>
                </a:lnTo>
                <a:lnTo>
                  <a:pt x="466725" y="371475"/>
                </a:lnTo>
                <a:lnTo>
                  <a:pt x="371475" y="371475"/>
                </a:lnTo>
                <a:lnTo>
                  <a:pt x="371475" y="361950"/>
                </a:lnTo>
                <a:lnTo>
                  <a:pt x="352425" y="361950"/>
                </a:lnTo>
                <a:lnTo>
                  <a:pt x="352425" y="352425"/>
                </a:lnTo>
                <a:lnTo>
                  <a:pt x="333375" y="342900"/>
                </a:lnTo>
                <a:lnTo>
                  <a:pt x="333375" y="323850"/>
                </a:lnTo>
                <a:lnTo>
                  <a:pt x="323850" y="323850"/>
                </a:lnTo>
                <a:lnTo>
                  <a:pt x="323850" y="238125"/>
                </a:lnTo>
                <a:lnTo>
                  <a:pt x="333375" y="238125"/>
                </a:lnTo>
                <a:lnTo>
                  <a:pt x="342900" y="209550"/>
                </a:lnTo>
                <a:lnTo>
                  <a:pt x="400050" y="200025"/>
                </a:lnTo>
                <a:lnTo>
                  <a:pt x="400050" y="161925"/>
                </a:lnTo>
                <a:lnTo>
                  <a:pt x="381000" y="161925"/>
                </a:lnTo>
                <a:lnTo>
                  <a:pt x="381000" y="171450"/>
                </a:lnTo>
                <a:lnTo>
                  <a:pt x="85725" y="171450"/>
                </a:lnTo>
                <a:lnTo>
                  <a:pt x="85725" y="133350"/>
                </a:lnTo>
                <a:lnTo>
                  <a:pt x="95250" y="133350"/>
                </a:lnTo>
                <a:lnTo>
                  <a:pt x="95250" y="123825"/>
                </a:lnTo>
                <a:lnTo>
                  <a:pt x="257175" y="123825"/>
                </a:lnTo>
                <a:lnTo>
                  <a:pt x="257175" y="114300"/>
                </a:lnTo>
                <a:lnTo>
                  <a:pt x="371475" y="114300"/>
                </a:lnTo>
                <a:lnTo>
                  <a:pt x="371475" y="123825"/>
                </a:lnTo>
                <a:lnTo>
                  <a:pt x="400050" y="123825"/>
                </a:lnTo>
                <a:lnTo>
                  <a:pt x="400050" y="104775"/>
                </a:lnTo>
                <a:lnTo>
                  <a:pt x="428625" y="104775"/>
                </a:lnTo>
                <a:lnTo>
                  <a:pt x="438150" y="123825"/>
                </a:lnTo>
                <a:lnTo>
                  <a:pt x="457200" y="123825"/>
                </a:lnTo>
                <a:lnTo>
                  <a:pt x="457200" y="114300"/>
                </a:lnTo>
                <a:lnTo>
                  <a:pt x="733425" y="114300"/>
                </a:lnTo>
                <a:lnTo>
                  <a:pt x="742950" y="142875"/>
                </a:lnTo>
                <a:lnTo>
                  <a:pt x="733425" y="142875"/>
                </a:lnTo>
                <a:lnTo>
                  <a:pt x="723900" y="161925"/>
                </a:lnTo>
                <a:lnTo>
                  <a:pt x="457200" y="171450"/>
                </a:lnTo>
                <a:lnTo>
                  <a:pt x="457200" y="161925"/>
                </a:lnTo>
                <a:lnTo>
                  <a:pt x="438150" y="152400"/>
                </a:lnTo>
                <a:lnTo>
                  <a:pt x="438150" y="200025"/>
                </a:lnTo>
                <a:lnTo>
                  <a:pt x="485775" y="200025"/>
                </a:lnTo>
                <a:lnTo>
                  <a:pt x="485775" y="209550"/>
                </a:lnTo>
                <a:lnTo>
                  <a:pt x="504825" y="209550"/>
                </a:lnTo>
                <a:lnTo>
                  <a:pt x="514350" y="247650"/>
                </a:lnTo>
                <a:lnTo>
                  <a:pt x="542925" y="247650"/>
                </a:lnTo>
                <a:lnTo>
                  <a:pt x="542925" y="238125"/>
                </a:lnTo>
                <a:lnTo>
                  <a:pt x="704850" y="238125"/>
                </a:lnTo>
                <a:lnTo>
                  <a:pt x="704850" y="228600"/>
                </a:lnTo>
                <a:lnTo>
                  <a:pt x="866775" y="228600"/>
                </a:lnTo>
                <a:close/>
                <a:moveTo>
                  <a:pt x="1047750" y="714375"/>
                </a:moveTo>
                <a:lnTo>
                  <a:pt x="1047750" y="704850"/>
                </a:lnTo>
                <a:lnTo>
                  <a:pt x="800100" y="704850"/>
                </a:lnTo>
                <a:lnTo>
                  <a:pt x="800100" y="1038225"/>
                </a:lnTo>
                <a:lnTo>
                  <a:pt x="809625" y="1038225"/>
                </a:lnTo>
                <a:lnTo>
                  <a:pt x="809625" y="1047750"/>
                </a:lnTo>
                <a:lnTo>
                  <a:pt x="1028700" y="1047750"/>
                </a:lnTo>
                <a:lnTo>
                  <a:pt x="1028700" y="1038225"/>
                </a:lnTo>
                <a:lnTo>
                  <a:pt x="1047750" y="1028700"/>
                </a:lnTo>
                <a:lnTo>
                  <a:pt x="1047750" y="714375"/>
                </a:lnTo>
                <a:close/>
                <a:moveTo>
                  <a:pt x="923925" y="1323975"/>
                </a:moveTo>
                <a:lnTo>
                  <a:pt x="923925" y="1333500"/>
                </a:lnTo>
                <a:lnTo>
                  <a:pt x="914400" y="1333500"/>
                </a:lnTo>
                <a:lnTo>
                  <a:pt x="914400" y="1323975"/>
                </a:lnTo>
                <a:lnTo>
                  <a:pt x="895350" y="1314450"/>
                </a:lnTo>
                <a:lnTo>
                  <a:pt x="895350" y="1171575"/>
                </a:lnTo>
                <a:lnTo>
                  <a:pt x="914400" y="1171575"/>
                </a:lnTo>
                <a:lnTo>
                  <a:pt x="914400" y="1162050"/>
                </a:lnTo>
                <a:lnTo>
                  <a:pt x="923925" y="1162050"/>
                </a:lnTo>
                <a:lnTo>
                  <a:pt x="923925" y="1171575"/>
                </a:lnTo>
                <a:lnTo>
                  <a:pt x="942975" y="1181100"/>
                </a:lnTo>
                <a:lnTo>
                  <a:pt x="942975" y="1314450"/>
                </a:lnTo>
                <a:lnTo>
                  <a:pt x="923925" y="1323975"/>
                </a:lnTo>
                <a:close/>
                <a:moveTo>
                  <a:pt x="666750" y="1228725"/>
                </a:moveTo>
                <a:lnTo>
                  <a:pt x="657225" y="1247775"/>
                </a:lnTo>
                <a:lnTo>
                  <a:pt x="628650" y="1247775"/>
                </a:lnTo>
                <a:lnTo>
                  <a:pt x="628650" y="1209675"/>
                </a:lnTo>
                <a:lnTo>
                  <a:pt x="676275" y="1171575"/>
                </a:lnTo>
                <a:lnTo>
                  <a:pt x="676275" y="1152525"/>
                </a:lnTo>
                <a:lnTo>
                  <a:pt x="685800" y="1152525"/>
                </a:lnTo>
                <a:lnTo>
                  <a:pt x="695325" y="1133475"/>
                </a:lnTo>
                <a:lnTo>
                  <a:pt x="704850" y="1133475"/>
                </a:lnTo>
                <a:lnTo>
                  <a:pt x="704850" y="1123950"/>
                </a:lnTo>
                <a:lnTo>
                  <a:pt x="733425" y="1123950"/>
                </a:lnTo>
                <a:lnTo>
                  <a:pt x="742950" y="1152525"/>
                </a:lnTo>
                <a:lnTo>
                  <a:pt x="733425" y="1152525"/>
                </a:lnTo>
                <a:lnTo>
                  <a:pt x="733425" y="1162050"/>
                </a:lnTo>
                <a:lnTo>
                  <a:pt x="714375" y="1171575"/>
                </a:lnTo>
                <a:lnTo>
                  <a:pt x="714375" y="1190625"/>
                </a:lnTo>
                <a:lnTo>
                  <a:pt x="666750" y="1228725"/>
                </a:lnTo>
                <a:close/>
                <a:moveTo>
                  <a:pt x="2609850" y="1276350"/>
                </a:moveTo>
                <a:lnTo>
                  <a:pt x="2590800" y="1276350"/>
                </a:lnTo>
                <a:lnTo>
                  <a:pt x="2590800" y="1285875"/>
                </a:lnTo>
                <a:lnTo>
                  <a:pt x="2552700" y="1285875"/>
                </a:lnTo>
                <a:lnTo>
                  <a:pt x="2543175" y="1238250"/>
                </a:lnTo>
                <a:lnTo>
                  <a:pt x="2552700" y="1238250"/>
                </a:lnTo>
                <a:lnTo>
                  <a:pt x="2552700" y="1228725"/>
                </a:lnTo>
                <a:lnTo>
                  <a:pt x="2609850" y="1228725"/>
                </a:lnTo>
                <a:lnTo>
                  <a:pt x="2609850" y="1219200"/>
                </a:lnTo>
                <a:lnTo>
                  <a:pt x="2619375" y="1219200"/>
                </a:lnTo>
                <a:lnTo>
                  <a:pt x="2619375" y="1200150"/>
                </a:lnTo>
                <a:lnTo>
                  <a:pt x="2609850" y="1200150"/>
                </a:lnTo>
                <a:lnTo>
                  <a:pt x="2609850" y="1152525"/>
                </a:lnTo>
                <a:lnTo>
                  <a:pt x="2619375" y="1152525"/>
                </a:lnTo>
                <a:lnTo>
                  <a:pt x="2619375" y="1143000"/>
                </a:lnTo>
                <a:lnTo>
                  <a:pt x="2667000" y="1143000"/>
                </a:lnTo>
                <a:lnTo>
                  <a:pt x="2676525" y="1219200"/>
                </a:lnTo>
                <a:lnTo>
                  <a:pt x="2686050" y="1219200"/>
                </a:lnTo>
                <a:lnTo>
                  <a:pt x="2686050" y="1209675"/>
                </a:lnTo>
                <a:lnTo>
                  <a:pt x="2743200" y="1209675"/>
                </a:lnTo>
                <a:lnTo>
                  <a:pt x="2743200" y="1228725"/>
                </a:lnTo>
                <a:lnTo>
                  <a:pt x="2752725" y="1228725"/>
                </a:lnTo>
                <a:lnTo>
                  <a:pt x="2752725" y="1257300"/>
                </a:lnTo>
                <a:lnTo>
                  <a:pt x="2743200" y="1257300"/>
                </a:lnTo>
                <a:lnTo>
                  <a:pt x="2743200" y="1266825"/>
                </a:lnTo>
                <a:lnTo>
                  <a:pt x="2686050" y="1266825"/>
                </a:lnTo>
                <a:lnTo>
                  <a:pt x="2686050" y="1343025"/>
                </a:lnTo>
                <a:lnTo>
                  <a:pt x="2638425" y="1352550"/>
                </a:lnTo>
                <a:lnTo>
                  <a:pt x="2638425" y="1343025"/>
                </a:lnTo>
                <a:lnTo>
                  <a:pt x="2628900" y="1343025"/>
                </a:lnTo>
                <a:lnTo>
                  <a:pt x="2628900" y="1285875"/>
                </a:lnTo>
                <a:lnTo>
                  <a:pt x="2609850" y="1276350"/>
                </a:lnTo>
                <a:close/>
                <a:moveTo>
                  <a:pt x="2733675" y="1447800"/>
                </a:moveTo>
                <a:lnTo>
                  <a:pt x="2771775" y="1438275"/>
                </a:lnTo>
                <a:lnTo>
                  <a:pt x="2771775" y="1428750"/>
                </a:lnTo>
                <a:lnTo>
                  <a:pt x="2790825" y="1419225"/>
                </a:lnTo>
                <a:lnTo>
                  <a:pt x="2790825" y="1400175"/>
                </a:lnTo>
                <a:lnTo>
                  <a:pt x="2800350" y="1400175"/>
                </a:lnTo>
                <a:lnTo>
                  <a:pt x="2800350" y="1323975"/>
                </a:lnTo>
                <a:lnTo>
                  <a:pt x="2790825" y="1323975"/>
                </a:lnTo>
                <a:lnTo>
                  <a:pt x="2790825" y="1257300"/>
                </a:lnTo>
                <a:lnTo>
                  <a:pt x="2781300" y="1257300"/>
                </a:lnTo>
                <a:lnTo>
                  <a:pt x="2781300" y="1181100"/>
                </a:lnTo>
                <a:lnTo>
                  <a:pt x="2771775" y="1181100"/>
                </a:lnTo>
                <a:lnTo>
                  <a:pt x="2771775" y="1095375"/>
                </a:lnTo>
                <a:lnTo>
                  <a:pt x="2762250" y="1095375"/>
                </a:lnTo>
                <a:lnTo>
                  <a:pt x="2762250" y="1066800"/>
                </a:lnTo>
                <a:lnTo>
                  <a:pt x="2752725" y="1066800"/>
                </a:lnTo>
                <a:lnTo>
                  <a:pt x="2733675" y="1038225"/>
                </a:lnTo>
                <a:lnTo>
                  <a:pt x="2714625" y="1038225"/>
                </a:lnTo>
                <a:lnTo>
                  <a:pt x="2714625" y="1028700"/>
                </a:lnTo>
                <a:lnTo>
                  <a:pt x="2543175" y="1038225"/>
                </a:lnTo>
                <a:lnTo>
                  <a:pt x="2543175" y="1047750"/>
                </a:lnTo>
                <a:lnTo>
                  <a:pt x="2486025" y="1047750"/>
                </a:lnTo>
                <a:lnTo>
                  <a:pt x="2486025" y="1057275"/>
                </a:lnTo>
                <a:lnTo>
                  <a:pt x="2476500" y="1057275"/>
                </a:lnTo>
                <a:lnTo>
                  <a:pt x="2476500" y="1095375"/>
                </a:lnTo>
                <a:lnTo>
                  <a:pt x="2486025" y="1095375"/>
                </a:lnTo>
                <a:lnTo>
                  <a:pt x="2486025" y="1171575"/>
                </a:lnTo>
                <a:lnTo>
                  <a:pt x="2495550" y="1171575"/>
                </a:lnTo>
                <a:lnTo>
                  <a:pt x="2495550" y="1257300"/>
                </a:lnTo>
                <a:lnTo>
                  <a:pt x="2505075" y="1257300"/>
                </a:lnTo>
                <a:lnTo>
                  <a:pt x="2505075" y="1333500"/>
                </a:lnTo>
                <a:lnTo>
                  <a:pt x="2514600" y="1333500"/>
                </a:lnTo>
                <a:lnTo>
                  <a:pt x="2514600" y="1409700"/>
                </a:lnTo>
                <a:lnTo>
                  <a:pt x="2524125" y="1409700"/>
                </a:lnTo>
                <a:lnTo>
                  <a:pt x="2524125" y="1466850"/>
                </a:lnTo>
                <a:lnTo>
                  <a:pt x="2600325" y="1466850"/>
                </a:lnTo>
                <a:lnTo>
                  <a:pt x="2600325" y="1457325"/>
                </a:lnTo>
                <a:lnTo>
                  <a:pt x="2733675" y="1447800"/>
                </a:lnTo>
                <a:close/>
                <a:moveTo>
                  <a:pt x="1419225" y="295275"/>
                </a:moveTo>
                <a:lnTo>
                  <a:pt x="1447800" y="285750"/>
                </a:lnTo>
                <a:lnTo>
                  <a:pt x="1447800" y="228600"/>
                </a:lnTo>
                <a:lnTo>
                  <a:pt x="1438275" y="228600"/>
                </a:lnTo>
                <a:lnTo>
                  <a:pt x="1438275" y="219075"/>
                </a:lnTo>
                <a:lnTo>
                  <a:pt x="1381125" y="219075"/>
                </a:lnTo>
                <a:lnTo>
                  <a:pt x="1352550" y="228600"/>
                </a:lnTo>
                <a:lnTo>
                  <a:pt x="1352550" y="285750"/>
                </a:lnTo>
                <a:lnTo>
                  <a:pt x="1362075" y="285750"/>
                </a:lnTo>
                <a:lnTo>
                  <a:pt x="1362075" y="295275"/>
                </a:lnTo>
                <a:lnTo>
                  <a:pt x="1419225" y="295275"/>
                </a:lnTo>
                <a:close/>
                <a:moveTo>
                  <a:pt x="466725" y="285750"/>
                </a:moveTo>
                <a:lnTo>
                  <a:pt x="466725" y="247650"/>
                </a:lnTo>
                <a:lnTo>
                  <a:pt x="371475" y="247650"/>
                </a:lnTo>
                <a:lnTo>
                  <a:pt x="371475" y="285750"/>
                </a:lnTo>
                <a:lnTo>
                  <a:pt x="371475" y="314325"/>
                </a:lnTo>
                <a:lnTo>
                  <a:pt x="381000" y="314325"/>
                </a:lnTo>
                <a:lnTo>
                  <a:pt x="381000" y="323850"/>
                </a:lnTo>
                <a:lnTo>
                  <a:pt x="457200" y="323850"/>
                </a:lnTo>
                <a:lnTo>
                  <a:pt x="457200" y="314325"/>
                </a:lnTo>
                <a:lnTo>
                  <a:pt x="466725" y="314325"/>
                </a:lnTo>
                <a:lnTo>
                  <a:pt x="466725" y="285750"/>
                </a:lnTo>
                <a:close/>
                <a:moveTo>
                  <a:pt x="1200150" y="1219200"/>
                </a:moveTo>
                <a:lnTo>
                  <a:pt x="1209675" y="1219200"/>
                </a:lnTo>
                <a:lnTo>
                  <a:pt x="1209675" y="1238250"/>
                </a:lnTo>
                <a:lnTo>
                  <a:pt x="1181100" y="1247775"/>
                </a:lnTo>
                <a:lnTo>
                  <a:pt x="1181100" y="1238250"/>
                </a:lnTo>
                <a:lnTo>
                  <a:pt x="1133475" y="1200150"/>
                </a:lnTo>
                <a:lnTo>
                  <a:pt x="1133475" y="1181100"/>
                </a:lnTo>
                <a:lnTo>
                  <a:pt x="1123950" y="1181100"/>
                </a:lnTo>
                <a:lnTo>
                  <a:pt x="1104900" y="1152525"/>
                </a:lnTo>
                <a:lnTo>
                  <a:pt x="1095375" y="1152525"/>
                </a:lnTo>
                <a:lnTo>
                  <a:pt x="1095375" y="1133475"/>
                </a:lnTo>
                <a:lnTo>
                  <a:pt x="1104900" y="1133475"/>
                </a:lnTo>
                <a:lnTo>
                  <a:pt x="1104900" y="1123950"/>
                </a:lnTo>
                <a:lnTo>
                  <a:pt x="1133475" y="1123950"/>
                </a:lnTo>
                <a:lnTo>
                  <a:pt x="1133475" y="1133475"/>
                </a:lnTo>
                <a:lnTo>
                  <a:pt x="1152525" y="1143000"/>
                </a:lnTo>
                <a:lnTo>
                  <a:pt x="1152525" y="1162050"/>
                </a:lnTo>
                <a:lnTo>
                  <a:pt x="1200150" y="1200150"/>
                </a:lnTo>
                <a:lnTo>
                  <a:pt x="1200150" y="1219200"/>
                </a:lnTo>
                <a:close/>
                <a:moveTo>
                  <a:pt x="952500" y="647700"/>
                </a:moveTo>
                <a:lnTo>
                  <a:pt x="885825" y="647700"/>
                </a:lnTo>
                <a:lnTo>
                  <a:pt x="885825" y="657225"/>
                </a:lnTo>
                <a:lnTo>
                  <a:pt x="895350" y="657225"/>
                </a:lnTo>
                <a:lnTo>
                  <a:pt x="962025" y="657225"/>
                </a:lnTo>
                <a:lnTo>
                  <a:pt x="962025" y="647700"/>
                </a:lnTo>
                <a:lnTo>
                  <a:pt x="952500" y="647700"/>
                </a:lnTo>
                <a:close/>
                <a:moveTo>
                  <a:pt x="2247900" y="1085850"/>
                </a:moveTo>
                <a:lnTo>
                  <a:pt x="2238375" y="1085850"/>
                </a:lnTo>
                <a:lnTo>
                  <a:pt x="2238375" y="1104900"/>
                </a:lnTo>
                <a:lnTo>
                  <a:pt x="2286000" y="1095375"/>
                </a:lnTo>
                <a:lnTo>
                  <a:pt x="2295525" y="1076325"/>
                </a:lnTo>
                <a:lnTo>
                  <a:pt x="2257425" y="1076325"/>
                </a:lnTo>
                <a:lnTo>
                  <a:pt x="2257425" y="1085850"/>
                </a:lnTo>
                <a:lnTo>
                  <a:pt x="2247900" y="108585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12" name="delivery">
            <a:extLst xmlns:a="http://schemas.openxmlformats.org/drawingml/2006/main">
              <a:ext uri="{FF2B5EF4-FFF2-40B4-BE49-F238E27FC236}">
                <a16:creationId xmlns:a16="http://schemas.microsoft.com/office/drawing/2014/main" id="{EAD67D48-2218-4BAB-BE05-ABE22A5E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0" y="533400"/>
                </a:moveTo>
                <a:lnTo>
                  <a:pt x="0" y="381000"/>
                </a:lnTo>
                <a:lnTo>
                  <a:pt x="9525" y="381000"/>
                </a:lnTo>
                <a:lnTo>
                  <a:pt x="9525" y="390525"/>
                </a:lnTo>
                <a:lnTo>
                  <a:pt x="28575" y="400050"/>
                </a:lnTo>
                <a:lnTo>
                  <a:pt x="28575" y="419100"/>
                </a:lnTo>
                <a:lnTo>
                  <a:pt x="38100" y="419100"/>
                </a:lnTo>
                <a:lnTo>
                  <a:pt x="57150" y="447675"/>
                </a:lnTo>
                <a:lnTo>
                  <a:pt x="76200" y="447675"/>
                </a:lnTo>
                <a:lnTo>
                  <a:pt x="76200" y="457200"/>
                </a:lnTo>
                <a:lnTo>
                  <a:pt x="85725" y="457200"/>
                </a:lnTo>
                <a:lnTo>
                  <a:pt x="85725" y="466725"/>
                </a:lnTo>
                <a:lnTo>
                  <a:pt x="95250" y="466725"/>
                </a:lnTo>
                <a:lnTo>
                  <a:pt x="142875" y="523875"/>
                </a:lnTo>
                <a:lnTo>
                  <a:pt x="161925" y="523875"/>
                </a:lnTo>
                <a:lnTo>
                  <a:pt x="161925" y="533400"/>
                </a:lnTo>
                <a:lnTo>
                  <a:pt x="190500" y="552450"/>
                </a:lnTo>
                <a:lnTo>
                  <a:pt x="190500" y="561975"/>
                </a:lnTo>
                <a:lnTo>
                  <a:pt x="209550" y="561975"/>
                </a:lnTo>
                <a:lnTo>
                  <a:pt x="219075" y="581025"/>
                </a:lnTo>
                <a:lnTo>
                  <a:pt x="190500" y="600075"/>
                </a:lnTo>
                <a:lnTo>
                  <a:pt x="190500" y="619125"/>
                </a:lnTo>
                <a:lnTo>
                  <a:pt x="161925" y="638175"/>
                </a:lnTo>
                <a:lnTo>
                  <a:pt x="161925" y="657225"/>
                </a:lnTo>
                <a:lnTo>
                  <a:pt x="152400" y="657225"/>
                </a:lnTo>
                <a:lnTo>
                  <a:pt x="142875" y="676275"/>
                </a:lnTo>
                <a:lnTo>
                  <a:pt x="123825" y="676275"/>
                </a:lnTo>
                <a:lnTo>
                  <a:pt x="123825" y="666750"/>
                </a:lnTo>
                <a:lnTo>
                  <a:pt x="104775" y="666750"/>
                </a:lnTo>
                <a:lnTo>
                  <a:pt x="85725" y="638175"/>
                </a:lnTo>
                <a:lnTo>
                  <a:pt x="66675" y="638175"/>
                </a:lnTo>
                <a:lnTo>
                  <a:pt x="38100" y="600075"/>
                </a:lnTo>
                <a:lnTo>
                  <a:pt x="19050" y="600075"/>
                </a:lnTo>
                <a:lnTo>
                  <a:pt x="19050" y="590550"/>
                </a:lnTo>
                <a:lnTo>
                  <a:pt x="0" y="581025"/>
                </a:lnTo>
                <a:lnTo>
                  <a:pt x="0" y="53340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3" name="delivery">
            <a:extLst xmlns:a="http://schemas.openxmlformats.org/drawingml/2006/main">
              <a:ext uri="{FF2B5EF4-FFF2-40B4-BE49-F238E27FC236}">
                <a16:creationId xmlns:a16="http://schemas.microsoft.com/office/drawing/2014/main" id="{0732D4E0-C09F-46F7-9770-697D4EA7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819150" y="1000125"/>
                </a:moveTo>
                <a:lnTo>
                  <a:pt x="819150" y="942975"/>
                </a:lnTo>
                <a:lnTo>
                  <a:pt x="809625" y="942975"/>
                </a:lnTo>
                <a:lnTo>
                  <a:pt x="809625" y="876300"/>
                </a:lnTo>
                <a:lnTo>
                  <a:pt x="819150" y="876300"/>
                </a:lnTo>
                <a:lnTo>
                  <a:pt x="809625" y="847725"/>
                </a:lnTo>
                <a:lnTo>
                  <a:pt x="819150" y="847725"/>
                </a:lnTo>
                <a:lnTo>
                  <a:pt x="819150" y="828675"/>
                </a:lnTo>
                <a:lnTo>
                  <a:pt x="962025" y="828675"/>
                </a:lnTo>
                <a:lnTo>
                  <a:pt x="962025" y="838200"/>
                </a:lnTo>
                <a:lnTo>
                  <a:pt x="981075" y="838200"/>
                </a:lnTo>
                <a:lnTo>
                  <a:pt x="981075" y="828675"/>
                </a:lnTo>
                <a:lnTo>
                  <a:pt x="1019175" y="828675"/>
                </a:lnTo>
                <a:lnTo>
                  <a:pt x="1019175" y="838200"/>
                </a:lnTo>
                <a:lnTo>
                  <a:pt x="1028700" y="838200"/>
                </a:lnTo>
                <a:lnTo>
                  <a:pt x="1028700" y="1019175"/>
                </a:lnTo>
                <a:lnTo>
                  <a:pt x="1019175" y="1019175"/>
                </a:lnTo>
                <a:lnTo>
                  <a:pt x="1019175" y="1028700"/>
                </a:lnTo>
                <a:lnTo>
                  <a:pt x="828675" y="1028700"/>
                </a:lnTo>
                <a:lnTo>
                  <a:pt x="819150" y="1000125"/>
                </a:lnTo>
                <a:close/>
              </a:path>
            </a:pathLst>
          </a:custGeom>
          <a:solidFill xmlns:a="http://schemas.openxmlformats.org/drawingml/2006/main">
            <a:srgbClr val="A13DAA"/>
          </a:solidFill>
          <a:ln xmlns:a="http://schemas.openxmlformats.org/drawingml/2006/main" w="0">
            <a:noFill/>
          </a:ln>
        </p:spPr>
      </p:sp>
      <p:sp>
        <p:nvSpPr>
          <p:cNvPr id="14" name="arrow1">
            <a:extLst xmlns:a="http://schemas.openxmlformats.org/drawingml/2006/main">
              <a:ext uri="{FF2B5EF4-FFF2-40B4-BE49-F238E27FC236}">
                <a16:creationId xmlns:a16="http://schemas.microsoft.com/office/drawing/2014/main" id="{E30E3851-2462-4776-9E94-10B0BB76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1857375" cy="666750"/>
          </a:xfrm>
          <a:custGeom xmlns:a="http://schemas.openxmlformats.org/drawingml/2006/main">
            <a:pathLst>
              <a:path w="1857375" h="666750">
                <a:moveTo>
                  <a:pt x="781050" y="400050"/>
                </a:moveTo>
                <a:lnTo>
                  <a:pt x="742950" y="400050"/>
                </a:lnTo>
                <a:lnTo>
                  <a:pt x="742950" y="409575"/>
                </a:lnTo>
                <a:lnTo>
                  <a:pt x="704850" y="409575"/>
                </a:lnTo>
                <a:lnTo>
                  <a:pt x="704850" y="419100"/>
                </a:lnTo>
                <a:lnTo>
                  <a:pt x="666750" y="419100"/>
                </a:lnTo>
                <a:lnTo>
                  <a:pt x="666750" y="428625"/>
                </a:lnTo>
                <a:lnTo>
                  <a:pt x="619125" y="428625"/>
                </a:lnTo>
                <a:lnTo>
                  <a:pt x="619125" y="438150"/>
                </a:lnTo>
                <a:lnTo>
                  <a:pt x="590550" y="438150"/>
                </a:lnTo>
                <a:lnTo>
                  <a:pt x="590550" y="447675"/>
                </a:lnTo>
                <a:lnTo>
                  <a:pt x="514350" y="457200"/>
                </a:lnTo>
                <a:lnTo>
                  <a:pt x="514350" y="466725"/>
                </a:lnTo>
                <a:lnTo>
                  <a:pt x="485775" y="466725"/>
                </a:lnTo>
                <a:lnTo>
                  <a:pt x="485775" y="476250"/>
                </a:lnTo>
                <a:lnTo>
                  <a:pt x="409575" y="485775"/>
                </a:lnTo>
                <a:lnTo>
                  <a:pt x="409575" y="495300"/>
                </a:lnTo>
                <a:lnTo>
                  <a:pt x="381000" y="495300"/>
                </a:lnTo>
                <a:lnTo>
                  <a:pt x="381000" y="504825"/>
                </a:lnTo>
                <a:lnTo>
                  <a:pt x="352425" y="504825"/>
                </a:lnTo>
                <a:lnTo>
                  <a:pt x="352425" y="514350"/>
                </a:lnTo>
                <a:lnTo>
                  <a:pt x="323850" y="514350"/>
                </a:lnTo>
                <a:lnTo>
                  <a:pt x="323850" y="523875"/>
                </a:lnTo>
                <a:lnTo>
                  <a:pt x="295275" y="523875"/>
                </a:lnTo>
                <a:lnTo>
                  <a:pt x="295275" y="533400"/>
                </a:lnTo>
                <a:lnTo>
                  <a:pt x="238125" y="542925"/>
                </a:lnTo>
                <a:lnTo>
                  <a:pt x="238125" y="552450"/>
                </a:lnTo>
                <a:lnTo>
                  <a:pt x="219075" y="552450"/>
                </a:lnTo>
                <a:lnTo>
                  <a:pt x="219075" y="561975"/>
                </a:lnTo>
                <a:lnTo>
                  <a:pt x="161925" y="571500"/>
                </a:lnTo>
                <a:lnTo>
                  <a:pt x="161925" y="581025"/>
                </a:lnTo>
                <a:lnTo>
                  <a:pt x="114300" y="590550"/>
                </a:lnTo>
                <a:lnTo>
                  <a:pt x="114300" y="600075"/>
                </a:lnTo>
                <a:lnTo>
                  <a:pt x="95250" y="600075"/>
                </a:lnTo>
                <a:lnTo>
                  <a:pt x="95250" y="609600"/>
                </a:lnTo>
                <a:lnTo>
                  <a:pt x="66675" y="609600"/>
                </a:lnTo>
                <a:lnTo>
                  <a:pt x="57150" y="561975"/>
                </a:lnTo>
                <a:lnTo>
                  <a:pt x="47625" y="561975"/>
                </a:lnTo>
                <a:lnTo>
                  <a:pt x="38100" y="514350"/>
                </a:lnTo>
                <a:lnTo>
                  <a:pt x="28575" y="514350"/>
                </a:lnTo>
                <a:lnTo>
                  <a:pt x="28575" y="476250"/>
                </a:lnTo>
                <a:lnTo>
                  <a:pt x="57150" y="476250"/>
                </a:lnTo>
                <a:lnTo>
                  <a:pt x="57150" y="466725"/>
                </a:lnTo>
                <a:lnTo>
                  <a:pt x="76200" y="466725"/>
                </a:lnTo>
                <a:lnTo>
                  <a:pt x="76200" y="457200"/>
                </a:lnTo>
                <a:lnTo>
                  <a:pt x="104775" y="457200"/>
                </a:lnTo>
                <a:lnTo>
                  <a:pt x="104775" y="447675"/>
                </a:lnTo>
                <a:lnTo>
                  <a:pt x="123825" y="447675"/>
                </a:lnTo>
                <a:lnTo>
                  <a:pt x="123825" y="438150"/>
                </a:lnTo>
                <a:lnTo>
                  <a:pt x="152400" y="438150"/>
                </a:lnTo>
                <a:lnTo>
                  <a:pt x="152400" y="428625"/>
                </a:lnTo>
                <a:lnTo>
                  <a:pt x="171450" y="428625"/>
                </a:lnTo>
                <a:lnTo>
                  <a:pt x="171450" y="419100"/>
                </a:lnTo>
                <a:lnTo>
                  <a:pt x="209550" y="419100"/>
                </a:lnTo>
                <a:lnTo>
                  <a:pt x="209550" y="409575"/>
                </a:lnTo>
                <a:lnTo>
                  <a:pt x="228600" y="409575"/>
                </a:lnTo>
                <a:lnTo>
                  <a:pt x="228600" y="400050"/>
                </a:lnTo>
                <a:lnTo>
                  <a:pt x="257175" y="400050"/>
                </a:lnTo>
                <a:lnTo>
                  <a:pt x="257175" y="390525"/>
                </a:lnTo>
                <a:lnTo>
                  <a:pt x="285750" y="390525"/>
                </a:lnTo>
                <a:lnTo>
                  <a:pt x="285750" y="381000"/>
                </a:lnTo>
                <a:lnTo>
                  <a:pt x="314325" y="381000"/>
                </a:lnTo>
                <a:lnTo>
                  <a:pt x="314325" y="371475"/>
                </a:lnTo>
                <a:lnTo>
                  <a:pt x="342900" y="371475"/>
                </a:lnTo>
                <a:lnTo>
                  <a:pt x="342900" y="361950"/>
                </a:lnTo>
                <a:lnTo>
                  <a:pt x="381000" y="361950"/>
                </a:lnTo>
                <a:lnTo>
                  <a:pt x="381000" y="352425"/>
                </a:lnTo>
                <a:lnTo>
                  <a:pt x="409575" y="352425"/>
                </a:lnTo>
                <a:lnTo>
                  <a:pt x="409575" y="342900"/>
                </a:lnTo>
                <a:lnTo>
                  <a:pt x="438150" y="342900"/>
                </a:lnTo>
                <a:lnTo>
                  <a:pt x="438150" y="333375"/>
                </a:lnTo>
                <a:lnTo>
                  <a:pt x="476250" y="333375"/>
                </a:lnTo>
                <a:lnTo>
                  <a:pt x="476250" y="323850"/>
                </a:lnTo>
                <a:lnTo>
                  <a:pt x="542925" y="314325"/>
                </a:lnTo>
                <a:lnTo>
                  <a:pt x="542925" y="304800"/>
                </a:lnTo>
                <a:lnTo>
                  <a:pt x="581025" y="304800"/>
                </a:lnTo>
                <a:lnTo>
                  <a:pt x="581025" y="295275"/>
                </a:lnTo>
                <a:lnTo>
                  <a:pt x="619125" y="295275"/>
                </a:lnTo>
                <a:lnTo>
                  <a:pt x="619125" y="285750"/>
                </a:lnTo>
                <a:lnTo>
                  <a:pt x="666750" y="285750"/>
                </a:lnTo>
                <a:lnTo>
                  <a:pt x="666750" y="276225"/>
                </a:lnTo>
                <a:lnTo>
                  <a:pt x="752475" y="266700"/>
                </a:lnTo>
                <a:lnTo>
                  <a:pt x="752475" y="257175"/>
                </a:lnTo>
                <a:lnTo>
                  <a:pt x="800100" y="257175"/>
                </a:lnTo>
                <a:lnTo>
                  <a:pt x="800100" y="247650"/>
                </a:lnTo>
                <a:lnTo>
                  <a:pt x="838200" y="247650"/>
                </a:lnTo>
                <a:lnTo>
                  <a:pt x="838200" y="238125"/>
                </a:lnTo>
                <a:lnTo>
                  <a:pt x="895350" y="238125"/>
                </a:lnTo>
                <a:lnTo>
                  <a:pt x="895350" y="228600"/>
                </a:lnTo>
                <a:lnTo>
                  <a:pt x="962025" y="228600"/>
                </a:lnTo>
                <a:lnTo>
                  <a:pt x="962025" y="219075"/>
                </a:lnTo>
                <a:lnTo>
                  <a:pt x="1019175" y="219075"/>
                </a:lnTo>
                <a:lnTo>
                  <a:pt x="1019175" y="209550"/>
                </a:lnTo>
                <a:lnTo>
                  <a:pt x="1076325" y="209550"/>
                </a:lnTo>
                <a:lnTo>
                  <a:pt x="1076325" y="200025"/>
                </a:lnTo>
                <a:lnTo>
                  <a:pt x="1152525" y="200025"/>
                </a:lnTo>
                <a:lnTo>
                  <a:pt x="1171575" y="200025"/>
                </a:lnTo>
                <a:lnTo>
                  <a:pt x="1171575" y="190500"/>
                </a:lnTo>
                <a:lnTo>
                  <a:pt x="1257300" y="190500"/>
                </a:lnTo>
                <a:lnTo>
                  <a:pt x="1257300" y="180975"/>
                </a:lnTo>
                <a:lnTo>
                  <a:pt x="1381125" y="180975"/>
                </a:lnTo>
                <a:lnTo>
                  <a:pt x="1381125" y="47625"/>
                </a:lnTo>
                <a:lnTo>
                  <a:pt x="1371600" y="47625"/>
                </a:lnTo>
                <a:lnTo>
                  <a:pt x="1371600" y="38100"/>
                </a:lnTo>
                <a:lnTo>
                  <a:pt x="1390650" y="28575"/>
                </a:lnTo>
                <a:lnTo>
                  <a:pt x="1390650" y="38100"/>
                </a:lnTo>
                <a:lnTo>
                  <a:pt x="1409700" y="38100"/>
                </a:lnTo>
                <a:lnTo>
                  <a:pt x="1409700" y="47625"/>
                </a:lnTo>
                <a:lnTo>
                  <a:pt x="1428750" y="47625"/>
                </a:lnTo>
                <a:lnTo>
                  <a:pt x="1428750" y="57150"/>
                </a:lnTo>
                <a:lnTo>
                  <a:pt x="1457325" y="57150"/>
                </a:lnTo>
                <a:lnTo>
                  <a:pt x="1457325" y="66675"/>
                </a:lnTo>
                <a:lnTo>
                  <a:pt x="1476375" y="66675"/>
                </a:lnTo>
                <a:lnTo>
                  <a:pt x="1476375" y="76200"/>
                </a:lnTo>
                <a:lnTo>
                  <a:pt x="1495425" y="76200"/>
                </a:lnTo>
                <a:lnTo>
                  <a:pt x="1495425" y="85725"/>
                </a:lnTo>
                <a:lnTo>
                  <a:pt x="1514475" y="85725"/>
                </a:lnTo>
                <a:lnTo>
                  <a:pt x="1514475" y="95250"/>
                </a:lnTo>
                <a:lnTo>
                  <a:pt x="1543050" y="95250"/>
                </a:lnTo>
                <a:lnTo>
                  <a:pt x="1543050" y="104775"/>
                </a:lnTo>
                <a:lnTo>
                  <a:pt x="1562100" y="104775"/>
                </a:lnTo>
                <a:lnTo>
                  <a:pt x="1562100" y="114300"/>
                </a:lnTo>
                <a:lnTo>
                  <a:pt x="1581150" y="114300"/>
                </a:lnTo>
                <a:lnTo>
                  <a:pt x="1581150" y="123825"/>
                </a:lnTo>
                <a:lnTo>
                  <a:pt x="1600200" y="123825"/>
                </a:lnTo>
                <a:lnTo>
                  <a:pt x="1600200" y="133350"/>
                </a:lnTo>
                <a:lnTo>
                  <a:pt x="1628775" y="133350"/>
                </a:lnTo>
                <a:lnTo>
                  <a:pt x="1628775" y="142875"/>
                </a:lnTo>
                <a:lnTo>
                  <a:pt x="1647825" y="142875"/>
                </a:lnTo>
                <a:lnTo>
                  <a:pt x="1647825" y="152400"/>
                </a:lnTo>
                <a:lnTo>
                  <a:pt x="1666875" y="152400"/>
                </a:lnTo>
                <a:lnTo>
                  <a:pt x="1666875" y="161925"/>
                </a:lnTo>
                <a:lnTo>
                  <a:pt x="1685925" y="161925"/>
                </a:lnTo>
                <a:lnTo>
                  <a:pt x="1685925" y="171450"/>
                </a:lnTo>
                <a:lnTo>
                  <a:pt x="1704975" y="171450"/>
                </a:lnTo>
                <a:lnTo>
                  <a:pt x="1704975" y="180975"/>
                </a:lnTo>
                <a:lnTo>
                  <a:pt x="1724025" y="180975"/>
                </a:lnTo>
                <a:lnTo>
                  <a:pt x="1724025" y="190500"/>
                </a:lnTo>
                <a:lnTo>
                  <a:pt x="1752600" y="190500"/>
                </a:lnTo>
                <a:lnTo>
                  <a:pt x="1752600" y="200025"/>
                </a:lnTo>
                <a:lnTo>
                  <a:pt x="1790700" y="209550"/>
                </a:lnTo>
                <a:lnTo>
                  <a:pt x="1781175" y="238125"/>
                </a:lnTo>
                <a:lnTo>
                  <a:pt x="1743075" y="247650"/>
                </a:lnTo>
                <a:lnTo>
                  <a:pt x="1733550" y="266700"/>
                </a:lnTo>
                <a:lnTo>
                  <a:pt x="1714500" y="266700"/>
                </a:lnTo>
                <a:lnTo>
                  <a:pt x="1704975" y="285750"/>
                </a:lnTo>
                <a:lnTo>
                  <a:pt x="1666875" y="295275"/>
                </a:lnTo>
                <a:lnTo>
                  <a:pt x="1657350" y="314325"/>
                </a:lnTo>
                <a:lnTo>
                  <a:pt x="1638300" y="314325"/>
                </a:lnTo>
                <a:lnTo>
                  <a:pt x="1628775" y="333375"/>
                </a:lnTo>
                <a:lnTo>
                  <a:pt x="1590675" y="342900"/>
                </a:lnTo>
                <a:lnTo>
                  <a:pt x="1581150" y="361950"/>
                </a:lnTo>
                <a:lnTo>
                  <a:pt x="1562100" y="361950"/>
                </a:lnTo>
                <a:lnTo>
                  <a:pt x="1552575" y="381000"/>
                </a:lnTo>
                <a:lnTo>
                  <a:pt x="1514475" y="390525"/>
                </a:lnTo>
                <a:lnTo>
                  <a:pt x="1504950" y="409575"/>
                </a:lnTo>
                <a:lnTo>
                  <a:pt x="1485900" y="409575"/>
                </a:lnTo>
                <a:lnTo>
                  <a:pt x="1476375" y="428625"/>
                </a:lnTo>
                <a:lnTo>
                  <a:pt x="1438275" y="438150"/>
                </a:lnTo>
                <a:lnTo>
                  <a:pt x="1428750" y="457200"/>
                </a:lnTo>
                <a:lnTo>
                  <a:pt x="1400175" y="457200"/>
                </a:lnTo>
                <a:lnTo>
                  <a:pt x="1400175" y="314325"/>
                </a:lnTo>
                <a:lnTo>
                  <a:pt x="1228725" y="323850"/>
                </a:lnTo>
                <a:lnTo>
                  <a:pt x="1228725" y="333375"/>
                </a:lnTo>
                <a:lnTo>
                  <a:pt x="1143000" y="333375"/>
                </a:lnTo>
                <a:lnTo>
                  <a:pt x="1143000" y="342900"/>
                </a:lnTo>
                <a:lnTo>
                  <a:pt x="1066800" y="342900"/>
                </a:lnTo>
                <a:lnTo>
                  <a:pt x="1066800" y="352425"/>
                </a:lnTo>
                <a:lnTo>
                  <a:pt x="1000125" y="352425"/>
                </a:lnTo>
                <a:lnTo>
                  <a:pt x="1000125" y="361950"/>
                </a:lnTo>
                <a:lnTo>
                  <a:pt x="885825" y="371475"/>
                </a:lnTo>
                <a:lnTo>
                  <a:pt x="885825" y="381000"/>
                </a:lnTo>
                <a:lnTo>
                  <a:pt x="838200" y="381000"/>
                </a:lnTo>
                <a:lnTo>
                  <a:pt x="838200" y="390525"/>
                </a:lnTo>
                <a:lnTo>
                  <a:pt x="790575" y="390525"/>
                </a:lnTo>
                <a:lnTo>
                  <a:pt x="790575" y="400050"/>
                </a:lnTo>
                <a:lnTo>
                  <a:pt x="781050" y="4000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5" name="arrow2">
            <a:extLst xmlns:a="http://schemas.openxmlformats.org/drawingml/2006/main">
              <a:ext uri="{FF2B5EF4-FFF2-40B4-BE49-F238E27FC236}">
                <a16:creationId xmlns:a16="http://schemas.microsoft.com/office/drawing/2014/main" id="{4026C673-C945-4EA1-B2BA-3A84A3C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04950"/>
            <a:ext cx="1933575" cy="733425"/>
          </a:xfrm>
          <a:custGeom xmlns:a="http://schemas.openxmlformats.org/drawingml/2006/main">
            <a:pathLst>
              <a:path w="1933575" h="733425">
                <a:moveTo>
                  <a:pt x="1628775" y="666750"/>
                </a:moveTo>
                <a:lnTo>
                  <a:pt x="1447800" y="666750"/>
                </a:lnTo>
                <a:lnTo>
                  <a:pt x="1447800" y="638175"/>
                </a:lnTo>
                <a:lnTo>
                  <a:pt x="1457325" y="638175"/>
                </a:lnTo>
                <a:lnTo>
                  <a:pt x="1457325" y="619125"/>
                </a:lnTo>
                <a:lnTo>
                  <a:pt x="1466850" y="619125"/>
                </a:lnTo>
                <a:lnTo>
                  <a:pt x="1466850" y="600075"/>
                </a:lnTo>
                <a:lnTo>
                  <a:pt x="1476375" y="600075"/>
                </a:lnTo>
                <a:lnTo>
                  <a:pt x="1476375" y="581025"/>
                </a:lnTo>
                <a:lnTo>
                  <a:pt x="1485900" y="581025"/>
                </a:lnTo>
                <a:lnTo>
                  <a:pt x="1485900" y="561975"/>
                </a:lnTo>
                <a:lnTo>
                  <a:pt x="1495425" y="561975"/>
                </a:lnTo>
                <a:lnTo>
                  <a:pt x="1495425" y="542925"/>
                </a:lnTo>
                <a:lnTo>
                  <a:pt x="1504950" y="542925"/>
                </a:lnTo>
                <a:lnTo>
                  <a:pt x="1495425" y="523875"/>
                </a:lnTo>
                <a:lnTo>
                  <a:pt x="1476375" y="523875"/>
                </a:lnTo>
                <a:lnTo>
                  <a:pt x="1476375" y="514350"/>
                </a:lnTo>
                <a:lnTo>
                  <a:pt x="1457325" y="514350"/>
                </a:lnTo>
                <a:lnTo>
                  <a:pt x="1457325" y="504825"/>
                </a:lnTo>
                <a:lnTo>
                  <a:pt x="1438275" y="504825"/>
                </a:lnTo>
                <a:lnTo>
                  <a:pt x="1438275" y="495300"/>
                </a:lnTo>
                <a:lnTo>
                  <a:pt x="1409700" y="495300"/>
                </a:lnTo>
                <a:lnTo>
                  <a:pt x="1409700" y="485775"/>
                </a:lnTo>
                <a:lnTo>
                  <a:pt x="1390650" y="485775"/>
                </a:lnTo>
                <a:lnTo>
                  <a:pt x="1390650" y="476250"/>
                </a:lnTo>
                <a:lnTo>
                  <a:pt x="1362075" y="476250"/>
                </a:lnTo>
                <a:lnTo>
                  <a:pt x="1362075" y="466725"/>
                </a:lnTo>
                <a:lnTo>
                  <a:pt x="1343025" y="466725"/>
                </a:lnTo>
                <a:lnTo>
                  <a:pt x="1343025" y="457200"/>
                </a:lnTo>
                <a:lnTo>
                  <a:pt x="1314450" y="457200"/>
                </a:lnTo>
                <a:lnTo>
                  <a:pt x="1314450" y="447675"/>
                </a:lnTo>
                <a:lnTo>
                  <a:pt x="1285875" y="447675"/>
                </a:lnTo>
                <a:lnTo>
                  <a:pt x="1285875" y="438150"/>
                </a:lnTo>
                <a:lnTo>
                  <a:pt x="1257300" y="438150"/>
                </a:lnTo>
                <a:lnTo>
                  <a:pt x="1257300" y="428625"/>
                </a:lnTo>
                <a:lnTo>
                  <a:pt x="1228725" y="428625"/>
                </a:lnTo>
                <a:lnTo>
                  <a:pt x="1228725" y="419100"/>
                </a:lnTo>
                <a:lnTo>
                  <a:pt x="1200150" y="419100"/>
                </a:lnTo>
                <a:lnTo>
                  <a:pt x="1200150" y="409575"/>
                </a:lnTo>
                <a:lnTo>
                  <a:pt x="1171575" y="409575"/>
                </a:lnTo>
                <a:lnTo>
                  <a:pt x="1171575" y="400050"/>
                </a:lnTo>
                <a:lnTo>
                  <a:pt x="1143000" y="400050"/>
                </a:lnTo>
                <a:lnTo>
                  <a:pt x="1143000" y="390525"/>
                </a:lnTo>
                <a:lnTo>
                  <a:pt x="1104900" y="390525"/>
                </a:lnTo>
                <a:lnTo>
                  <a:pt x="1104900" y="381000"/>
                </a:lnTo>
                <a:lnTo>
                  <a:pt x="1076325" y="381000"/>
                </a:lnTo>
                <a:lnTo>
                  <a:pt x="1076325" y="371475"/>
                </a:lnTo>
                <a:lnTo>
                  <a:pt x="1038225" y="371475"/>
                </a:lnTo>
                <a:lnTo>
                  <a:pt x="1038225" y="361950"/>
                </a:lnTo>
                <a:lnTo>
                  <a:pt x="1000125" y="361950"/>
                </a:lnTo>
                <a:lnTo>
                  <a:pt x="1000125" y="352425"/>
                </a:lnTo>
                <a:lnTo>
                  <a:pt x="962025" y="352425"/>
                </a:lnTo>
                <a:lnTo>
                  <a:pt x="962025" y="342900"/>
                </a:lnTo>
                <a:lnTo>
                  <a:pt x="923925" y="342900"/>
                </a:lnTo>
                <a:lnTo>
                  <a:pt x="923925" y="333375"/>
                </a:lnTo>
                <a:lnTo>
                  <a:pt x="876300" y="333375"/>
                </a:lnTo>
                <a:lnTo>
                  <a:pt x="876300" y="323850"/>
                </a:lnTo>
                <a:lnTo>
                  <a:pt x="828675" y="323850"/>
                </a:lnTo>
                <a:lnTo>
                  <a:pt x="828675" y="314325"/>
                </a:lnTo>
                <a:lnTo>
                  <a:pt x="781050" y="314325"/>
                </a:lnTo>
                <a:lnTo>
                  <a:pt x="781050" y="304800"/>
                </a:lnTo>
                <a:lnTo>
                  <a:pt x="733425" y="304800"/>
                </a:lnTo>
                <a:lnTo>
                  <a:pt x="733425" y="295275"/>
                </a:lnTo>
                <a:lnTo>
                  <a:pt x="666750" y="295275"/>
                </a:lnTo>
                <a:lnTo>
                  <a:pt x="666750" y="285750"/>
                </a:lnTo>
                <a:lnTo>
                  <a:pt x="600075" y="285750"/>
                </a:lnTo>
                <a:lnTo>
                  <a:pt x="600075" y="276225"/>
                </a:lnTo>
                <a:lnTo>
                  <a:pt x="533400" y="276225"/>
                </a:lnTo>
                <a:lnTo>
                  <a:pt x="533400" y="266700"/>
                </a:lnTo>
                <a:lnTo>
                  <a:pt x="333375" y="257175"/>
                </a:lnTo>
                <a:lnTo>
                  <a:pt x="333375" y="247650"/>
                </a:lnTo>
                <a:lnTo>
                  <a:pt x="209550" y="247650"/>
                </a:lnTo>
                <a:lnTo>
                  <a:pt x="209550" y="238125"/>
                </a:lnTo>
                <a:lnTo>
                  <a:pt x="47625" y="238125"/>
                </a:lnTo>
                <a:lnTo>
                  <a:pt x="47625" y="228600"/>
                </a:lnTo>
                <a:lnTo>
                  <a:pt x="38100" y="228600"/>
                </a:lnTo>
                <a:lnTo>
                  <a:pt x="47625" y="95250"/>
                </a:lnTo>
                <a:lnTo>
                  <a:pt x="342900" y="114300"/>
                </a:lnTo>
                <a:lnTo>
                  <a:pt x="504825" y="123825"/>
                </a:lnTo>
                <a:lnTo>
                  <a:pt x="504825" y="133350"/>
                </a:lnTo>
                <a:lnTo>
                  <a:pt x="581025" y="133350"/>
                </a:lnTo>
                <a:lnTo>
                  <a:pt x="581025" y="142875"/>
                </a:lnTo>
                <a:lnTo>
                  <a:pt x="647700" y="142875"/>
                </a:lnTo>
                <a:lnTo>
                  <a:pt x="647700" y="152400"/>
                </a:lnTo>
                <a:lnTo>
                  <a:pt x="704850" y="152400"/>
                </a:lnTo>
                <a:lnTo>
                  <a:pt x="704850" y="161925"/>
                </a:lnTo>
                <a:lnTo>
                  <a:pt x="762000" y="161925"/>
                </a:lnTo>
                <a:lnTo>
                  <a:pt x="762000" y="171450"/>
                </a:lnTo>
                <a:lnTo>
                  <a:pt x="819150" y="171450"/>
                </a:lnTo>
                <a:lnTo>
                  <a:pt x="819150" y="180975"/>
                </a:lnTo>
                <a:lnTo>
                  <a:pt x="914400" y="190500"/>
                </a:lnTo>
                <a:lnTo>
                  <a:pt x="914400" y="200025"/>
                </a:lnTo>
                <a:lnTo>
                  <a:pt x="952500" y="200025"/>
                </a:lnTo>
                <a:lnTo>
                  <a:pt x="952500" y="209550"/>
                </a:lnTo>
                <a:lnTo>
                  <a:pt x="1000125" y="209550"/>
                </a:lnTo>
                <a:lnTo>
                  <a:pt x="1000125" y="219075"/>
                </a:lnTo>
                <a:lnTo>
                  <a:pt x="1038225" y="219075"/>
                </a:lnTo>
                <a:lnTo>
                  <a:pt x="1038225" y="228600"/>
                </a:lnTo>
                <a:lnTo>
                  <a:pt x="1114425" y="238125"/>
                </a:lnTo>
                <a:lnTo>
                  <a:pt x="1114425" y="247650"/>
                </a:lnTo>
                <a:lnTo>
                  <a:pt x="1143000" y="247650"/>
                </a:lnTo>
                <a:lnTo>
                  <a:pt x="1143000" y="257175"/>
                </a:lnTo>
                <a:lnTo>
                  <a:pt x="1181100" y="257175"/>
                </a:lnTo>
                <a:lnTo>
                  <a:pt x="1181100" y="266700"/>
                </a:lnTo>
                <a:lnTo>
                  <a:pt x="1209675" y="266700"/>
                </a:lnTo>
                <a:lnTo>
                  <a:pt x="1209675" y="276225"/>
                </a:lnTo>
                <a:lnTo>
                  <a:pt x="1238250" y="276225"/>
                </a:lnTo>
                <a:lnTo>
                  <a:pt x="1238250" y="285750"/>
                </a:lnTo>
                <a:lnTo>
                  <a:pt x="1276350" y="285750"/>
                </a:lnTo>
                <a:lnTo>
                  <a:pt x="1276350" y="295275"/>
                </a:lnTo>
                <a:lnTo>
                  <a:pt x="1295400" y="295275"/>
                </a:lnTo>
                <a:lnTo>
                  <a:pt x="1295400" y="304800"/>
                </a:lnTo>
                <a:lnTo>
                  <a:pt x="1323975" y="304800"/>
                </a:lnTo>
                <a:lnTo>
                  <a:pt x="1323975" y="314325"/>
                </a:lnTo>
                <a:lnTo>
                  <a:pt x="1381125" y="323850"/>
                </a:lnTo>
                <a:lnTo>
                  <a:pt x="1381125" y="333375"/>
                </a:lnTo>
                <a:lnTo>
                  <a:pt x="1400175" y="333375"/>
                </a:lnTo>
                <a:lnTo>
                  <a:pt x="1400175" y="342900"/>
                </a:lnTo>
                <a:lnTo>
                  <a:pt x="1457325" y="352425"/>
                </a:lnTo>
                <a:lnTo>
                  <a:pt x="1457325" y="361950"/>
                </a:lnTo>
                <a:lnTo>
                  <a:pt x="1476375" y="361950"/>
                </a:lnTo>
                <a:lnTo>
                  <a:pt x="1476375" y="371475"/>
                </a:lnTo>
                <a:lnTo>
                  <a:pt x="1495425" y="371475"/>
                </a:lnTo>
                <a:lnTo>
                  <a:pt x="1495425" y="381000"/>
                </a:lnTo>
                <a:lnTo>
                  <a:pt x="1524000" y="381000"/>
                </a:lnTo>
                <a:lnTo>
                  <a:pt x="1524000" y="390525"/>
                </a:lnTo>
                <a:lnTo>
                  <a:pt x="1543050" y="390525"/>
                </a:lnTo>
                <a:lnTo>
                  <a:pt x="1543050" y="400050"/>
                </a:lnTo>
                <a:lnTo>
                  <a:pt x="1571625" y="400050"/>
                </a:lnTo>
                <a:lnTo>
                  <a:pt x="1571625" y="381000"/>
                </a:lnTo>
                <a:lnTo>
                  <a:pt x="1581150" y="381000"/>
                </a:lnTo>
                <a:lnTo>
                  <a:pt x="1581150" y="361950"/>
                </a:lnTo>
                <a:lnTo>
                  <a:pt x="1590675" y="361950"/>
                </a:lnTo>
                <a:lnTo>
                  <a:pt x="1609725" y="304800"/>
                </a:lnTo>
                <a:lnTo>
                  <a:pt x="1619250" y="304800"/>
                </a:lnTo>
                <a:lnTo>
                  <a:pt x="1628775" y="285750"/>
                </a:lnTo>
                <a:lnTo>
                  <a:pt x="1647825" y="285750"/>
                </a:lnTo>
                <a:lnTo>
                  <a:pt x="1647825" y="304800"/>
                </a:lnTo>
                <a:lnTo>
                  <a:pt x="1666875" y="314325"/>
                </a:lnTo>
                <a:lnTo>
                  <a:pt x="1666875" y="333375"/>
                </a:lnTo>
                <a:lnTo>
                  <a:pt x="1685925" y="342900"/>
                </a:lnTo>
                <a:lnTo>
                  <a:pt x="1685925" y="361950"/>
                </a:lnTo>
                <a:lnTo>
                  <a:pt x="1714500" y="381000"/>
                </a:lnTo>
                <a:lnTo>
                  <a:pt x="1714500" y="400050"/>
                </a:lnTo>
                <a:lnTo>
                  <a:pt x="1733550" y="409575"/>
                </a:lnTo>
                <a:lnTo>
                  <a:pt x="1733550" y="428625"/>
                </a:lnTo>
                <a:lnTo>
                  <a:pt x="1752600" y="438150"/>
                </a:lnTo>
                <a:lnTo>
                  <a:pt x="1752600" y="457200"/>
                </a:lnTo>
                <a:lnTo>
                  <a:pt x="1771650" y="466725"/>
                </a:lnTo>
                <a:lnTo>
                  <a:pt x="1771650" y="485775"/>
                </a:lnTo>
                <a:lnTo>
                  <a:pt x="1790700" y="495300"/>
                </a:lnTo>
                <a:lnTo>
                  <a:pt x="1790700" y="514350"/>
                </a:lnTo>
                <a:lnTo>
                  <a:pt x="1809750" y="523875"/>
                </a:lnTo>
                <a:lnTo>
                  <a:pt x="1809750" y="542925"/>
                </a:lnTo>
                <a:lnTo>
                  <a:pt x="1828800" y="552450"/>
                </a:lnTo>
                <a:lnTo>
                  <a:pt x="1828800" y="571500"/>
                </a:lnTo>
                <a:lnTo>
                  <a:pt x="1847850" y="581025"/>
                </a:lnTo>
                <a:lnTo>
                  <a:pt x="1847850" y="600075"/>
                </a:lnTo>
                <a:lnTo>
                  <a:pt x="1876425" y="619125"/>
                </a:lnTo>
                <a:lnTo>
                  <a:pt x="1876425" y="638175"/>
                </a:lnTo>
                <a:lnTo>
                  <a:pt x="1895475" y="647700"/>
                </a:lnTo>
                <a:lnTo>
                  <a:pt x="1895475" y="666750"/>
                </a:lnTo>
                <a:lnTo>
                  <a:pt x="1628775" y="6667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6" name="arrow3">
            <a:extLst xmlns:a="http://schemas.openxmlformats.org/drawingml/2006/main">
              <a:ext uri="{FF2B5EF4-FFF2-40B4-BE49-F238E27FC236}">
                <a16:creationId xmlns:a16="http://schemas.microsoft.com/office/drawing/2014/main" id="{991D5CD7-D3BC-4CFC-B8B5-5C3C0D8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00375"/>
            <a:ext cx="714375" cy="1857375"/>
          </a:xfrm>
          <a:custGeom xmlns:a="http://schemas.openxmlformats.org/drawingml/2006/main">
            <a:pathLst>
              <a:path w="714375" h="1857375">
                <a:moveTo>
                  <a:pt x="419100" y="1619250"/>
                </a:moveTo>
                <a:lnTo>
                  <a:pt x="419100" y="1628775"/>
                </a:lnTo>
                <a:lnTo>
                  <a:pt x="390525" y="1638300"/>
                </a:lnTo>
                <a:lnTo>
                  <a:pt x="381000" y="1657350"/>
                </a:lnTo>
                <a:lnTo>
                  <a:pt x="342900" y="1666875"/>
                </a:lnTo>
                <a:lnTo>
                  <a:pt x="333375" y="1685925"/>
                </a:lnTo>
                <a:lnTo>
                  <a:pt x="295275" y="1695450"/>
                </a:lnTo>
                <a:lnTo>
                  <a:pt x="285750" y="1714500"/>
                </a:lnTo>
                <a:lnTo>
                  <a:pt x="247650" y="1724025"/>
                </a:lnTo>
                <a:lnTo>
                  <a:pt x="238125" y="1743075"/>
                </a:lnTo>
                <a:lnTo>
                  <a:pt x="200025" y="1752600"/>
                </a:lnTo>
                <a:lnTo>
                  <a:pt x="190500" y="1771650"/>
                </a:lnTo>
                <a:lnTo>
                  <a:pt x="152400" y="1781175"/>
                </a:lnTo>
                <a:lnTo>
                  <a:pt x="142875" y="1800225"/>
                </a:lnTo>
                <a:lnTo>
                  <a:pt x="114300" y="1800225"/>
                </a:lnTo>
                <a:lnTo>
                  <a:pt x="133350" y="1371600"/>
                </a:lnTo>
                <a:lnTo>
                  <a:pt x="161925" y="1371600"/>
                </a:lnTo>
                <a:lnTo>
                  <a:pt x="161925" y="1381125"/>
                </a:lnTo>
                <a:lnTo>
                  <a:pt x="180975" y="1381125"/>
                </a:lnTo>
                <a:lnTo>
                  <a:pt x="190500" y="1400175"/>
                </a:lnTo>
                <a:lnTo>
                  <a:pt x="209550" y="1400175"/>
                </a:lnTo>
                <a:lnTo>
                  <a:pt x="209550" y="1409700"/>
                </a:lnTo>
                <a:lnTo>
                  <a:pt x="228600" y="1409700"/>
                </a:lnTo>
                <a:lnTo>
                  <a:pt x="228600" y="1419225"/>
                </a:lnTo>
                <a:lnTo>
                  <a:pt x="247650" y="1419225"/>
                </a:lnTo>
                <a:lnTo>
                  <a:pt x="247650" y="1428750"/>
                </a:lnTo>
                <a:lnTo>
                  <a:pt x="266700" y="1428750"/>
                </a:lnTo>
                <a:lnTo>
                  <a:pt x="266700" y="1409700"/>
                </a:lnTo>
                <a:lnTo>
                  <a:pt x="285750" y="1400175"/>
                </a:lnTo>
                <a:lnTo>
                  <a:pt x="285750" y="1381125"/>
                </a:lnTo>
                <a:lnTo>
                  <a:pt x="295275" y="1381125"/>
                </a:lnTo>
                <a:lnTo>
                  <a:pt x="295275" y="1362075"/>
                </a:lnTo>
                <a:lnTo>
                  <a:pt x="304800" y="1362075"/>
                </a:lnTo>
                <a:lnTo>
                  <a:pt x="304800" y="1343025"/>
                </a:lnTo>
                <a:lnTo>
                  <a:pt x="314325" y="1343025"/>
                </a:lnTo>
                <a:lnTo>
                  <a:pt x="314325" y="1323975"/>
                </a:lnTo>
                <a:lnTo>
                  <a:pt x="323850" y="1323975"/>
                </a:lnTo>
                <a:lnTo>
                  <a:pt x="323850" y="1304925"/>
                </a:lnTo>
                <a:lnTo>
                  <a:pt x="333375" y="1304925"/>
                </a:lnTo>
                <a:lnTo>
                  <a:pt x="333375" y="1276350"/>
                </a:lnTo>
                <a:lnTo>
                  <a:pt x="342900" y="1276350"/>
                </a:lnTo>
                <a:lnTo>
                  <a:pt x="342900" y="1257300"/>
                </a:lnTo>
                <a:lnTo>
                  <a:pt x="352425" y="1257300"/>
                </a:lnTo>
                <a:lnTo>
                  <a:pt x="352425" y="1238250"/>
                </a:lnTo>
                <a:lnTo>
                  <a:pt x="361950" y="1238250"/>
                </a:lnTo>
                <a:lnTo>
                  <a:pt x="361950" y="1219200"/>
                </a:lnTo>
                <a:lnTo>
                  <a:pt x="371475" y="1219200"/>
                </a:lnTo>
                <a:lnTo>
                  <a:pt x="381000" y="1162050"/>
                </a:lnTo>
                <a:lnTo>
                  <a:pt x="390525" y="1162050"/>
                </a:lnTo>
                <a:lnTo>
                  <a:pt x="390525" y="1143000"/>
                </a:lnTo>
                <a:lnTo>
                  <a:pt x="400050" y="1143000"/>
                </a:lnTo>
                <a:lnTo>
                  <a:pt x="400050" y="1114425"/>
                </a:lnTo>
                <a:lnTo>
                  <a:pt x="409575" y="1114425"/>
                </a:lnTo>
                <a:lnTo>
                  <a:pt x="409575" y="1085850"/>
                </a:lnTo>
                <a:lnTo>
                  <a:pt x="419100" y="1085850"/>
                </a:lnTo>
                <a:lnTo>
                  <a:pt x="419100" y="1047750"/>
                </a:lnTo>
                <a:lnTo>
                  <a:pt x="428625" y="1047750"/>
                </a:lnTo>
                <a:lnTo>
                  <a:pt x="428625" y="1019175"/>
                </a:lnTo>
                <a:lnTo>
                  <a:pt x="438150" y="1019175"/>
                </a:lnTo>
                <a:lnTo>
                  <a:pt x="438150" y="971550"/>
                </a:lnTo>
                <a:lnTo>
                  <a:pt x="447675" y="971550"/>
                </a:lnTo>
                <a:lnTo>
                  <a:pt x="447675" y="923925"/>
                </a:lnTo>
                <a:lnTo>
                  <a:pt x="457200" y="923925"/>
                </a:lnTo>
                <a:lnTo>
                  <a:pt x="457200" y="866775"/>
                </a:lnTo>
                <a:lnTo>
                  <a:pt x="466725" y="866775"/>
                </a:lnTo>
                <a:lnTo>
                  <a:pt x="466725" y="590550"/>
                </a:lnTo>
                <a:lnTo>
                  <a:pt x="457200" y="590550"/>
                </a:lnTo>
                <a:lnTo>
                  <a:pt x="457200" y="533400"/>
                </a:lnTo>
                <a:lnTo>
                  <a:pt x="447675" y="533400"/>
                </a:lnTo>
                <a:lnTo>
                  <a:pt x="438150" y="438150"/>
                </a:lnTo>
                <a:lnTo>
                  <a:pt x="428625" y="438150"/>
                </a:lnTo>
                <a:lnTo>
                  <a:pt x="428625" y="409575"/>
                </a:lnTo>
                <a:lnTo>
                  <a:pt x="419100" y="409575"/>
                </a:lnTo>
                <a:lnTo>
                  <a:pt x="419100" y="381000"/>
                </a:lnTo>
                <a:lnTo>
                  <a:pt x="409575" y="381000"/>
                </a:lnTo>
                <a:lnTo>
                  <a:pt x="400050" y="323850"/>
                </a:lnTo>
                <a:lnTo>
                  <a:pt x="390525" y="323850"/>
                </a:lnTo>
                <a:lnTo>
                  <a:pt x="381000" y="276225"/>
                </a:lnTo>
                <a:lnTo>
                  <a:pt x="371475" y="276225"/>
                </a:lnTo>
                <a:lnTo>
                  <a:pt x="361950" y="247650"/>
                </a:lnTo>
                <a:lnTo>
                  <a:pt x="352425" y="219075"/>
                </a:lnTo>
                <a:lnTo>
                  <a:pt x="342900" y="219075"/>
                </a:lnTo>
                <a:lnTo>
                  <a:pt x="342900" y="200025"/>
                </a:lnTo>
                <a:lnTo>
                  <a:pt x="333375" y="200025"/>
                </a:lnTo>
                <a:lnTo>
                  <a:pt x="333375" y="180975"/>
                </a:lnTo>
                <a:lnTo>
                  <a:pt x="323850" y="180975"/>
                </a:lnTo>
                <a:lnTo>
                  <a:pt x="323850" y="161925"/>
                </a:lnTo>
                <a:lnTo>
                  <a:pt x="314325" y="161925"/>
                </a:lnTo>
                <a:lnTo>
                  <a:pt x="314325" y="142875"/>
                </a:lnTo>
                <a:lnTo>
                  <a:pt x="304800" y="142875"/>
                </a:lnTo>
                <a:lnTo>
                  <a:pt x="304800" y="123825"/>
                </a:lnTo>
                <a:lnTo>
                  <a:pt x="285750" y="114300"/>
                </a:lnTo>
                <a:lnTo>
                  <a:pt x="285750" y="95250"/>
                </a:lnTo>
                <a:lnTo>
                  <a:pt x="314325" y="85725"/>
                </a:lnTo>
                <a:lnTo>
                  <a:pt x="314325" y="76200"/>
                </a:lnTo>
                <a:lnTo>
                  <a:pt x="333375" y="76200"/>
                </a:lnTo>
                <a:lnTo>
                  <a:pt x="342900" y="57150"/>
                </a:lnTo>
                <a:lnTo>
                  <a:pt x="361950" y="57150"/>
                </a:lnTo>
                <a:lnTo>
                  <a:pt x="361950" y="47625"/>
                </a:lnTo>
                <a:lnTo>
                  <a:pt x="381000" y="47625"/>
                </a:lnTo>
                <a:lnTo>
                  <a:pt x="381000" y="38100"/>
                </a:lnTo>
                <a:lnTo>
                  <a:pt x="409575" y="38100"/>
                </a:lnTo>
                <a:lnTo>
                  <a:pt x="409575" y="47625"/>
                </a:lnTo>
                <a:lnTo>
                  <a:pt x="419100" y="47625"/>
                </a:lnTo>
                <a:lnTo>
                  <a:pt x="419100" y="66675"/>
                </a:lnTo>
                <a:lnTo>
                  <a:pt x="428625" y="66675"/>
                </a:lnTo>
                <a:lnTo>
                  <a:pt x="428625" y="85725"/>
                </a:lnTo>
                <a:lnTo>
                  <a:pt x="447675" y="95250"/>
                </a:lnTo>
                <a:lnTo>
                  <a:pt x="447675" y="114300"/>
                </a:lnTo>
                <a:lnTo>
                  <a:pt x="457200" y="114300"/>
                </a:lnTo>
                <a:lnTo>
                  <a:pt x="457200" y="133350"/>
                </a:lnTo>
                <a:lnTo>
                  <a:pt x="466725" y="133350"/>
                </a:lnTo>
                <a:lnTo>
                  <a:pt x="466725" y="152400"/>
                </a:lnTo>
                <a:lnTo>
                  <a:pt x="476250" y="152400"/>
                </a:lnTo>
                <a:lnTo>
                  <a:pt x="476250" y="171450"/>
                </a:lnTo>
                <a:lnTo>
                  <a:pt x="485775" y="171450"/>
                </a:lnTo>
                <a:lnTo>
                  <a:pt x="485775" y="190500"/>
                </a:lnTo>
                <a:lnTo>
                  <a:pt x="495300" y="190500"/>
                </a:lnTo>
                <a:lnTo>
                  <a:pt x="495300" y="209550"/>
                </a:lnTo>
                <a:lnTo>
                  <a:pt x="504825" y="209550"/>
                </a:lnTo>
                <a:lnTo>
                  <a:pt x="504825" y="228600"/>
                </a:lnTo>
                <a:lnTo>
                  <a:pt x="514350" y="228600"/>
                </a:lnTo>
                <a:lnTo>
                  <a:pt x="514350" y="257175"/>
                </a:lnTo>
                <a:lnTo>
                  <a:pt x="523875" y="257175"/>
                </a:lnTo>
                <a:lnTo>
                  <a:pt x="523875" y="276225"/>
                </a:lnTo>
                <a:lnTo>
                  <a:pt x="533400" y="276225"/>
                </a:lnTo>
                <a:lnTo>
                  <a:pt x="533400" y="304800"/>
                </a:lnTo>
                <a:lnTo>
                  <a:pt x="542925" y="304800"/>
                </a:lnTo>
                <a:lnTo>
                  <a:pt x="542925" y="333375"/>
                </a:lnTo>
                <a:lnTo>
                  <a:pt x="552450" y="333375"/>
                </a:lnTo>
                <a:lnTo>
                  <a:pt x="552450" y="361950"/>
                </a:lnTo>
                <a:lnTo>
                  <a:pt x="561975" y="361950"/>
                </a:lnTo>
                <a:lnTo>
                  <a:pt x="561975" y="390525"/>
                </a:lnTo>
                <a:lnTo>
                  <a:pt x="571500" y="390525"/>
                </a:lnTo>
                <a:lnTo>
                  <a:pt x="581025" y="466725"/>
                </a:lnTo>
                <a:lnTo>
                  <a:pt x="590550" y="466725"/>
                </a:lnTo>
                <a:lnTo>
                  <a:pt x="600075" y="571500"/>
                </a:lnTo>
                <a:lnTo>
                  <a:pt x="609600" y="571500"/>
                </a:lnTo>
                <a:lnTo>
                  <a:pt x="609600" y="885825"/>
                </a:lnTo>
                <a:lnTo>
                  <a:pt x="600075" y="885825"/>
                </a:lnTo>
                <a:lnTo>
                  <a:pt x="590550" y="990600"/>
                </a:lnTo>
                <a:lnTo>
                  <a:pt x="581025" y="990600"/>
                </a:lnTo>
                <a:lnTo>
                  <a:pt x="581025" y="1028700"/>
                </a:lnTo>
                <a:lnTo>
                  <a:pt x="571500" y="1028700"/>
                </a:lnTo>
                <a:lnTo>
                  <a:pt x="561975" y="1104900"/>
                </a:lnTo>
                <a:lnTo>
                  <a:pt x="552450" y="1104900"/>
                </a:lnTo>
                <a:lnTo>
                  <a:pt x="552450" y="1133475"/>
                </a:lnTo>
                <a:lnTo>
                  <a:pt x="542925" y="1133475"/>
                </a:lnTo>
                <a:lnTo>
                  <a:pt x="542925" y="1162050"/>
                </a:lnTo>
                <a:lnTo>
                  <a:pt x="533400" y="1162050"/>
                </a:lnTo>
                <a:lnTo>
                  <a:pt x="523875" y="1219200"/>
                </a:lnTo>
                <a:lnTo>
                  <a:pt x="514350" y="1219200"/>
                </a:lnTo>
                <a:lnTo>
                  <a:pt x="514350" y="1238250"/>
                </a:lnTo>
                <a:lnTo>
                  <a:pt x="504825" y="1238250"/>
                </a:lnTo>
                <a:lnTo>
                  <a:pt x="504825" y="1266825"/>
                </a:lnTo>
                <a:lnTo>
                  <a:pt x="495300" y="1266825"/>
                </a:lnTo>
                <a:lnTo>
                  <a:pt x="495300" y="1285875"/>
                </a:lnTo>
                <a:lnTo>
                  <a:pt x="485775" y="1285875"/>
                </a:lnTo>
                <a:lnTo>
                  <a:pt x="485775" y="1304925"/>
                </a:lnTo>
                <a:lnTo>
                  <a:pt x="476250" y="1304925"/>
                </a:lnTo>
                <a:lnTo>
                  <a:pt x="476250" y="1323975"/>
                </a:lnTo>
                <a:lnTo>
                  <a:pt x="466725" y="1323975"/>
                </a:lnTo>
                <a:lnTo>
                  <a:pt x="466725" y="1352550"/>
                </a:lnTo>
                <a:lnTo>
                  <a:pt x="457200" y="1352550"/>
                </a:lnTo>
                <a:lnTo>
                  <a:pt x="457200" y="1371600"/>
                </a:lnTo>
                <a:lnTo>
                  <a:pt x="447675" y="1371600"/>
                </a:lnTo>
                <a:lnTo>
                  <a:pt x="447675" y="1390650"/>
                </a:lnTo>
                <a:lnTo>
                  <a:pt x="438150" y="1390650"/>
                </a:lnTo>
                <a:lnTo>
                  <a:pt x="419100" y="1447800"/>
                </a:lnTo>
                <a:lnTo>
                  <a:pt x="409575" y="1447800"/>
                </a:lnTo>
                <a:lnTo>
                  <a:pt x="400050" y="1476375"/>
                </a:lnTo>
                <a:lnTo>
                  <a:pt x="390525" y="1476375"/>
                </a:lnTo>
                <a:lnTo>
                  <a:pt x="390525" y="1504950"/>
                </a:lnTo>
                <a:lnTo>
                  <a:pt x="400050" y="1504950"/>
                </a:lnTo>
                <a:lnTo>
                  <a:pt x="400050" y="1514475"/>
                </a:lnTo>
                <a:lnTo>
                  <a:pt x="457200" y="1533525"/>
                </a:lnTo>
                <a:lnTo>
                  <a:pt x="466725" y="1552575"/>
                </a:lnTo>
                <a:lnTo>
                  <a:pt x="485775" y="1552575"/>
                </a:lnTo>
                <a:lnTo>
                  <a:pt x="485775" y="1562100"/>
                </a:lnTo>
                <a:lnTo>
                  <a:pt x="504825" y="1562100"/>
                </a:lnTo>
                <a:lnTo>
                  <a:pt x="504825" y="1571625"/>
                </a:lnTo>
                <a:lnTo>
                  <a:pt x="495300" y="1571625"/>
                </a:lnTo>
                <a:lnTo>
                  <a:pt x="485775" y="1590675"/>
                </a:lnTo>
                <a:lnTo>
                  <a:pt x="466725" y="1590675"/>
                </a:lnTo>
                <a:lnTo>
                  <a:pt x="457200" y="1609725"/>
                </a:lnTo>
                <a:lnTo>
                  <a:pt x="419100" y="16192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7" name="arrow4">
            <a:extLst xmlns:a="http://schemas.openxmlformats.org/drawingml/2006/main">
              <a:ext uri="{FF2B5EF4-FFF2-40B4-BE49-F238E27FC236}">
                <a16:creationId xmlns:a16="http://schemas.microsoft.com/office/drawing/2014/main" id="{3C6B5804-1D67-43E4-859C-B6FC552C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3143250" cy="523875"/>
          </a:xfrm>
          <a:custGeom xmlns:a="http://schemas.openxmlformats.org/drawingml/2006/main">
            <a:pathLst>
              <a:path w="3143250" h="523875">
                <a:moveTo>
                  <a:pt x="400050" y="66675"/>
                </a:moveTo>
                <a:lnTo>
                  <a:pt x="504825" y="47625"/>
                </a:lnTo>
                <a:lnTo>
                  <a:pt x="504825" y="85725"/>
                </a:lnTo>
                <a:lnTo>
                  <a:pt x="495300" y="85725"/>
                </a:lnTo>
                <a:lnTo>
                  <a:pt x="485775" y="152400"/>
                </a:lnTo>
                <a:lnTo>
                  <a:pt x="476250" y="152400"/>
                </a:lnTo>
                <a:lnTo>
                  <a:pt x="476250" y="190500"/>
                </a:lnTo>
                <a:lnTo>
                  <a:pt x="504825" y="190500"/>
                </a:lnTo>
                <a:lnTo>
                  <a:pt x="504825" y="200025"/>
                </a:lnTo>
                <a:lnTo>
                  <a:pt x="542925" y="200025"/>
                </a:lnTo>
                <a:lnTo>
                  <a:pt x="542925" y="209550"/>
                </a:lnTo>
                <a:lnTo>
                  <a:pt x="581025" y="209550"/>
                </a:lnTo>
                <a:lnTo>
                  <a:pt x="581025" y="219075"/>
                </a:lnTo>
                <a:lnTo>
                  <a:pt x="619125" y="219075"/>
                </a:lnTo>
                <a:lnTo>
                  <a:pt x="619125" y="228600"/>
                </a:lnTo>
                <a:lnTo>
                  <a:pt x="657225" y="228600"/>
                </a:lnTo>
                <a:lnTo>
                  <a:pt x="657225" y="238125"/>
                </a:lnTo>
                <a:lnTo>
                  <a:pt x="704850" y="238125"/>
                </a:lnTo>
                <a:lnTo>
                  <a:pt x="704850" y="247650"/>
                </a:lnTo>
                <a:lnTo>
                  <a:pt x="762000" y="247650"/>
                </a:lnTo>
                <a:lnTo>
                  <a:pt x="762000" y="257175"/>
                </a:lnTo>
                <a:lnTo>
                  <a:pt x="809625" y="257175"/>
                </a:lnTo>
                <a:lnTo>
                  <a:pt x="809625" y="266700"/>
                </a:lnTo>
                <a:lnTo>
                  <a:pt x="866775" y="266700"/>
                </a:lnTo>
                <a:lnTo>
                  <a:pt x="866775" y="276225"/>
                </a:lnTo>
                <a:lnTo>
                  <a:pt x="933450" y="276225"/>
                </a:lnTo>
                <a:lnTo>
                  <a:pt x="933450" y="285750"/>
                </a:lnTo>
                <a:lnTo>
                  <a:pt x="1066800" y="295275"/>
                </a:lnTo>
                <a:lnTo>
                  <a:pt x="1066800" y="304800"/>
                </a:lnTo>
                <a:lnTo>
                  <a:pt x="1304925" y="314325"/>
                </a:lnTo>
                <a:lnTo>
                  <a:pt x="1304925" y="323850"/>
                </a:lnTo>
                <a:lnTo>
                  <a:pt x="1876425" y="323850"/>
                </a:lnTo>
                <a:lnTo>
                  <a:pt x="1876425" y="314325"/>
                </a:lnTo>
                <a:lnTo>
                  <a:pt x="2133600" y="304800"/>
                </a:lnTo>
                <a:lnTo>
                  <a:pt x="2133600" y="295275"/>
                </a:lnTo>
                <a:lnTo>
                  <a:pt x="2219325" y="295275"/>
                </a:lnTo>
                <a:lnTo>
                  <a:pt x="2219325" y="285750"/>
                </a:lnTo>
                <a:lnTo>
                  <a:pt x="2286000" y="285750"/>
                </a:lnTo>
                <a:lnTo>
                  <a:pt x="2286000" y="276225"/>
                </a:lnTo>
                <a:lnTo>
                  <a:pt x="2428875" y="266700"/>
                </a:lnTo>
                <a:lnTo>
                  <a:pt x="2428875" y="257175"/>
                </a:lnTo>
                <a:lnTo>
                  <a:pt x="2486025" y="257175"/>
                </a:lnTo>
                <a:lnTo>
                  <a:pt x="2486025" y="247650"/>
                </a:lnTo>
                <a:lnTo>
                  <a:pt x="2543175" y="247650"/>
                </a:lnTo>
                <a:lnTo>
                  <a:pt x="2543175" y="238125"/>
                </a:lnTo>
                <a:lnTo>
                  <a:pt x="2657475" y="228600"/>
                </a:lnTo>
                <a:lnTo>
                  <a:pt x="2657475" y="219075"/>
                </a:lnTo>
                <a:lnTo>
                  <a:pt x="2705100" y="219075"/>
                </a:lnTo>
                <a:lnTo>
                  <a:pt x="2705100" y="209550"/>
                </a:lnTo>
                <a:lnTo>
                  <a:pt x="2752725" y="209550"/>
                </a:lnTo>
                <a:lnTo>
                  <a:pt x="2752725" y="200025"/>
                </a:lnTo>
                <a:lnTo>
                  <a:pt x="2800350" y="200025"/>
                </a:lnTo>
                <a:lnTo>
                  <a:pt x="2800350" y="190500"/>
                </a:lnTo>
                <a:lnTo>
                  <a:pt x="2847975" y="190500"/>
                </a:lnTo>
                <a:lnTo>
                  <a:pt x="2847975" y="180975"/>
                </a:lnTo>
                <a:lnTo>
                  <a:pt x="2943225" y="171450"/>
                </a:lnTo>
                <a:lnTo>
                  <a:pt x="2943225" y="161925"/>
                </a:lnTo>
                <a:lnTo>
                  <a:pt x="2981325" y="161925"/>
                </a:lnTo>
                <a:lnTo>
                  <a:pt x="2981325" y="152400"/>
                </a:lnTo>
                <a:lnTo>
                  <a:pt x="3019425" y="152400"/>
                </a:lnTo>
                <a:lnTo>
                  <a:pt x="3019425" y="142875"/>
                </a:lnTo>
                <a:lnTo>
                  <a:pt x="3067050" y="142875"/>
                </a:lnTo>
                <a:lnTo>
                  <a:pt x="3067050" y="133350"/>
                </a:lnTo>
                <a:lnTo>
                  <a:pt x="3076575" y="133350"/>
                </a:lnTo>
                <a:lnTo>
                  <a:pt x="3076575" y="142875"/>
                </a:lnTo>
                <a:lnTo>
                  <a:pt x="3086100" y="142875"/>
                </a:lnTo>
                <a:lnTo>
                  <a:pt x="3086100" y="171450"/>
                </a:lnTo>
                <a:lnTo>
                  <a:pt x="3095625" y="171450"/>
                </a:lnTo>
                <a:lnTo>
                  <a:pt x="3095625" y="219075"/>
                </a:lnTo>
                <a:lnTo>
                  <a:pt x="3105150" y="219075"/>
                </a:lnTo>
                <a:lnTo>
                  <a:pt x="3114675" y="266700"/>
                </a:lnTo>
                <a:lnTo>
                  <a:pt x="3095625" y="266700"/>
                </a:lnTo>
                <a:lnTo>
                  <a:pt x="3095625" y="276225"/>
                </a:lnTo>
                <a:lnTo>
                  <a:pt x="3057525" y="276225"/>
                </a:lnTo>
                <a:lnTo>
                  <a:pt x="3057525" y="285750"/>
                </a:lnTo>
                <a:lnTo>
                  <a:pt x="2971800" y="295275"/>
                </a:lnTo>
                <a:lnTo>
                  <a:pt x="2971800" y="304800"/>
                </a:lnTo>
                <a:lnTo>
                  <a:pt x="2924175" y="304800"/>
                </a:lnTo>
                <a:lnTo>
                  <a:pt x="2924175" y="314325"/>
                </a:lnTo>
                <a:lnTo>
                  <a:pt x="2876550" y="314325"/>
                </a:lnTo>
                <a:lnTo>
                  <a:pt x="2876550" y="323850"/>
                </a:lnTo>
                <a:lnTo>
                  <a:pt x="2828925" y="323850"/>
                </a:lnTo>
                <a:lnTo>
                  <a:pt x="2828925" y="333375"/>
                </a:lnTo>
                <a:lnTo>
                  <a:pt x="2762250" y="342900"/>
                </a:lnTo>
                <a:lnTo>
                  <a:pt x="2686050" y="352425"/>
                </a:lnTo>
                <a:lnTo>
                  <a:pt x="2686050" y="361950"/>
                </a:lnTo>
                <a:lnTo>
                  <a:pt x="2638425" y="361950"/>
                </a:lnTo>
                <a:lnTo>
                  <a:pt x="2638425" y="371475"/>
                </a:lnTo>
                <a:lnTo>
                  <a:pt x="2581275" y="371475"/>
                </a:lnTo>
                <a:lnTo>
                  <a:pt x="2581275" y="381000"/>
                </a:lnTo>
                <a:lnTo>
                  <a:pt x="2524125" y="381000"/>
                </a:lnTo>
                <a:lnTo>
                  <a:pt x="2524125" y="390525"/>
                </a:lnTo>
                <a:lnTo>
                  <a:pt x="2466975" y="390525"/>
                </a:lnTo>
                <a:lnTo>
                  <a:pt x="2466975" y="400050"/>
                </a:lnTo>
                <a:lnTo>
                  <a:pt x="2409825" y="400050"/>
                </a:lnTo>
                <a:lnTo>
                  <a:pt x="2409825" y="409575"/>
                </a:lnTo>
                <a:lnTo>
                  <a:pt x="2333625" y="409575"/>
                </a:lnTo>
                <a:lnTo>
                  <a:pt x="2333625" y="419100"/>
                </a:lnTo>
                <a:lnTo>
                  <a:pt x="2266950" y="419100"/>
                </a:lnTo>
                <a:lnTo>
                  <a:pt x="2266950" y="428625"/>
                </a:lnTo>
                <a:lnTo>
                  <a:pt x="2181225" y="428625"/>
                </a:lnTo>
                <a:lnTo>
                  <a:pt x="2181225" y="438150"/>
                </a:lnTo>
                <a:lnTo>
                  <a:pt x="2066925" y="438150"/>
                </a:lnTo>
                <a:lnTo>
                  <a:pt x="2066925" y="447675"/>
                </a:lnTo>
                <a:lnTo>
                  <a:pt x="1952625" y="447675"/>
                </a:lnTo>
                <a:lnTo>
                  <a:pt x="1952625" y="457200"/>
                </a:lnTo>
                <a:lnTo>
                  <a:pt x="1743075" y="457200"/>
                </a:lnTo>
                <a:lnTo>
                  <a:pt x="1743075" y="466725"/>
                </a:lnTo>
                <a:lnTo>
                  <a:pt x="1419225" y="466725"/>
                </a:lnTo>
                <a:lnTo>
                  <a:pt x="1419225" y="457200"/>
                </a:lnTo>
                <a:lnTo>
                  <a:pt x="1238250" y="457200"/>
                </a:lnTo>
                <a:lnTo>
                  <a:pt x="1238250" y="447675"/>
                </a:lnTo>
                <a:lnTo>
                  <a:pt x="1133475" y="447675"/>
                </a:lnTo>
                <a:lnTo>
                  <a:pt x="1133475" y="438150"/>
                </a:lnTo>
                <a:lnTo>
                  <a:pt x="1028700" y="438150"/>
                </a:lnTo>
                <a:lnTo>
                  <a:pt x="1028700" y="428625"/>
                </a:lnTo>
                <a:lnTo>
                  <a:pt x="885825" y="419100"/>
                </a:lnTo>
                <a:lnTo>
                  <a:pt x="885825" y="409575"/>
                </a:lnTo>
                <a:lnTo>
                  <a:pt x="771525" y="400050"/>
                </a:lnTo>
                <a:lnTo>
                  <a:pt x="771525" y="390525"/>
                </a:lnTo>
                <a:lnTo>
                  <a:pt x="723900" y="390525"/>
                </a:lnTo>
                <a:lnTo>
                  <a:pt x="723900" y="381000"/>
                </a:lnTo>
                <a:lnTo>
                  <a:pt x="666750" y="381000"/>
                </a:lnTo>
                <a:lnTo>
                  <a:pt x="666750" y="371475"/>
                </a:lnTo>
                <a:lnTo>
                  <a:pt x="628650" y="371475"/>
                </a:lnTo>
                <a:lnTo>
                  <a:pt x="628650" y="361950"/>
                </a:lnTo>
                <a:lnTo>
                  <a:pt x="590550" y="361950"/>
                </a:lnTo>
                <a:lnTo>
                  <a:pt x="590550" y="352425"/>
                </a:lnTo>
                <a:lnTo>
                  <a:pt x="542925" y="352425"/>
                </a:lnTo>
                <a:lnTo>
                  <a:pt x="542925" y="342900"/>
                </a:lnTo>
                <a:lnTo>
                  <a:pt x="504825" y="342900"/>
                </a:lnTo>
                <a:lnTo>
                  <a:pt x="504825" y="333375"/>
                </a:lnTo>
                <a:lnTo>
                  <a:pt x="466725" y="333375"/>
                </a:lnTo>
                <a:lnTo>
                  <a:pt x="466725" y="323850"/>
                </a:lnTo>
                <a:lnTo>
                  <a:pt x="438150" y="323850"/>
                </a:lnTo>
                <a:lnTo>
                  <a:pt x="438150" y="314325"/>
                </a:lnTo>
                <a:lnTo>
                  <a:pt x="428625" y="314325"/>
                </a:lnTo>
                <a:lnTo>
                  <a:pt x="419100" y="361950"/>
                </a:lnTo>
                <a:lnTo>
                  <a:pt x="409575" y="361950"/>
                </a:lnTo>
                <a:lnTo>
                  <a:pt x="409575" y="390525"/>
                </a:lnTo>
                <a:lnTo>
                  <a:pt x="400050" y="390525"/>
                </a:lnTo>
                <a:lnTo>
                  <a:pt x="400050" y="419100"/>
                </a:lnTo>
                <a:lnTo>
                  <a:pt x="390525" y="419100"/>
                </a:lnTo>
                <a:lnTo>
                  <a:pt x="390525" y="447675"/>
                </a:lnTo>
                <a:lnTo>
                  <a:pt x="371475" y="447675"/>
                </a:lnTo>
                <a:lnTo>
                  <a:pt x="371475" y="438150"/>
                </a:lnTo>
                <a:lnTo>
                  <a:pt x="361950" y="438150"/>
                </a:lnTo>
                <a:lnTo>
                  <a:pt x="361950" y="428625"/>
                </a:lnTo>
                <a:lnTo>
                  <a:pt x="352425" y="428625"/>
                </a:lnTo>
                <a:lnTo>
                  <a:pt x="352425" y="419100"/>
                </a:lnTo>
                <a:lnTo>
                  <a:pt x="342900" y="419100"/>
                </a:lnTo>
                <a:lnTo>
                  <a:pt x="342900" y="409575"/>
                </a:lnTo>
                <a:lnTo>
                  <a:pt x="333375" y="409575"/>
                </a:lnTo>
                <a:lnTo>
                  <a:pt x="333375" y="400050"/>
                </a:lnTo>
                <a:lnTo>
                  <a:pt x="323850" y="400050"/>
                </a:lnTo>
                <a:lnTo>
                  <a:pt x="323850" y="390525"/>
                </a:lnTo>
                <a:lnTo>
                  <a:pt x="314325" y="390525"/>
                </a:lnTo>
                <a:lnTo>
                  <a:pt x="314325" y="381000"/>
                </a:lnTo>
                <a:lnTo>
                  <a:pt x="304800" y="381000"/>
                </a:lnTo>
                <a:lnTo>
                  <a:pt x="304800" y="371475"/>
                </a:lnTo>
                <a:lnTo>
                  <a:pt x="295275" y="371475"/>
                </a:lnTo>
                <a:lnTo>
                  <a:pt x="295275" y="361950"/>
                </a:lnTo>
                <a:lnTo>
                  <a:pt x="285750" y="361950"/>
                </a:lnTo>
                <a:lnTo>
                  <a:pt x="285750" y="352425"/>
                </a:lnTo>
                <a:lnTo>
                  <a:pt x="276225" y="352425"/>
                </a:lnTo>
                <a:lnTo>
                  <a:pt x="276225" y="342900"/>
                </a:lnTo>
                <a:lnTo>
                  <a:pt x="266700" y="342900"/>
                </a:lnTo>
                <a:lnTo>
                  <a:pt x="266700" y="333375"/>
                </a:lnTo>
                <a:lnTo>
                  <a:pt x="257175" y="333375"/>
                </a:lnTo>
                <a:lnTo>
                  <a:pt x="257175" y="323850"/>
                </a:lnTo>
                <a:lnTo>
                  <a:pt x="247650" y="323850"/>
                </a:lnTo>
                <a:lnTo>
                  <a:pt x="247650" y="314325"/>
                </a:lnTo>
                <a:lnTo>
                  <a:pt x="238125" y="314325"/>
                </a:lnTo>
                <a:lnTo>
                  <a:pt x="238125" y="304800"/>
                </a:lnTo>
                <a:lnTo>
                  <a:pt x="228600" y="304800"/>
                </a:lnTo>
                <a:lnTo>
                  <a:pt x="228600" y="295275"/>
                </a:lnTo>
                <a:lnTo>
                  <a:pt x="219075" y="295275"/>
                </a:lnTo>
                <a:lnTo>
                  <a:pt x="219075" y="285750"/>
                </a:lnTo>
                <a:lnTo>
                  <a:pt x="209550" y="285750"/>
                </a:lnTo>
                <a:lnTo>
                  <a:pt x="209550" y="276225"/>
                </a:lnTo>
                <a:lnTo>
                  <a:pt x="200025" y="276225"/>
                </a:lnTo>
                <a:lnTo>
                  <a:pt x="200025" y="266700"/>
                </a:lnTo>
                <a:lnTo>
                  <a:pt x="190500" y="266700"/>
                </a:lnTo>
                <a:lnTo>
                  <a:pt x="190500" y="257175"/>
                </a:lnTo>
                <a:lnTo>
                  <a:pt x="180975" y="257175"/>
                </a:lnTo>
                <a:lnTo>
                  <a:pt x="180975" y="247650"/>
                </a:lnTo>
                <a:lnTo>
                  <a:pt x="171450" y="247650"/>
                </a:lnTo>
                <a:lnTo>
                  <a:pt x="171450" y="238125"/>
                </a:lnTo>
                <a:lnTo>
                  <a:pt x="161925" y="238125"/>
                </a:lnTo>
                <a:lnTo>
                  <a:pt x="161925" y="228600"/>
                </a:lnTo>
                <a:lnTo>
                  <a:pt x="152400" y="228600"/>
                </a:lnTo>
                <a:lnTo>
                  <a:pt x="152400" y="219075"/>
                </a:lnTo>
                <a:lnTo>
                  <a:pt x="142875" y="219075"/>
                </a:lnTo>
                <a:lnTo>
                  <a:pt x="142875" y="209550"/>
                </a:lnTo>
                <a:lnTo>
                  <a:pt x="133350" y="209550"/>
                </a:lnTo>
                <a:lnTo>
                  <a:pt x="133350" y="200025"/>
                </a:lnTo>
                <a:lnTo>
                  <a:pt x="123825" y="200025"/>
                </a:lnTo>
                <a:lnTo>
                  <a:pt x="123825" y="190500"/>
                </a:lnTo>
                <a:lnTo>
                  <a:pt x="66675" y="142875"/>
                </a:lnTo>
                <a:lnTo>
                  <a:pt x="66675" y="123825"/>
                </a:lnTo>
                <a:lnTo>
                  <a:pt x="400050" y="66675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8" name="arrow5">
            <a:extLst xmlns:a="http://schemas.openxmlformats.org/drawingml/2006/main">
              <a:ext uri="{FF2B5EF4-FFF2-40B4-BE49-F238E27FC236}">
                <a16:creationId xmlns:a16="http://schemas.microsoft.com/office/drawing/2014/main" id="{68CB8244-EF23-41D2-9F79-8F4096D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914400" cy="1952625"/>
          </a:xfrm>
          <a:custGeom xmlns:a="http://schemas.openxmlformats.org/drawingml/2006/main">
            <a:pathLst>
              <a:path w="914400" h="1952625">
                <a:moveTo>
                  <a:pt x="809625" y="1333500"/>
                </a:moveTo>
                <a:lnTo>
                  <a:pt x="914400" y="1333500"/>
                </a:lnTo>
                <a:lnTo>
                  <a:pt x="914400" y="1381125"/>
                </a:lnTo>
                <a:lnTo>
                  <a:pt x="857250" y="1381125"/>
                </a:lnTo>
                <a:lnTo>
                  <a:pt x="752475" y="1381125"/>
                </a:lnTo>
                <a:lnTo>
                  <a:pt x="752475" y="1343025"/>
                </a:lnTo>
                <a:lnTo>
                  <a:pt x="762000" y="1343025"/>
                </a:lnTo>
                <a:lnTo>
                  <a:pt x="762000" y="1333500"/>
                </a:lnTo>
                <a:lnTo>
                  <a:pt x="809625" y="133350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19" name="arrow5">
            <a:extLst xmlns:a="http://schemas.openxmlformats.org/drawingml/2006/main">
              <a:ext uri="{FF2B5EF4-FFF2-40B4-BE49-F238E27FC236}">
                <a16:creationId xmlns:a16="http://schemas.microsoft.com/office/drawing/2014/main" id="{344B0F1A-2AFC-4992-9B73-9C18D200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914400" cy="1952625"/>
          </a:xfrm>
          <a:custGeom xmlns:a="http://schemas.openxmlformats.org/drawingml/2006/main">
            <a:pathLst>
              <a:path w="914400" h="1952625">
                <a:moveTo>
                  <a:pt x="476250" y="1343025"/>
                </a:moveTo>
                <a:lnTo>
                  <a:pt x="476250" y="1352550"/>
                </a:lnTo>
                <a:lnTo>
                  <a:pt x="495300" y="1362075"/>
                </a:lnTo>
                <a:lnTo>
                  <a:pt x="504825" y="1400175"/>
                </a:lnTo>
                <a:lnTo>
                  <a:pt x="514350" y="1400175"/>
                </a:lnTo>
                <a:lnTo>
                  <a:pt x="514350" y="1409700"/>
                </a:lnTo>
                <a:lnTo>
                  <a:pt x="533400" y="1419225"/>
                </a:lnTo>
                <a:lnTo>
                  <a:pt x="533400" y="1438275"/>
                </a:lnTo>
                <a:lnTo>
                  <a:pt x="561975" y="1457325"/>
                </a:lnTo>
                <a:lnTo>
                  <a:pt x="561975" y="1476375"/>
                </a:lnTo>
                <a:lnTo>
                  <a:pt x="571500" y="1476375"/>
                </a:lnTo>
                <a:lnTo>
                  <a:pt x="571500" y="1485900"/>
                </a:lnTo>
                <a:lnTo>
                  <a:pt x="600075" y="1504950"/>
                </a:lnTo>
                <a:lnTo>
                  <a:pt x="600075" y="1524000"/>
                </a:lnTo>
                <a:lnTo>
                  <a:pt x="609600" y="1524000"/>
                </a:lnTo>
                <a:lnTo>
                  <a:pt x="609600" y="1533525"/>
                </a:lnTo>
                <a:lnTo>
                  <a:pt x="619125" y="1533525"/>
                </a:lnTo>
                <a:lnTo>
                  <a:pt x="619125" y="1543050"/>
                </a:lnTo>
                <a:lnTo>
                  <a:pt x="628650" y="1543050"/>
                </a:lnTo>
                <a:lnTo>
                  <a:pt x="628650" y="1552575"/>
                </a:lnTo>
                <a:lnTo>
                  <a:pt x="638175" y="1552575"/>
                </a:lnTo>
                <a:lnTo>
                  <a:pt x="638175" y="1562100"/>
                </a:lnTo>
                <a:lnTo>
                  <a:pt x="695325" y="1609725"/>
                </a:lnTo>
                <a:lnTo>
                  <a:pt x="695325" y="1628775"/>
                </a:lnTo>
                <a:lnTo>
                  <a:pt x="704850" y="1628775"/>
                </a:lnTo>
                <a:lnTo>
                  <a:pt x="723900" y="1657350"/>
                </a:lnTo>
                <a:lnTo>
                  <a:pt x="742950" y="1657350"/>
                </a:lnTo>
                <a:lnTo>
                  <a:pt x="742950" y="1666875"/>
                </a:lnTo>
                <a:lnTo>
                  <a:pt x="752475" y="1666875"/>
                </a:lnTo>
                <a:lnTo>
                  <a:pt x="752475" y="1676400"/>
                </a:lnTo>
                <a:lnTo>
                  <a:pt x="762000" y="1676400"/>
                </a:lnTo>
                <a:lnTo>
                  <a:pt x="809625" y="1733550"/>
                </a:lnTo>
                <a:lnTo>
                  <a:pt x="828675" y="1733550"/>
                </a:lnTo>
                <a:lnTo>
                  <a:pt x="857250" y="1771650"/>
                </a:lnTo>
                <a:lnTo>
                  <a:pt x="885825" y="1781175"/>
                </a:lnTo>
                <a:lnTo>
                  <a:pt x="885825" y="1790700"/>
                </a:lnTo>
                <a:lnTo>
                  <a:pt x="857250" y="1809750"/>
                </a:lnTo>
                <a:lnTo>
                  <a:pt x="857250" y="1828800"/>
                </a:lnTo>
                <a:lnTo>
                  <a:pt x="828675" y="1847850"/>
                </a:lnTo>
                <a:lnTo>
                  <a:pt x="828675" y="1866900"/>
                </a:lnTo>
                <a:lnTo>
                  <a:pt x="819150" y="1866900"/>
                </a:lnTo>
                <a:lnTo>
                  <a:pt x="809625" y="1885950"/>
                </a:lnTo>
                <a:lnTo>
                  <a:pt x="771525" y="1876425"/>
                </a:lnTo>
                <a:lnTo>
                  <a:pt x="771525" y="1866900"/>
                </a:lnTo>
                <a:lnTo>
                  <a:pt x="762000" y="1866900"/>
                </a:lnTo>
                <a:lnTo>
                  <a:pt x="752475" y="1847850"/>
                </a:lnTo>
                <a:lnTo>
                  <a:pt x="733425" y="1847850"/>
                </a:lnTo>
                <a:lnTo>
                  <a:pt x="704850" y="1809750"/>
                </a:lnTo>
                <a:lnTo>
                  <a:pt x="685800" y="1809750"/>
                </a:lnTo>
                <a:lnTo>
                  <a:pt x="685800" y="1800225"/>
                </a:lnTo>
                <a:lnTo>
                  <a:pt x="676275" y="1800225"/>
                </a:lnTo>
                <a:lnTo>
                  <a:pt x="676275" y="1790700"/>
                </a:lnTo>
                <a:lnTo>
                  <a:pt x="666750" y="1790700"/>
                </a:lnTo>
                <a:lnTo>
                  <a:pt x="666750" y="1781175"/>
                </a:lnTo>
                <a:lnTo>
                  <a:pt x="657225" y="1781175"/>
                </a:lnTo>
                <a:lnTo>
                  <a:pt x="657225" y="1771650"/>
                </a:lnTo>
                <a:lnTo>
                  <a:pt x="647700" y="1771650"/>
                </a:lnTo>
                <a:lnTo>
                  <a:pt x="647700" y="1762125"/>
                </a:lnTo>
                <a:lnTo>
                  <a:pt x="638175" y="1762125"/>
                </a:lnTo>
                <a:lnTo>
                  <a:pt x="638175" y="1752600"/>
                </a:lnTo>
                <a:lnTo>
                  <a:pt x="628650" y="1752600"/>
                </a:lnTo>
                <a:lnTo>
                  <a:pt x="628650" y="1743075"/>
                </a:lnTo>
                <a:lnTo>
                  <a:pt x="619125" y="1743075"/>
                </a:lnTo>
                <a:lnTo>
                  <a:pt x="619125" y="1733550"/>
                </a:lnTo>
                <a:lnTo>
                  <a:pt x="609600" y="1733550"/>
                </a:lnTo>
                <a:lnTo>
                  <a:pt x="609600" y="1724025"/>
                </a:lnTo>
                <a:lnTo>
                  <a:pt x="600075" y="1724025"/>
                </a:lnTo>
                <a:lnTo>
                  <a:pt x="600075" y="1714500"/>
                </a:lnTo>
                <a:lnTo>
                  <a:pt x="590550" y="1714500"/>
                </a:lnTo>
                <a:lnTo>
                  <a:pt x="590550" y="1704975"/>
                </a:lnTo>
                <a:lnTo>
                  <a:pt x="581025" y="1704975"/>
                </a:lnTo>
                <a:lnTo>
                  <a:pt x="581025" y="1695450"/>
                </a:lnTo>
                <a:lnTo>
                  <a:pt x="571500" y="1695450"/>
                </a:lnTo>
                <a:lnTo>
                  <a:pt x="571500" y="1685925"/>
                </a:lnTo>
                <a:lnTo>
                  <a:pt x="561975" y="1685925"/>
                </a:lnTo>
                <a:lnTo>
                  <a:pt x="561975" y="1676400"/>
                </a:lnTo>
                <a:lnTo>
                  <a:pt x="552450" y="1676400"/>
                </a:lnTo>
                <a:lnTo>
                  <a:pt x="552450" y="1666875"/>
                </a:lnTo>
                <a:lnTo>
                  <a:pt x="495300" y="1619250"/>
                </a:lnTo>
                <a:lnTo>
                  <a:pt x="495300" y="1600200"/>
                </a:lnTo>
                <a:lnTo>
                  <a:pt x="447675" y="1562100"/>
                </a:lnTo>
                <a:lnTo>
                  <a:pt x="447675" y="1543050"/>
                </a:lnTo>
                <a:lnTo>
                  <a:pt x="428625" y="1533525"/>
                </a:lnTo>
                <a:lnTo>
                  <a:pt x="428625" y="1514475"/>
                </a:lnTo>
                <a:lnTo>
                  <a:pt x="400050" y="1495425"/>
                </a:lnTo>
                <a:lnTo>
                  <a:pt x="400050" y="1476375"/>
                </a:lnTo>
                <a:lnTo>
                  <a:pt x="381000" y="1466850"/>
                </a:lnTo>
                <a:lnTo>
                  <a:pt x="381000" y="1447800"/>
                </a:lnTo>
                <a:lnTo>
                  <a:pt x="361950" y="1438275"/>
                </a:lnTo>
                <a:lnTo>
                  <a:pt x="361950" y="1419225"/>
                </a:lnTo>
                <a:lnTo>
                  <a:pt x="352425" y="1419225"/>
                </a:lnTo>
                <a:lnTo>
                  <a:pt x="342900" y="1390650"/>
                </a:lnTo>
                <a:lnTo>
                  <a:pt x="323850" y="1381125"/>
                </a:lnTo>
                <a:lnTo>
                  <a:pt x="323850" y="1362075"/>
                </a:lnTo>
                <a:lnTo>
                  <a:pt x="314325" y="1362075"/>
                </a:lnTo>
                <a:lnTo>
                  <a:pt x="314325" y="1343025"/>
                </a:lnTo>
                <a:lnTo>
                  <a:pt x="304800" y="1343025"/>
                </a:lnTo>
                <a:lnTo>
                  <a:pt x="304800" y="1323975"/>
                </a:lnTo>
                <a:lnTo>
                  <a:pt x="295275" y="1323975"/>
                </a:lnTo>
                <a:lnTo>
                  <a:pt x="295275" y="1304925"/>
                </a:lnTo>
                <a:lnTo>
                  <a:pt x="285750" y="1304925"/>
                </a:lnTo>
                <a:lnTo>
                  <a:pt x="285750" y="1285875"/>
                </a:lnTo>
                <a:lnTo>
                  <a:pt x="276225" y="1285875"/>
                </a:lnTo>
                <a:lnTo>
                  <a:pt x="276225" y="1266825"/>
                </a:lnTo>
                <a:lnTo>
                  <a:pt x="266700" y="1266825"/>
                </a:lnTo>
                <a:lnTo>
                  <a:pt x="266700" y="1247775"/>
                </a:lnTo>
                <a:lnTo>
                  <a:pt x="257175" y="1247775"/>
                </a:lnTo>
                <a:lnTo>
                  <a:pt x="257175" y="1228725"/>
                </a:lnTo>
                <a:lnTo>
                  <a:pt x="247650" y="1228725"/>
                </a:lnTo>
                <a:lnTo>
                  <a:pt x="247650" y="1200150"/>
                </a:lnTo>
                <a:lnTo>
                  <a:pt x="238125" y="1200150"/>
                </a:lnTo>
                <a:lnTo>
                  <a:pt x="238125" y="1181100"/>
                </a:lnTo>
                <a:lnTo>
                  <a:pt x="228600" y="1181100"/>
                </a:lnTo>
                <a:lnTo>
                  <a:pt x="228600" y="1162050"/>
                </a:lnTo>
                <a:lnTo>
                  <a:pt x="219075" y="1162050"/>
                </a:lnTo>
                <a:lnTo>
                  <a:pt x="219075" y="1133475"/>
                </a:lnTo>
                <a:lnTo>
                  <a:pt x="209550" y="1133475"/>
                </a:lnTo>
                <a:lnTo>
                  <a:pt x="209550" y="1104900"/>
                </a:lnTo>
                <a:lnTo>
                  <a:pt x="200025" y="1104900"/>
                </a:lnTo>
                <a:lnTo>
                  <a:pt x="200025" y="1076325"/>
                </a:lnTo>
                <a:lnTo>
                  <a:pt x="190500" y="1076325"/>
                </a:lnTo>
                <a:lnTo>
                  <a:pt x="190500" y="1038225"/>
                </a:lnTo>
                <a:lnTo>
                  <a:pt x="180975" y="1038225"/>
                </a:lnTo>
                <a:lnTo>
                  <a:pt x="180975" y="1000125"/>
                </a:lnTo>
                <a:lnTo>
                  <a:pt x="171450" y="1000125"/>
                </a:lnTo>
                <a:lnTo>
                  <a:pt x="161925" y="895350"/>
                </a:lnTo>
                <a:lnTo>
                  <a:pt x="152400" y="895350"/>
                </a:lnTo>
                <a:lnTo>
                  <a:pt x="152400" y="676275"/>
                </a:lnTo>
                <a:lnTo>
                  <a:pt x="152400" y="590550"/>
                </a:lnTo>
                <a:lnTo>
                  <a:pt x="161925" y="590550"/>
                </a:lnTo>
                <a:lnTo>
                  <a:pt x="161925" y="523875"/>
                </a:lnTo>
                <a:lnTo>
                  <a:pt x="171450" y="523875"/>
                </a:lnTo>
                <a:lnTo>
                  <a:pt x="171450" y="485775"/>
                </a:lnTo>
                <a:lnTo>
                  <a:pt x="180975" y="485775"/>
                </a:lnTo>
                <a:lnTo>
                  <a:pt x="190500" y="409575"/>
                </a:lnTo>
                <a:lnTo>
                  <a:pt x="152400" y="409575"/>
                </a:lnTo>
                <a:lnTo>
                  <a:pt x="152400" y="400050"/>
                </a:lnTo>
                <a:lnTo>
                  <a:pt x="123825" y="400050"/>
                </a:lnTo>
                <a:lnTo>
                  <a:pt x="123825" y="390525"/>
                </a:lnTo>
                <a:lnTo>
                  <a:pt x="76200" y="390525"/>
                </a:lnTo>
                <a:lnTo>
                  <a:pt x="76200" y="381000"/>
                </a:lnTo>
                <a:lnTo>
                  <a:pt x="57150" y="381000"/>
                </a:lnTo>
                <a:lnTo>
                  <a:pt x="57150" y="371475"/>
                </a:lnTo>
                <a:lnTo>
                  <a:pt x="66675" y="371475"/>
                </a:lnTo>
                <a:lnTo>
                  <a:pt x="66675" y="361950"/>
                </a:lnTo>
                <a:lnTo>
                  <a:pt x="76200" y="361950"/>
                </a:lnTo>
                <a:lnTo>
                  <a:pt x="76200" y="352425"/>
                </a:lnTo>
                <a:lnTo>
                  <a:pt x="133350" y="304800"/>
                </a:lnTo>
                <a:lnTo>
                  <a:pt x="133350" y="285750"/>
                </a:lnTo>
                <a:lnTo>
                  <a:pt x="142875" y="285750"/>
                </a:lnTo>
                <a:lnTo>
                  <a:pt x="142875" y="276225"/>
                </a:lnTo>
                <a:lnTo>
                  <a:pt x="152400" y="276225"/>
                </a:lnTo>
                <a:lnTo>
                  <a:pt x="152400" y="266700"/>
                </a:lnTo>
                <a:lnTo>
                  <a:pt x="161925" y="266700"/>
                </a:lnTo>
                <a:lnTo>
                  <a:pt x="161925" y="257175"/>
                </a:lnTo>
                <a:lnTo>
                  <a:pt x="171450" y="257175"/>
                </a:lnTo>
                <a:lnTo>
                  <a:pt x="171450" y="247650"/>
                </a:lnTo>
                <a:lnTo>
                  <a:pt x="180975" y="247650"/>
                </a:lnTo>
                <a:lnTo>
                  <a:pt x="180975" y="238125"/>
                </a:lnTo>
                <a:lnTo>
                  <a:pt x="190500" y="238125"/>
                </a:lnTo>
                <a:lnTo>
                  <a:pt x="190500" y="228600"/>
                </a:lnTo>
                <a:lnTo>
                  <a:pt x="200025" y="228600"/>
                </a:lnTo>
                <a:lnTo>
                  <a:pt x="200025" y="219075"/>
                </a:lnTo>
                <a:lnTo>
                  <a:pt x="209550" y="219075"/>
                </a:lnTo>
                <a:lnTo>
                  <a:pt x="209550" y="209550"/>
                </a:lnTo>
                <a:lnTo>
                  <a:pt x="219075" y="209550"/>
                </a:lnTo>
                <a:lnTo>
                  <a:pt x="219075" y="200025"/>
                </a:lnTo>
                <a:lnTo>
                  <a:pt x="228600" y="200025"/>
                </a:lnTo>
                <a:lnTo>
                  <a:pt x="228600" y="190500"/>
                </a:lnTo>
                <a:lnTo>
                  <a:pt x="238125" y="190500"/>
                </a:lnTo>
                <a:lnTo>
                  <a:pt x="238125" y="180975"/>
                </a:lnTo>
                <a:lnTo>
                  <a:pt x="247650" y="180975"/>
                </a:lnTo>
                <a:lnTo>
                  <a:pt x="247650" y="171450"/>
                </a:lnTo>
                <a:lnTo>
                  <a:pt x="257175" y="171450"/>
                </a:lnTo>
                <a:lnTo>
                  <a:pt x="257175" y="161925"/>
                </a:lnTo>
                <a:lnTo>
                  <a:pt x="266700" y="161925"/>
                </a:lnTo>
                <a:lnTo>
                  <a:pt x="266700" y="152400"/>
                </a:lnTo>
                <a:lnTo>
                  <a:pt x="276225" y="152400"/>
                </a:lnTo>
                <a:lnTo>
                  <a:pt x="276225" y="142875"/>
                </a:lnTo>
                <a:lnTo>
                  <a:pt x="285750" y="142875"/>
                </a:lnTo>
                <a:lnTo>
                  <a:pt x="285750" y="133350"/>
                </a:lnTo>
                <a:lnTo>
                  <a:pt x="295275" y="133350"/>
                </a:lnTo>
                <a:lnTo>
                  <a:pt x="295275" y="123825"/>
                </a:lnTo>
                <a:lnTo>
                  <a:pt x="304800" y="123825"/>
                </a:lnTo>
                <a:lnTo>
                  <a:pt x="304800" y="114300"/>
                </a:lnTo>
                <a:lnTo>
                  <a:pt x="314325" y="114300"/>
                </a:lnTo>
                <a:lnTo>
                  <a:pt x="361950" y="57150"/>
                </a:lnTo>
                <a:lnTo>
                  <a:pt x="381000" y="66675"/>
                </a:lnTo>
                <a:lnTo>
                  <a:pt x="381000" y="114300"/>
                </a:lnTo>
                <a:lnTo>
                  <a:pt x="390525" y="114300"/>
                </a:lnTo>
                <a:lnTo>
                  <a:pt x="390525" y="152400"/>
                </a:lnTo>
                <a:lnTo>
                  <a:pt x="400050" y="152400"/>
                </a:lnTo>
                <a:lnTo>
                  <a:pt x="400050" y="200025"/>
                </a:lnTo>
                <a:lnTo>
                  <a:pt x="409575" y="200025"/>
                </a:lnTo>
                <a:lnTo>
                  <a:pt x="409575" y="238125"/>
                </a:lnTo>
                <a:lnTo>
                  <a:pt x="419100" y="238125"/>
                </a:lnTo>
                <a:lnTo>
                  <a:pt x="419100" y="285750"/>
                </a:lnTo>
                <a:lnTo>
                  <a:pt x="428625" y="285750"/>
                </a:lnTo>
                <a:lnTo>
                  <a:pt x="428625" y="323850"/>
                </a:lnTo>
                <a:lnTo>
                  <a:pt x="438150" y="323850"/>
                </a:lnTo>
                <a:lnTo>
                  <a:pt x="438150" y="371475"/>
                </a:lnTo>
                <a:lnTo>
                  <a:pt x="447675" y="371475"/>
                </a:lnTo>
                <a:lnTo>
                  <a:pt x="447675" y="419100"/>
                </a:lnTo>
                <a:lnTo>
                  <a:pt x="457200" y="419100"/>
                </a:lnTo>
                <a:lnTo>
                  <a:pt x="457200" y="466725"/>
                </a:lnTo>
                <a:lnTo>
                  <a:pt x="466725" y="466725"/>
                </a:lnTo>
                <a:lnTo>
                  <a:pt x="466725" y="485775"/>
                </a:lnTo>
                <a:lnTo>
                  <a:pt x="400050" y="476250"/>
                </a:lnTo>
                <a:lnTo>
                  <a:pt x="400050" y="466725"/>
                </a:lnTo>
                <a:lnTo>
                  <a:pt x="361950" y="466725"/>
                </a:lnTo>
                <a:lnTo>
                  <a:pt x="361950" y="457200"/>
                </a:lnTo>
                <a:lnTo>
                  <a:pt x="323850" y="457200"/>
                </a:lnTo>
                <a:lnTo>
                  <a:pt x="323850" y="504825"/>
                </a:lnTo>
                <a:lnTo>
                  <a:pt x="314325" y="504825"/>
                </a:lnTo>
                <a:lnTo>
                  <a:pt x="314325" y="552450"/>
                </a:lnTo>
                <a:lnTo>
                  <a:pt x="304800" y="552450"/>
                </a:lnTo>
                <a:lnTo>
                  <a:pt x="304800" y="609600"/>
                </a:lnTo>
                <a:lnTo>
                  <a:pt x="295275" y="609600"/>
                </a:lnTo>
                <a:lnTo>
                  <a:pt x="295275" y="876300"/>
                </a:lnTo>
                <a:lnTo>
                  <a:pt x="304800" y="876300"/>
                </a:lnTo>
                <a:lnTo>
                  <a:pt x="314325" y="981075"/>
                </a:lnTo>
                <a:lnTo>
                  <a:pt x="323850" y="981075"/>
                </a:lnTo>
                <a:lnTo>
                  <a:pt x="323850" y="1019175"/>
                </a:lnTo>
                <a:lnTo>
                  <a:pt x="333375" y="1019175"/>
                </a:lnTo>
                <a:lnTo>
                  <a:pt x="333375" y="1047750"/>
                </a:lnTo>
                <a:lnTo>
                  <a:pt x="342900" y="1047750"/>
                </a:lnTo>
                <a:lnTo>
                  <a:pt x="342900" y="1076325"/>
                </a:lnTo>
                <a:lnTo>
                  <a:pt x="352425" y="1076325"/>
                </a:lnTo>
                <a:lnTo>
                  <a:pt x="361950" y="1133475"/>
                </a:lnTo>
                <a:lnTo>
                  <a:pt x="371475" y="1133475"/>
                </a:lnTo>
                <a:lnTo>
                  <a:pt x="371475" y="1152525"/>
                </a:lnTo>
                <a:lnTo>
                  <a:pt x="381000" y="1152525"/>
                </a:lnTo>
                <a:lnTo>
                  <a:pt x="381000" y="1171575"/>
                </a:lnTo>
                <a:lnTo>
                  <a:pt x="390525" y="1171575"/>
                </a:lnTo>
                <a:lnTo>
                  <a:pt x="390525" y="1200150"/>
                </a:lnTo>
                <a:lnTo>
                  <a:pt x="400050" y="1200150"/>
                </a:lnTo>
                <a:lnTo>
                  <a:pt x="400050" y="1219200"/>
                </a:lnTo>
                <a:lnTo>
                  <a:pt x="409575" y="1219200"/>
                </a:lnTo>
                <a:lnTo>
                  <a:pt x="428625" y="1276350"/>
                </a:lnTo>
                <a:lnTo>
                  <a:pt x="447675" y="1285875"/>
                </a:lnTo>
                <a:lnTo>
                  <a:pt x="447675" y="1304925"/>
                </a:lnTo>
                <a:lnTo>
                  <a:pt x="457200" y="1304925"/>
                </a:lnTo>
                <a:lnTo>
                  <a:pt x="457200" y="1323975"/>
                </a:lnTo>
                <a:lnTo>
                  <a:pt x="466725" y="1323975"/>
                </a:lnTo>
                <a:lnTo>
                  <a:pt x="476250" y="1343025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70959-F519-42E9-BA4C-8C46F7D6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" y="2847975"/>
            <a:ext cx="238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B28FA-FF75-4DDF-9048-840823F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26860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Soldier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842A0-2584-4F51-8A7B-1B4C7B3F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25146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9528A-E797-4475-A6E0-2D7CC7AE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2724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307C6-D9E5-4E87-9B74-1BF757F7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59531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Synthesize in field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D6B49-DCAD-474B-930B-8AFF53E7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9531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Deliver + reassess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EE558-955E-4CF7-9439-12F07D1E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3909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On-the-fly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7BCBB-55B8-4693-AD7F-DB42126A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8004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70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bespoke synthesis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D541D-FC66-425F-A90B-122A9661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646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155515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79BCD1C-2250-4786-A2ED-D71C505F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000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From protein to binder 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3EF29-33EA-43A5-9283-8D9D4BCF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1334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Generate → screen → validate → deliver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F5603-A33C-4F4B-9CCF-E1A110A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37A8E-526F-45BD-AEC4-60232C7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C547E-FF31-4EA9-A6C2-9D06E1FC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33CA8-A556-4FC8-A221-B13E78F0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8D17C-6C49-4806-95ED-BFF65919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2686050"/>
            <a:ext cx="63817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68FAD-496F-4753-998F-C1709FAC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2209800"/>
            <a:ext cx="685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1963F-FE9E-4056-A047-C94F5354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230505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14AA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AA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AAA5"/>
                </a:solidFill>
                <a:latin typeface="Arial"/>
                <a:ea typeface="Arial"/>
                <a:cs typeface="Arial"/>
              </a:rPr>
              <a:t>{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6B3DF-F5B4-4CE2-8EA0-74C68E7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FE290-A520-4365-8232-F099966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29337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7C120-CDE0-4657-8569-0EFED9C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30480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40587-7178-4E0F-ABD6-7E8DA625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2744533" y="2571750"/>
            <a:ext cx="4069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2293B-B422-4C1C-BC35-72106E6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2898395" y="2581275"/>
            <a:ext cx="4516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8EA82-BE54-4F32-84E8-4CD61F2A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3095574" y="2576513"/>
            <a:ext cx="447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DD976-D1B4-4051-8F15-671E84D3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3270674" y="2586038"/>
            <a:ext cx="469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51570-9BAB-4E4C-A0FA-0C3A03E8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3502269" y="2652713"/>
            <a:ext cx="3201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DC1D7-D9C9-4E1D-BB3D-99123B0A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21F0D-B02B-4178-AD11-88F28CE1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7FA64-916D-47E5-8C33-C16DEE75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B99CF-F8D5-4170-8BB2-6B9042C1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2333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199F3-2C8D-43CE-B999-85680039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4D698-5BFF-4C23-9EBD-A6B4D33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175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11DE4-627C-47B1-947D-C9C194E5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05753-77E9-4C17-9EE1-37E49AA2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16E09-4947-4D3A-BA82-A648F781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2B882-A81C-41C4-BDE0-E195474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242E8-55D5-4C89-8083-BD215539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0480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8FA1DE-8B5E-4C68-B309-07534DB0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13D787-2645-4F06-AED1-DDF0D73E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7D0614-6070-44DB-8AF9-E4AD3593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4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6629E3-2BB5-4787-A17F-B282859A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7AF5DA-776B-4D14-85DD-BE9ADD9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124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E76922-AE81-499A-A91D-C63CE9B0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D26942-18CD-479D-BEA0-797D8DE7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1A3C76-7E54-4F0B-A2B2-CCBFEB18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F02730-3D54-4A63-8F2A-CE10BBC5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474C64-16D1-4D81-8004-CFE6B63D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2004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FF640D-513B-4396-975B-64134020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4765746" y="2360676"/>
            <a:ext cx="2929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CB13B3-E5FF-4425-9768-D4C0E1B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4876527" y="2367534"/>
            <a:ext cx="3251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A9319E-2010-4BFE-82A9-BB3D4DDF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5018496" y="2364105"/>
            <a:ext cx="3223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923C46-5AD2-468C-B341-75E506A0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5144567" y="2370963"/>
            <a:ext cx="3377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823E9B-6555-479F-9111-861B6147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5311316" y="2418969"/>
            <a:ext cx="230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326BB3-2A52-42B0-A8D9-A596098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2698" y="245973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513F3B-7572-4C75-A006-AF1BE64D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5568" y="21854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A08516-D5BF-407E-9777-65B3D72A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444" y="247345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477FB4-D401-470C-8DF7-59885185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6746" y="217855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9484EB-B721-4628-9C39-28B847C8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906" y="2487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01C798-033F-4A0B-8288-4A32B51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3060" y="2274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165446-BECA-4E7A-918D-34167CA8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4611308" y="2839784"/>
            <a:ext cx="2522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55CBC5-F318-4EF4-BAFC-287A8553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4706702" y="2845689"/>
            <a:ext cx="2799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7EB9FF-4FC7-4C33-8C7F-1EF9E62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4828953" y="2842736"/>
            <a:ext cx="2776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7D5A9A-6653-4B3B-AD75-C416B535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4937515" y="2848642"/>
            <a:ext cx="2908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2A48CA-41BD-48D1-A1B7-B7AE378A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5081104" y="2889980"/>
            <a:ext cx="198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39BB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0C2585-865D-422B-AF0B-51978A01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5058" y="291979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6CD4CF-F6B7-4DBF-BAD0-5E96B289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641" y="268357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7DB1D9-65CC-4B3C-B153-3107BD62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62" y="293160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A3816D-B51D-4CA8-8BA6-32E61039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5766" y="2677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2250DA-3F3F-40BB-80FD-06D14EA0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3876" y="29434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E64F16-DFF1-488B-80E0-A922D8CA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648" y="27603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9BB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B34E28-20E6-444F-BE60-702C0B83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4992308" y="3116009"/>
            <a:ext cx="2522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FFE6FC-7532-4A60-89CF-60D32D0C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5087702" y="3121914"/>
            <a:ext cx="2799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E9DE56-1C44-4BE6-9AC0-86846379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5209953" y="3118961"/>
            <a:ext cx="2776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884989-B34F-4CBC-BDFB-B0D6B3CE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5318515" y="3124867"/>
            <a:ext cx="2908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1A6B67-BAEF-4056-850B-38A5B3F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5462104" y="3166205"/>
            <a:ext cx="198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A8D4D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9447DB-04D6-4FED-805C-1F2F16F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6058" y="319601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B754CE-02BA-462E-9C48-642F20EB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641" y="295979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6BAFD6-E684-414B-A4BA-93EFFC51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4562" y="320782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1C3B1E-BEE3-43CC-B46B-4C92C62C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6766" y="29538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BC9046-CAAB-4E5D-9E3B-D280FF46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4876" y="32196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9D7A0F-6D49-45D0-A24E-BDF0596B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1648" y="3036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8D4D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E170DE-95B1-43AB-8487-C9D3AB59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24003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B7686C9-C893-4167-A632-CDFBC505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28844">
            <a:off x="7183611" y="2419350"/>
            <a:ext cx="1012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D274DA-05C5-441E-A632-F1F2DCD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86944">
            <a:off x="7225624" y="2376488"/>
            <a:ext cx="19820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706957B-FE44-4805-A47E-C0648B8B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27051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9D699DE-5CDA-4AD8-8CC6-88037EA1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28844">
            <a:off x="7183611" y="2724150"/>
            <a:ext cx="1012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8D3504-EAB1-4C93-9A2C-016BD390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286944">
            <a:off x="7225624" y="2681288"/>
            <a:ext cx="19820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31941E-D01A-4124-A2B7-262586FC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30099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5D02EC-C967-41DA-8913-67FDADBA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169337" y="3019425"/>
            <a:ext cx="2155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6A5B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0F310B3-FABF-4978-8CF7-B8C03E23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169337" y="3019425"/>
            <a:ext cx="2155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6A5B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16ED54-359B-4F0E-80CC-5D7416E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8444434" y="2491168"/>
            <a:ext cx="3336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1B5D938-ED5A-4A1D-8A94-B761618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8570601" y="2498979"/>
            <a:ext cx="370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BB174B-B6C5-482F-A697-DE57BD3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8732288" y="2495074"/>
            <a:ext cx="3671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44392E-A115-44E4-A02B-9AA6B071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8875870" y="2502884"/>
            <a:ext cx="3846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3B68D8-5CB4-4CCB-AFC7-BB633D29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9065777" y="2557558"/>
            <a:ext cx="2625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0DE4A1-B9D5-4773-82E0-327F3395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4588" y="260927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A98C98-611F-4F73-8723-3A711E8F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1746" y="22968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542D62E-E1F5-4EAD-B04E-46A9A4E2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3577" y="262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BA392F7-1338-44B8-9B25-2335311B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1976" y="22890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95FBE5B-EBD7-441B-9845-834726C8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8186" y="264052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6D3C6FC-6FBA-4E2B-A502-87900A5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9723" y="23983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CB7D3F4-17F7-4C69-804A-42CFAE71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975" y="2981325"/>
            <a:ext cx="142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D7A138D-AB50-49DD-A583-30B1E1AF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867025"/>
            <a:ext cx="142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A1A300F-3AD5-4565-8BFF-8D1A4E75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9225" y="2752725"/>
            <a:ext cx="142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E967B86-E22A-4335-97A5-420CB503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3238500"/>
            <a:ext cx="86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3B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0E7371-1AEC-426D-868E-6CEDFC9F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2219325"/>
            <a:ext cx="714375" cy="10287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D277DCE-6CAB-4C51-85E4-9991630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66637">
            <a:off x="10476669" y="2490216"/>
            <a:ext cx="211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DBCCC5-7967-46B7-B059-45AA2872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41241">
            <a:off x="10556678" y="2495169"/>
            <a:ext cx="23483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BCC4D4F-A11B-4707-BE45-563297E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69676">
            <a:off x="10659211" y="2492693"/>
            <a:ext cx="2328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C29C97-A0B8-4A10-9125-D9E8FBC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62251">
            <a:off x="10750263" y="2497646"/>
            <a:ext cx="2439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72D5AEE-A43A-43DC-A599-E3477C7D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941">
            <a:off x="10870692" y="2532317"/>
            <a:ext cx="1664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58753D1-F030-4501-8EE4-577688C0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7218" y="255117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7CEE307-1EA4-4FD3-81CF-2679E400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1513" y="235305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B2CC02B-C7B8-44FE-9E00-01108F34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0479" y="256108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2FA10B5-B950-4126-8A94-6D808FB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4586" y="234810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82E122-2F49-490B-A80D-CEFA1DD1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3646" y="25709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E000071-5576-430D-A421-FFB70BDD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035" y="24174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81CABA9-51F2-472B-821A-CD601E8E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4650" y="28479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7E8BE2-6733-4F75-9D70-0103B04C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4650" y="2952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CBA5C8-4F7F-4E53-B49B-7FC5033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4650" y="305752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203DADE-FDD1-4351-A5EA-D6B3AEA5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3750A13-4854-40B6-BC24-A1BB398E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JSON / sequence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/ structure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9DDF2EA-7BF1-4279-864B-60B74BEE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24A043-02DE-45AB-A3A1-2FF80EB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Construct + MSA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Target structure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1D1BAAA-C3F6-4025-9FF5-E67BDDC5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40F93AE-DE9E-457F-AAAB-CCF47007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BoltzGen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Binder candidates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6321357-43C6-45AB-9530-4709AA76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6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50AA74C-3101-4F82-B0AE-69EE2C9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Native filters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+ ESMFold2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6AF6645-7E07-414E-971B-4977F162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290D9C6-02BB-4A24-AFEA-31593D8E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Standard Boltz-2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 seeds · no templates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74699D0-5D17-4EEA-880C-16D0E499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6475" y="36480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CBA45E9-B3C4-4273-83AE-8F46D52A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4143375"/>
            <a:ext cx="1790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Sequences · structures</a:t>
            </a:r>
          </a:p>
          <a:p xmlns:a="http://schemas.openxmlformats.org/drawingml/2006/main">
            <a:pPr algn="ctr"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Scores · reports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853F72D-E94A-4E07-B276-5CE592DC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238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E7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A60B8BD-21BD-4117-997D-202AA63A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5600700"/>
            <a:ext cx="3810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AA0322E-3598-4490-A9BA-F7121C94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657850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30CB95-A467-4448-BC23-9ECC4BB0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5657850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A4FE63A-B6FE-44C6-BBD7-67F60523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7245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413E5E1-BAD4-4560-A44F-0CDEF2FC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57245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808B514-2608-47F7-BA50-2571DCBA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791200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D9A77DE-D98F-4510-B760-B4172676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5791200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034E5ED-6199-4CE7-867D-ABC80DD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85787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317B189-B3AE-441C-8D47-6BDEDB0A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585787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AAA5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79CD127-1E0E-4531-9A95-1D0332E7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5543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GPU starts → jobs run → files verified → GPU shuts down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6A78E08-1127-4B82-9B1F-6AFB44CF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627697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14AA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4AA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AAA5"/>
                </a:solidFill>
                <a:latin typeface="Arial"/>
                <a:ea typeface="Arial"/>
                <a:cs typeface="Arial"/>
              </a:rPr>
              <a:t>Computational candidates → experimental testing</a:t>
            </a:r>
          </a:p>
        </p:txBody>
      </p:sp>
    </p:spTree>
    <p:extLst>
      <p:ext uri="{BB962C8B-B14F-4D97-AF65-F5344CB8AC3E}">
        <p14:creationId xmlns:p14="http://schemas.microsoft.com/office/powerpoint/2010/main" val="203451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5910E-83DA-424A-B0C5-BC49E197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1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we measure—and what it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60AF5-C4CA-4765-9A39-FD77EEEC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0953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Confidence, structural agreement and binding evidence are different questions.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CFABA-8B04-42B6-875E-9FCCFE77E951}"/>
              </a:ext>
            </a:extLst>
          </p:cNvPr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143250"/>
                <a:gridCol w="4667250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T w="9525">
                      <a:solidFill>
                        <a:srgbClr val="DCE5E7"/>
                      </a:solidFill>
                    </a:lnT>
                    <a:lnB w="9525">
                      <a:solidFill>
                        <a:srgbClr val="DCE5E7"/>
                      </a:solidFill>
                    </a:lnB>
                    <a:solidFill>
                      <a:srgbClr val="173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T w="9525">
                      <a:solidFill>
                        <a:srgbClr val="DCE5E7"/>
                      </a:solidFill>
                    </a:lnT>
                    <a:lnB w="9525">
                      <a:solidFill>
                        <a:srgbClr val="DCE5E7"/>
                      </a:solidFill>
                    </a:lnB>
                    <a:solidFill>
                      <a:srgbClr val="173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T w="9525">
                      <a:solidFill>
                        <a:srgbClr val="DCE5E7"/>
                      </a:solidFill>
                    </a:lnT>
                    <a:lnB w="9525">
                      <a:solidFill>
                        <a:srgbClr val="DCE5E7"/>
                      </a:solidFill>
                    </a:lnB>
                    <a:solidFill>
                      <a:srgbClr val="173B48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Does the protein fold?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pLDDT ↑ · pTM 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Local / global model confidence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Is the target shape right?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Target Cα RMSD 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Compare with experimental structure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Is the interface plausible?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Directional ipTM ↑ · PAE 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Assess both directions; compare ESMFold2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Is the result repeatable?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Pose RMSD across seeds 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Same docking pose on repeated predictions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Does the geometry work?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Clashes ↓ · contact recovery 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Check overlaps and known-control contacts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33945-6CCA-426D-853F-407FCD2D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7150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Native pass ≠ strong interface ≠ experimentally demonstrated binding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5C60D-5A9A-4091-9465-FCB5424C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3436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Design RMSD measures agreement with our proposed model—not accuracy against an experiment.</a:t>
            </a:r>
          </a:p>
        </p:txBody>
      </p:sp>
    </p:spTree>
    <p:extLst>
      <p:ext uri="{BB962C8B-B14F-4D97-AF65-F5344CB8AC3E}">
        <p14:creationId xmlns:p14="http://schemas.microsoft.com/office/powerpoint/2010/main" val="1589201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9050D-6843-49B3-9396-D1054D5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1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Target preparation changed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AE220-5F9B-4FF8-A6C5-5176BCF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0953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36 controls: 3 natural proteins × MSA on/off × template on/off × 3 seeds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8777296-4454-492F-B298-A4BCCEBA2CA5}"/>
              </a:ext>
            </a:extLst>
          </p:cNvPr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f6ad380c01447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66A5A-AE21-429A-9C03-235EC77F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1952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IL1RN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D244B-4C82-4801-B5D2-A85A452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4574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14.66 → 0.54 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5FF65-48A9-4C8C-A81A-D70375D8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0575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Adding MSA rescued</a:t>
            </a:r>
          </a:p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the target fold.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616C5-4549-4AEE-94B1-87E3C74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0481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SERPINA1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FF020-B85C-4A9F-9508-6E05F6E3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524375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83 pLDDT, yet 9.30 Å</a:t>
            </a:r>
          </a:p>
          <a:p xmlns:a="http://schemas.openxmlformats.org/drawingml/2006/main">
            <a:pPr algn="l">
              <a:defRPr sz="180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from experiment without MSA.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99633-7DEE-4663-B8DF-807BBAB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6197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Use evolutionary evidence—and verify geometry, not just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50AD3-231D-47A7-8734-C9D8D5A9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2960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Bars: three-seed medians. Template arms test conditioned recovery. These are natural targets with homologs.</a:t>
            </a:r>
          </a:p>
        </p:txBody>
      </p:sp>
    </p:spTree>
    <p:extLst>
      <p:ext uri="{BB962C8B-B14F-4D97-AF65-F5344CB8AC3E}">
        <p14:creationId xmlns:p14="http://schemas.microsoft.com/office/powerpoint/2010/main" val="1197421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2C406-C244-4472-8BBC-AF01E5EB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1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Good folding does not guarantee good docking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7B5A2-D39C-4EA4-BEDF-DBC885F8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0953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64 new designs → 3 native passes → 18/18 standard validation predictions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005E6-8CA6-4F19-A806-E3817AEC5BE3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00250"/>
                <a:gridCol w="2000250"/>
                <a:gridCol w="2381250"/>
                <a:gridCol w="2571750"/>
              </a:tblGrid>
              <a:tr h="690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T w="9525">
                      <a:solidFill>
                        <a:srgbClr val="DCE5E7"/>
                      </a:solidFill>
                    </a:lnT>
                    <a:lnB w="9525">
                      <a:solidFill>
                        <a:srgbClr val="DCE5E7"/>
                      </a:solidFill>
                    </a:lnB>
                    <a:solidFill>
                      <a:srgbClr val="173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Binder-alone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pLDDT 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T w="9525">
                      <a:solidFill>
                        <a:srgbClr val="DCE5E7"/>
                      </a:solidFill>
                    </a:lnT>
                    <a:lnB w="9525">
                      <a:solidFill>
                        <a:srgbClr val="DCE5E7"/>
                      </a:solidFill>
                    </a:lnB>
                    <a:solidFill>
                      <a:srgbClr val="173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ipTM 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T w="9525">
                      <a:solidFill>
                        <a:srgbClr val="DCE5E7"/>
                      </a:solidFill>
                    </a:lnT>
                    <a:lnB w="9525">
                      <a:solidFill>
                        <a:srgbClr val="DCE5E7"/>
                      </a:solidFill>
                    </a:lnB>
                    <a:solidFill>
                      <a:srgbClr val="173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Pose variation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across seeds 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T w="9525">
                      <a:solidFill>
                        <a:srgbClr val="DCE5E7"/>
                      </a:solidFill>
                    </a:lnT>
                    <a:lnB w="9525">
                      <a:solidFill>
                        <a:srgbClr val="DCE5E7"/>
                      </a:solidFill>
                    </a:lnB>
                    <a:solidFill>
                      <a:srgbClr val="173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Assessment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T w="9525">
                      <a:solidFill>
                        <a:srgbClr val="DCE5E7"/>
                      </a:solidFill>
                    </a:lnT>
                    <a:lnB w="9525">
                      <a:solidFill>
                        <a:srgbClr val="DCE5E7"/>
                      </a:solidFill>
                    </a:lnB>
                    <a:solidFill>
                      <a:srgbClr val="173B48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FGF2 · 74fbf2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94.5–94.7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0.868–0.910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0.93–1.50 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Repeatable</a:t>
                      </a:r>
                    </a:p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alternative pose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FGF2 · 00c4dc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92.2–92.9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0.433–0.617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19.6–44.1 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Docking varies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IL1RN · 4403d4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5E7"/>
                      </a:solidFill>
                    </a:lnL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97.08–97.14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0.261–0.515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9.85–23.3 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Strong fold;</a:t>
                      </a:r>
                    </a:p>
                    <a:p>
                      <a:r>
                        <a:rPr sz="1725" b="0">
                          <a:solidFill>
                            <a:srgbClr val="132D3B"/>
                          </a:solidFill>
                          <a:latin typeface="Arial"/>
                          <a:ea typeface="Arial"/>
                          <a:cs typeface="Arial"/>
                        </a:rPr>
                        <a:t>weak docking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5E7"/>
                      </a:solidFill>
                    </a:lnR>
                    <a:lnB w="9525">
                      <a:solidFill>
                        <a:srgbClr val="DCE5E7"/>
                      </a:solidFill>
                    </a:lnB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72EC9-7FC6-45AF-A7BF-BB185A9F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09587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Best follow-up: FGF2 74fbf2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8B996-BF86-4A29-B906-B171C1C6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Target geometry stays accurate (0.28–0.31 Å); no severe overlaps.</a:t>
            </a:r>
          </a:p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But its pose moved ~51 Å from the design, and ESMFold2 support remains weak.</a:t>
            </a:r>
          </a:p>
        </p:txBody>
      </p:sp>
    </p:spTree>
    <p:extLst>
      <p:ext uri="{BB962C8B-B14F-4D97-AF65-F5344CB8AC3E}">
        <p14:creationId xmlns:p14="http://schemas.microsoft.com/office/powerpoint/2010/main" val="673885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18A79-EFCB-4834-A635-B451B4CB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1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Controls tell us what we can—and cannot—claim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7C7CC-FEB6-42A3-BDAB-D6E1B712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0953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 known interaction recovered; variant-specific effects remain unresolved.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2B619-E659-4A8E-B072-6021B000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19526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Known interaction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869C4-3AEC-4B8D-ABB4-E4AC741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24860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IGF1–IGFBP4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83D62-AB28-4B26-B185-D910499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0861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5–16% → 86–93%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F7D4F-69D7-45F8-9BAF-B3A24649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76237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Experimental contacts recovered</a:t>
            </a:r>
          </a:p>
          <a:p xmlns:a="http://schemas.openxmlformats.org/drawingml/2006/main">
            <a:pPr algn="l">
              <a:defRPr sz="19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when both natural partners had MSAs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D437-341D-474F-9623-66BB624B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51054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Calibration for a known complex.</a:t>
            </a:r>
          </a:p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Not proof that our new binders bind.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07D9A-B816-4420-A0DE-9C6A1610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195262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Variant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02E1B-F01E-4A7B-9AB4-3C8CEAA3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486025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SERPINA1 reference vs S / 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6442B-9818-403C-A337-7BB95B24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3086100"/>
            <a:ext cx="500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0.69 Å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59FDF-B512-46B7-8DE1-7B91436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3676650"/>
            <a:ext cx="500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0.71 / 0.81 Å variants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FAD76-61A9-4AE2-83B5-9F761AD9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57200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Variant differences overlap repeat noise.</a:t>
            </a:r>
          </a:p>
          <a:p xmlns:a="http://schemas.openxmlformats.org/drawingml/2006/main">
            <a:pPr algn="l">
              <a:defRPr sz="18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No convincing variant-specific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37B37-FA8B-4C87-8241-178CADA1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2960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Next evidence needed: independent docking assessment and experimental binding tests.</a:t>
            </a:r>
          </a:p>
        </p:txBody>
      </p:sp>
    </p:spTree>
    <p:extLst>
      <p:ext uri="{BB962C8B-B14F-4D97-AF65-F5344CB8AC3E}">
        <p14:creationId xmlns:p14="http://schemas.microsoft.com/office/powerpoint/2010/main" val="2129567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3C889-32D6-486D-AEEE-35E8BF3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1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Original idea: a molecular parts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A27DC-5E3F-45FC-BA8D-AE1019CC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0953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Digitized from the first sketch · McMaster-style browsing + iterative molecular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A11D6-32A0-4D26-B187-A42D861D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85737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7F7"/>
          </a:solidFill>
          <a:ln xmlns:a="http://schemas.openxmlformats.org/drawingml/2006/main" w="19050">
            <a:solidFill>
              <a:srgbClr val="247A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516BB-D0AD-425C-A2D9-03ECA914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971675"/>
            <a:ext cx="2552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Parts website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18131-9F48-4F4B-8A2C-535AF7AE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37172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McMaster-style catalog</a:t>
            </a:r>
          </a:p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Browse + select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3ACF7-AFF8-4EC3-A463-8331CB1D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00050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F7F7"/>
          </a:solidFill>
          <a:ln xmlns:a="http://schemas.openxmlformats.org/drawingml/2006/main" w="19050">
            <a:solidFill>
              <a:srgbClr val="247A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78DEF-36F5-4779-8336-5E4D027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114800"/>
            <a:ext cx="2552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Analysis +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2642F-B6D1-47E7-ACD5-AA4FB201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514850"/>
            <a:ext cx="2552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Format sensor data</a:t>
            </a:r>
          </a:p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Proteins + variants</a:t>
            </a:r>
          </a:p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3D target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A6FFA-4E0B-4AB2-B724-B0F1F47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40005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F7F7"/>
          </a:solidFill>
          <a:ln xmlns:a="http://schemas.openxmlformats.org/drawingml/2006/main" w="19050">
            <a:solidFill>
              <a:srgbClr val="247A7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D7B3A-79FC-47B2-A6FC-EA02A61F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4114800"/>
            <a:ext cx="2838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Solution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12FFC-76B4-4A91-8D49-660C93F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4514850"/>
            <a:ext cx="2838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Find target surfaces: “locks”</a:t>
            </a:r>
          </a:p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Design binders: “keys”</a:t>
            </a:r>
          </a:p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Export protein solutions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FD530-72AF-4752-81D1-2D6D6E27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857375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7F7"/>
          </a:solidFill>
          <a:ln xmlns:a="http://schemas.openxmlformats.org/drawingml/2006/main" w="19050">
            <a:solidFill>
              <a:srgbClr val="247A7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73772-FDEF-4947-AEE6-8C21EDFC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19716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Bioreactor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A79B9-ABEB-46FB-BF9F-392B4E39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237172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Produce protein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77A0A-F370-47DA-9267-944BDF7A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667125"/>
            <a:ext cx="304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7F7"/>
          </a:solidFill>
          <a:ln xmlns:a="http://schemas.openxmlformats.org/drawingml/2006/main" w="19050">
            <a:solidFill>
              <a:srgbClr val="247A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BDA8A-BF70-41A6-8017-91AD69FD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37814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Field 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F274E-D01F-4494-89F2-BADA175C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4181475"/>
            <a:ext cx="2743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Battlefront / operator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9D4C7-E86F-449E-8126-BB561C5A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52387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1F7F7"/>
          </a:solidFill>
          <a:ln xmlns:a="http://schemas.openxmlformats.org/drawingml/2006/main" w="19050">
            <a:solidFill>
              <a:srgbClr val="247A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9703B-DFBC-45EA-862E-AAECE45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53530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D2029-5843-41DF-A679-C773D453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57531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Blood / saliva biomarkers</a:t>
            </a:r>
          </a:p>
          <a:p xmlns:a="http://schemas.openxmlformats.org/drawingml/2006/main">
            <a:pPr algn="l">
              <a:defRPr sz="16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DNA · RNA · proteins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18E21-7F71-435B-846F-BB4D8C9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62100" y="3457575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3CA1D-1623-47A9-88B3-9D1ADDCC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800225" y="3457575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2F820-3143-4645-82A0-B09D8FC2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4495800"/>
            <a:ext cx="857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CF150A-06B0-48CE-BFE5-E83AA533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476625" y="4924425"/>
            <a:ext cx="857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BD5CF-1E18-44F0-9F94-89DE397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88154">
            <a:off x="7343758" y="3424238"/>
            <a:ext cx="1362108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05705-BF6C-4010-8C7D-313DF5F5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86938" y="3233738"/>
            <a:ext cx="5238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B2628-5DBD-45AB-B187-7FF826C8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34563" y="4852988"/>
            <a:ext cx="428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3F4278-9003-4FC7-BDDB-CAA82CFF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952625" y="5781675"/>
            <a:ext cx="6477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F42A1-3C35-44BF-9B64-4E9CA098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833563" y="5614988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BFA8F-1E0C-4A35-967C-1BEC50C1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625" y="60960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7A78"/>
                </a:solidFill>
                <a:latin typeface="Arial"/>
                <a:ea typeface="Arial"/>
                <a:cs typeface="Arial"/>
              </a:rPr>
              <a:t>Measurements inform the next design</a:t>
            </a:r>
          </a:p>
        </p:txBody>
      </p:sp>
    </p:spTree>
    <p:extLst>
      <p:ext uri="{BB962C8B-B14F-4D97-AF65-F5344CB8AC3E}">
        <p14:creationId xmlns:p14="http://schemas.microsoft.com/office/powerpoint/2010/main" val="165228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2026-10-18T18:55:04.2890000Z</dcterms:created>
  <dcterms:modified xsi:type="dcterms:W3CDTF">2026-10-18T18:55:04.2900000Z</dcterms:modified>
</coreProperties>
</file>