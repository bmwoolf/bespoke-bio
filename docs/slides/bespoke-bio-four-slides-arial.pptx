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19acc721274acd" /><Relationship Type="http://schemas.openxmlformats.org/officeDocument/2006/relationships/extended-properties" Target="/docProps/app.xml" Id="Rfde231aabfcd49e1" /><Relationship Type="http://schemas.openxmlformats.org/officeDocument/2006/relationships/officeDocument" Target="/ppt/presentation.xml" Id="Rf71d44e239dc46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d72bcb83b345bf"/>
  </p:sldMasterIdLst>
  <p:notesMasterIdLst>
    <p:notesMasterId xmlns:r="http://schemas.openxmlformats.org/officeDocument/2006/relationships" r:id="R7f1b97202c5e4713"/>
  </p:notesMasterIdLst>
  <p:sldIdLst>
    <p:sldId xmlns:r="http://schemas.openxmlformats.org/officeDocument/2006/relationships" id="256" r:id="R943c824c8a1e44b8"/>
    <p:sldId xmlns:r="http://schemas.openxmlformats.org/officeDocument/2006/relationships" id="257" r:id="R0d3ed8ff6dd74009"/>
    <p:sldId xmlns:r="http://schemas.openxmlformats.org/officeDocument/2006/relationships" id="258" r:id="R8097a1c88d3b4bda"/>
    <p:sldId xmlns:r="http://schemas.openxmlformats.org/officeDocument/2006/relationships" id="259" r:id="R516b75caf31641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ab9f3a0751439e" /><Relationship Type="http://schemas.openxmlformats.org/officeDocument/2006/relationships/slideMaster" Target="/ppt/slideMasters/slideMaster1.xml" Id="Rced72bcb83b345bf" /><Relationship Type="http://schemas.openxmlformats.org/officeDocument/2006/relationships/notesMaster" Target="/ppt/notesMasters/notesMaster1.xml" Id="R7f1b97202c5e4713" /><Relationship Type="http://schemas.openxmlformats.org/officeDocument/2006/relationships/presProps" Target="/ppt/presProps.xml" Id="Rd3f943046fc24b23" /><Relationship Type="http://schemas.openxmlformats.org/officeDocument/2006/relationships/tableStyles" Target="/ppt/tableStyles.xml" Id="Rcf2c83f086b64ff0" /><Relationship Type="http://schemas.openxmlformats.org/officeDocument/2006/relationships/slide" Target="/ppt/slides/slide1.xml" Id="R943c824c8a1e44b8" /><Relationship Type="http://schemas.openxmlformats.org/officeDocument/2006/relationships/slide" Target="/ppt/slides/slide2.xml" Id="R0d3ed8ff6dd74009" /><Relationship Type="http://schemas.openxmlformats.org/officeDocument/2006/relationships/slide" Target="/ppt/slides/slide3.xml" Id="R8097a1c88d3b4bda" /><Relationship Type="http://schemas.openxmlformats.org/officeDocument/2006/relationships/slide" Target="/ppt/slides/slide4.xml" Id="R516b75caf31641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31707abe0445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caba57f2104643" /><Relationship Type="http://schemas.openxmlformats.org/officeDocument/2006/relationships/notesMaster" Target="/ppt/notesMasters/notesMaster1.xml" Id="Rd8d94949b5a04b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f33c7d835a43cf" /><Relationship Type="http://schemas.openxmlformats.org/officeDocument/2006/relationships/notesMaster" Target="/ppt/notesMasters/notesMaster1.xml" Id="R8646a9e33a8949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7a1888a7eb4cb5" /><Relationship Type="http://schemas.openxmlformats.org/officeDocument/2006/relationships/notesMaster" Target="/ppt/notesMasters/notesMaster1.xml" Id="R6de2bb1f0b454b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ee74b4485a4cb6" /><Relationship Type="http://schemas.openxmlformats.org/officeDocument/2006/relationships/notesMaster" Target="/ppt/notesMasters/notesMaster1.xml" Id="R5a879e31224845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Reviewed GitHub main 086484a and binder branch 95507e6 on 2026-10-17. Stage 1 precomputed HG002 export and independent replay are reported in main README and docs/stage-one.md. Raw DNA/RNA workflow adapters remain unqualified for full cases. Stage 2 implements exact-sequence lookup and folding adapters; do not claim every backend was run here. Current direct protein intake bypasses the CDS-based Step 2 API and accepts full sequences without automatic signal peptide trimming. BoltzGen supports sequence and structure inputs, with no specified epitope. The public PD-L1 runs establish pipeline execution, not measured binding. Uniqueness refers to deduplicated protein sequences, not experimentally established variant-specific binders. Selectivity against reference proteins or other targets is not established. No new binder run was performed for the supplied CCL26 JSON.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https://github.com/bmwoolf/bespoke-bio/blob/086484a/README.md</a:t>
            </a:r>
          </a:p>
          <a:p xmlns:a="http://schemas.openxmlformats.org/drawingml/2006/main">
            <a:r>
              <a:t>https://github.com/bmwoolf/bespoke-bio/blob/086484a/docs/stage-one.md</a:t>
            </a:r>
          </a:p>
          <a:p xmlns:a="http://schemas.openxmlformats.org/drawingml/2006/main">
            <a:r>
              <a:t>https://github.com/bmwoolf/bespoke-bio/blob/086484a/src/bespoke_bio/api.py</a:t>
            </a:r>
          </a:p>
          <a:p xmlns:a="http://schemas.openxmlformats.org/drawingml/2006/main">
            <a:r>
              <a:t>https://github.com/bmwoolf/bespoke-bio/blob/95507e6/docs/STATUS.md</a:t>
            </a:r>
          </a:p>
          <a:p xmlns:a="http://schemas.openxmlformats.org/drawingml/2006/main">
            <a:r>
              <a:t>https://github.com/bmwoolf/bespoke-bio/blob/95507e6/src/biocad/service.py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small pipeline smoke tests, not an estimate of binder hit rate. Structure-input run: 2 candidates, 1 passed, ipTM 0.3046 and 0.2925. Rejected candidate failed filter_rmsd at 2.6117 Å against the configured 2.5 Å threshold. Sequence-only HTTP run shown: 1 candidate, passed, complex recovery RMSD 0.8308 Å, binder-alone recovery 1.3318 Å, ipTM 0.4104, ESMFold2 minimum ipSAE 0.172. Managed shared-service run: 1 candidate, passed, ipTM 0.2009, ESMFold2 minimum ipSAE 0.0148; verified result download and worker deletion. Counts total 4 generated candidates and 3 native filter passes across 3 completed runs. Failed startup attempts are not included. No measured affinity, binding assay, reference-vs-variant specificity or off-target panel is available. CCL26 integration preparation did not perform inference. The image uses actual refolded predicted coordinates from binder_5c7000a0e62fb0de/complex.cif, rendered with Mol*: chain A 75 residues teal, chain B 115 residues orange. Geometry recovery tests whether refolding reproduces the design, not whether the proteins bind in a laboratory.</a:t>
            </a:r>
          </a:p>
          <a:p xmlns:a="http://schemas.openxmlformats.org/drawingml/2006/main">
            <a:r>
              <a:t>Sources: https://github.com/bmwoolf/bespoke-bio/blob/95507e6/examples/boltzgen_results/summary.json</a:t>
            </a:r>
          </a:p>
          <a:p xmlns:a="http://schemas.openxmlformats.org/drawingml/2006/main">
            <a:r>
              <a:t>https://github.com/bmwoolf/bespoke-bio/blob/95507e6/examples/boltzgen_api_results/summary.json</a:t>
            </a:r>
          </a:p>
          <a:p xmlns:a="http://schemas.openxmlformats.org/drawingml/2006/main">
            <a:r>
              <a:t>https://github.com/bmwoolf/bespoke-bio/blob/95507e6/examples/shared_service_smoke/summary.json</a:t>
            </a:r>
          </a:p>
          <a:p xmlns:a="http://schemas.openxmlformats.org/drawingml/2006/main">
            <a:r>
              <a:t>https://github.com/bmwoolf/bespoke-bio/blob/95507e6/examples/boltzgen_api_results/bundle/binder_5c7000a0e62fb0de/complex.cif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User-proposed future concept: the entire loop operates in the field. A soldier or medic provides a sample; edge omics sensing sends a compact reference-linked report to local field computing; analysis informs bespoke peptide synthesis or formulation in a portable field lab; delivery to the medic enables treatment and reassessment, feeding back into the loop. On-the-fly bespoke synthesis is the intended capability, not a demonstrated current clinical capability. New treatments require efficacy, safety, clinical review and manufacturing quality validation. The current project has demonstrated computational pipeline operation, not this field medical system. Figure is a conceptual diagram, not actual equipment. Foldseek omitted.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overview. Preparation resolves exact constructs, variants and target alignments/structures. BoltzGen generates candidate binders, performs native refolding/filtering and ESMFold2 assessment. Separate standard Boltz-2 validation uses fixed sequences, target MSA, empty binder MSA and no templates: complex and binder alone across three seeds. Review per-chain pLDDT, directional interface confidence and PAE, experimental target geometry where available, clashes, design agreement and repeat pose consistency. Native filtering does not impose a universal binding-confidence threshold. Outputs are computational candidates, not experimentally proven binders. GPU lifecycle includes verification of downloaded results before deletion. Source: docs/FOLDING_VALIDATION.md and examples/folding_validation/FINAL_FINDINGS.md on codex/binder-pipeline-demo.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c07bb6e75946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cc49aa738d46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a6f5a70f341a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c80dd71af4e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1b52dd293749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0e9b4cebc48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C7D73A-BD41-4126-B7EA-BC8BEA1321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B206EB-DC25-4A42-8EB3-C6C34A0875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7AFD232-4F7F-4313-850B-0C658C4C8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9028E3-AD07-4919-9404-69BB0526D7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6634AB-A284-4C71-A182-8D12EDC7CA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93CEF8-1CCB-4193-80C6-9566AE570D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603CC9-789A-4343-BDF6-3F04FE9AA3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CDC413D-BF24-43F3-B4DD-99842FA531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47E50E-39E0-488E-8193-C2C40FA7D4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5F68A5-D2FF-45D8-8377-B004E7B6E1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bf9f39ff834903" /><Relationship Type="http://schemas.openxmlformats.org/officeDocument/2006/relationships/slideLayout" Target="/ppt/slideLayouts/slideLayout1.xml" Id="R3ef3ad06d8c64922" /><Relationship Type="http://schemas.openxmlformats.org/officeDocument/2006/relationships/slideLayout" Target="/ppt/slideLayouts/slideLayout2.xml" Id="R771083beba784913" /><Relationship Type="http://schemas.openxmlformats.org/officeDocument/2006/relationships/slideLayout" Target="/ppt/slideLayouts/slideLayout3.xml" Id="R24f78cba5af94f93" /><Relationship Type="http://schemas.openxmlformats.org/officeDocument/2006/relationships/slideLayout" Target="/ppt/slideLayouts/slideLayout4.xml" Id="R8bda4ff265ba49f0" /><Relationship Type="http://schemas.openxmlformats.org/officeDocument/2006/relationships/slideLayout" Target="/ppt/slideLayouts/slideLayout5.xml" Id="R73aa6af028e7465c" /><Relationship Type="http://schemas.openxmlformats.org/officeDocument/2006/relationships/slideLayout" Target="/ppt/slideLayouts/slideLayout6.xml" Id="R5a533635570341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f3ad06d8c64922"/>
    <p:sldLayoutId xmlns:r="http://schemas.openxmlformats.org/officeDocument/2006/relationships" id="2147483650" r:id="R771083beba784913"/>
    <p:sldLayoutId xmlns:r="http://schemas.openxmlformats.org/officeDocument/2006/relationships" id="2147483651" r:id="R24f78cba5af94f93"/>
    <p:sldLayoutId xmlns:r="http://schemas.openxmlformats.org/officeDocument/2006/relationships" id="2147483652" r:id="R8bda4ff265ba49f0"/>
    <p:sldLayoutId xmlns:r="http://schemas.openxmlformats.org/officeDocument/2006/relationships" id="2147483653" r:id="R73aa6af028e7465c"/>
    <p:sldLayoutId xmlns:r="http://schemas.openxmlformats.org/officeDocument/2006/relationships" id="2147483654" r:id="R5a533635570341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330aeea7924895" /><Relationship Type="http://schemas.openxmlformats.org/officeDocument/2006/relationships/notesSlide" Target="/ppt/notesSlides/notesSlide1.xml" Id="R50afe1122c7a45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94e888ad3d4ce4" /><Relationship Type="http://schemas.openxmlformats.org/officeDocument/2006/relationships/image" Target="/ppt/media/image.png" Id="Rf94440abe7c949bf" /><Relationship Type="http://schemas.openxmlformats.org/officeDocument/2006/relationships/notesSlide" Target="/ppt/notesSlides/notesSlide2.xml" Id="R163db750ef824c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bc263c4edf40de" /><Relationship Type="http://schemas.openxmlformats.org/officeDocument/2006/relationships/notesSlide" Target="/ppt/notesSlides/notesSlide3.xml" Id="Rd562c078dbc947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cf316753e84be4" /><Relationship Type="http://schemas.openxmlformats.org/officeDocument/2006/relationships/notesSlide" Target="/ppt/notesSlides/notesSlide4.xml" Id="Rac45e50e8b9349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6C4362-E592-4AB4-819B-953CDF32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Bespoke Bio: current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E9080-148B-4BB3-BAB1-6B632B46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Personalized protein sequences and computational binder candidates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0E7DC-B6DE-4C95-A8C6-BA1EBA50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E3672-C8EA-4F47-8035-39D691FB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Evidence to proteins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DDF90-780A-497A-AF30-F99FA07F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Resolve supported alleles from variant evidence. Translate complete protein sequences and retain donor / transcript provenance.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4370F-0B8A-4D59-A6D4-8E881672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Output: protein JSON + FASTA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E9213-F055-4B2C-B685-B84DAA05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FF078-B332-4F96-A3C8-EC3870A5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90800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Target structures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594DD-EE1C-4ED3-B0DC-4A6851A7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Reuse exact matching structures or predict each unique sequence with Boltz-2, ESMFold or OpenFold.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5904E-694C-4704-9BB4-0820CAE5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Output: structures +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DC418-27BB-4D02-BF98-8F77CBA0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6943D-0A53-404C-9342-C5D6B346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Binder 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65D6B6-4154-4BBC-BE8D-A2E5EA34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BoltzGen generates candidate binders, predicts complexes and evaluates folding and interface quality.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84A1A-C66C-4F82-860C-FFDCACEF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Output: sequences + ranked models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456DD-39DE-459C-9922-57308006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Live shortcut: protein JSON can enter the binder API directly, without a separate folding job.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533E9-0EDF-4AFF-95ED-2FAA63AD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Verified: HG002 protein export and public-target binder runs. Raw-read qualification and variant selectivity remain open.</a:t>
            </a:r>
          </a:p>
        </p:txBody>
      </p:sp>
    </p:spTree>
    <p:extLst>
      <p:ext uri="{BB962C8B-B14F-4D97-AF65-F5344CB8AC3E}">
        <p14:creationId xmlns:p14="http://schemas.microsoft.com/office/powerpoint/2010/main" val="21349831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96D3E-624E-410E-AE61-738C871C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PD-L1 binder tests: results so far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54573-0AC8-40C5-98DC-C98EA2B3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Three completed BoltzGen GPU runs, four candidate binders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9B2E1-35A9-437F-B2B6-79B2083280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440abe7c949bf"/>
          <a:stretch xmlns:a="http://schemas.openxmlformats.org/drawingml/2006/main"/>
        </p:blipFill>
        <p:spPr>
          <a:xfrm xmlns:a="http://schemas.openxmlformats.org/drawingml/2006/main">
            <a:off x="991277" y="1847850"/>
            <a:ext cx="4208697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EFE1A-1A69-4709-93C4-4D179032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007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B566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B566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56615"/>
                </a:solidFill>
                <a:latin typeface="Arial"/>
                <a:ea typeface="Arial"/>
                <a:cs typeface="Arial"/>
              </a:rPr>
              <a:t>PD-L1 target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08863-DFF0-45AC-A711-6B0D4D08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007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Designed binder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024FF-F411-42DC-A8DF-6787C2DC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2932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Predicted complex from the sequence-only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B9F6D-3911-428F-88BB-881FC4F5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What worked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1AEA3-E16B-4089-A7A6-77EBDF65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All seven pipeline stages completed. The shared API also downloaded results and deleted its GPU worker.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AB854-9038-4D4F-BF0B-21D6EFE1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8140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What passed / failed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2C250-C33C-4A83-8511-31CB57E2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533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3 of 4 passed native filters. One refolded too far from its design: RMSD 2.61 Å (limit 2.5 Å).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491DB-6341-4123-B52D-87679E10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What remains unproven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ED2C3-FACB-4340-9808-54F44255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388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Interface confidence was low to modest (ipTM 0.20–0.41). Binding, affinity and variant selectivity need validation.</a:t>
            </a:r>
          </a:p>
        </p:txBody>
      </p:sp>
    </p:spTree>
    <p:extLst>
      <p:ext uri="{BB962C8B-B14F-4D97-AF65-F5344CB8AC3E}">
        <p14:creationId xmlns:p14="http://schemas.microsoft.com/office/powerpoint/2010/main" val="1598509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F1D361-6E94-4307-AC2B-1B74CB6D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667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Vision: field care loop</a:t>
            </a:r>
          </a:p>
        </p:txBody>
      </p:sp>
      <p:sp>
        <p:nvSpPr>
          <p:cNvPr id="2" name="soldier">
            <a:extLst xmlns:a="http://schemas.openxmlformats.org/drawingml/2006/main">
              <a:ext uri="{FF2B5EF4-FFF2-40B4-BE49-F238E27FC236}">
                <a16:creationId xmlns:a16="http://schemas.microsoft.com/office/drawing/2014/main" id="{CD15CE4A-D793-47EC-A986-F3FBBAD5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2619375" cy="1619250"/>
          </a:xfrm>
          <a:custGeom xmlns:a="http://schemas.openxmlformats.org/drawingml/2006/main">
            <a:pathLst>
              <a:path w="2619375" h="1619250">
                <a:moveTo>
                  <a:pt x="1952625" y="876300"/>
                </a:moveTo>
                <a:lnTo>
                  <a:pt x="1943100" y="847725"/>
                </a:lnTo>
                <a:lnTo>
                  <a:pt x="1933575" y="847725"/>
                </a:lnTo>
                <a:lnTo>
                  <a:pt x="1924050" y="800100"/>
                </a:lnTo>
                <a:lnTo>
                  <a:pt x="1905000" y="800100"/>
                </a:lnTo>
                <a:lnTo>
                  <a:pt x="1905000" y="819150"/>
                </a:lnTo>
                <a:lnTo>
                  <a:pt x="1895475" y="819150"/>
                </a:lnTo>
                <a:lnTo>
                  <a:pt x="1895475" y="838200"/>
                </a:lnTo>
                <a:lnTo>
                  <a:pt x="1885950" y="838200"/>
                </a:lnTo>
                <a:lnTo>
                  <a:pt x="1866900" y="895350"/>
                </a:lnTo>
                <a:lnTo>
                  <a:pt x="1847850" y="904875"/>
                </a:lnTo>
                <a:lnTo>
                  <a:pt x="1838325" y="942975"/>
                </a:lnTo>
                <a:lnTo>
                  <a:pt x="1819275" y="952500"/>
                </a:lnTo>
                <a:lnTo>
                  <a:pt x="1819275" y="971550"/>
                </a:lnTo>
                <a:lnTo>
                  <a:pt x="1800225" y="981075"/>
                </a:lnTo>
                <a:lnTo>
                  <a:pt x="1800225" y="1000125"/>
                </a:lnTo>
                <a:lnTo>
                  <a:pt x="1790700" y="1000125"/>
                </a:lnTo>
                <a:lnTo>
                  <a:pt x="1762125" y="1038225"/>
                </a:lnTo>
                <a:lnTo>
                  <a:pt x="1743075" y="1038225"/>
                </a:lnTo>
                <a:lnTo>
                  <a:pt x="1743075" y="1047750"/>
                </a:lnTo>
                <a:lnTo>
                  <a:pt x="1609725" y="1038225"/>
                </a:lnTo>
                <a:lnTo>
                  <a:pt x="1609725" y="1028700"/>
                </a:lnTo>
                <a:lnTo>
                  <a:pt x="1562100" y="1028700"/>
                </a:lnTo>
                <a:lnTo>
                  <a:pt x="1562100" y="1019175"/>
                </a:lnTo>
                <a:lnTo>
                  <a:pt x="1476375" y="1009650"/>
                </a:lnTo>
                <a:lnTo>
                  <a:pt x="1476375" y="1000125"/>
                </a:lnTo>
                <a:lnTo>
                  <a:pt x="1447800" y="1000125"/>
                </a:lnTo>
                <a:lnTo>
                  <a:pt x="1447800" y="990600"/>
                </a:lnTo>
                <a:lnTo>
                  <a:pt x="1400175" y="990600"/>
                </a:lnTo>
                <a:lnTo>
                  <a:pt x="1400175" y="1000125"/>
                </a:lnTo>
                <a:lnTo>
                  <a:pt x="1371600" y="1000125"/>
                </a:lnTo>
                <a:lnTo>
                  <a:pt x="1371600" y="1009650"/>
                </a:lnTo>
                <a:lnTo>
                  <a:pt x="1323975" y="1000125"/>
                </a:lnTo>
                <a:lnTo>
                  <a:pt x="1323975" y="990600"/>
                </a:lnTo>
                <a:lnTo>
                  <a:pt x="1285875" y="990600"/>
                </a:lnTo>
                <a:lnTo>
                  <a:pt x="1266825" y="1019175"/>
                </a:lnTo>
                <a:lnTo>
                  <a:pt x="1247775" y="1019175"/>
                </a:lnTo>
                <a:lnTo>
                  <a:pt x="1238250" y="1038225"/>
                </a:lnTo>
                <a:lnTo>
                  <a:pt x="1219200" y="1038225"/>
                </a:lnTo>
                <a:lnTo>
                  <a:pt x="1200150" y="1066800"/>
                </a:lnTo>
                <a:lnTo>
                  <a:pt x="1181100" y="1066800"/>
                </a:lnTo>
                <a:lnTo>
                  <a:pt x="1171575" y="1085850"/>
                </a:lnTo>
                <a:lnTo>
                  <a:pt x="1133475" y="1095375"/>
                </a:lnTo>
                <a:lnTo>
                  <a:pt x="1123950" y="1076325"/>
                </a:lnTo>
                <a:lnTo>
                  <a:pt x="1133475" y="1076325"/>
                </a:lnTo>
                <a:lnTo>
                  <a:pt x="1152525" y="1047750"/>
                </a:lnTo>
                <a:lnTo>
                  <a:pt x="1171575" y="1047750"/>
                </a:lnTo>
                <a:lnTo>
                  <a:pt x="1190625" y="1019175"/>
                </a:lnTo>
                <a:lnTo>
                  <a:pt x="1209675" y="1019175"/>
                </a:lnTo>
                <a:lnTo>
                  <a:pt x="1219200" y="1000125"/>
                </a:lnTo>
                <a:lnTo>
                  <a:pt x="1238250" y="1000125"/>
                </a:lnTo>
                <a:lnTo>
                  <a:pt x="1257300" y="971550"/>
                </a:lnTo>
                <a:lnTo>
                  <a:pt x="1285875" y="962025"/>
                </a:lnTo>
                <a:lnTo>
                  <a:pt x="1285875" y="923925"/>
                </a:lnTo>
                <a:lnTo>
                  <a:pt x="1295400" y="923925"/>
                </a:lnTo>
                <a:lnTo>
                  <a:pt x="1295400" y="904875"/>
                </a:lnTo>
                <a:lnTo>
                  <a:pt x="1304925" y="904875"/>
                </a:lnTo>
                <a:lnTo>
                  <a:pt x="1323975" y="876300"/>
                </a:lnTo>
                <a:lnTo>
                  <a:pt x="1400175" y="876300"/>
                </a:lnTo>
                <a:lnTo>
                  <a:pt x="1400175" y="885825"/>
                </a:lnTo>
                <a:lnTo>
                  <a:pt x="1428750" y="895350"/>
                </a:lnTo>
                <a:lnTo>
                  <a:pt x="1438275" y="933450"/>
                </a:lnTo>
                <a:lnTo>
                  <a:pt x="1457325" y="933450"/>
                </a:lnTo>
                <a:lnTo>
                  <a:pt x="1457325" y="942975"/>
                </a:lnTo>
                <a:lnTo>
                  <a:pt x="1524000" y="952500"/>
                </a:lnTo>
                <a:lnTo>
                  <a:pt x="1524000" y="962025"/>
                </a:lnTo>
                <a:lnTo>
                  <a:pt x="1571625" y="962025"/>
                </a:lnTo>
                <a:lnTo>
                  <a:pt x="1571625" y="971550"/>
                </a:lnTo>
                <a:lnTo>
                  <a:pt x="1619250" y="971550"/>
                </a:lnTo>
                <a:lnTo>
                  <a:pt x="1619250" y="981075"/>
                </a:lnTo>
                <a:lnTo>
                  <a:pt x="1724025" y="990600"/>
                </a:lnTo>
                <a:lnTo>
                  <a:pt x="1724025" y="981075"/>
                </a:lnTo>
                <a:lnTo>
                  <a:pt x="1762125" y="952500"/>
                </a:lnTo>
                <a:lnTo>
                  <a:pt x="1762125" y="933450"/>
                </a:lnTo>
                <a:lnTo>
                  <a:pt x="1771650" y="933450"/>
                </a:lnTo>
                <a:lnTo>
                  <a:pt x="1781175" y="904875"/>
                </a:lnTo>
                <a:lnTo>
                  <a:pt x="1800225" y="895350"/>
                </a:lnTo>
                <a:lnTo>
                  <a:pt x="1800225" y="876300"/>
                </a:lnTo>
                <a:lnTo>
                  <a:pt x="1809750" y="876300"/>
                </a:lnTo>
                <a:lnTo>
                  <a:pt x="1809750" y="857250"/>
                </a:lnTo>
                <a:lnTo>
                  <a:pt x="1819275" y="857250"/>
                </a:lnTo>
                <a:lnTo>
                  <a:pt x="1819275" y="838200"/>
                </a:lnTo>
                <a:lnTo>
                  <a:pt x="1828800" y="838200"/>
                </a:lnTo>
                <a:lnTo>
                  <a:pt x="1828800" y="819150"/>
                </a:lnTo>
                <a:lnTo>
                  <a:pt x="1838325" y="819150"/>
                </a:lnTo>
                <a:lnTo>
                  <a:pt x="1838325" y="800100"/>
                </a:lnTo>
                <a:lnTo>
                  <a:pt x="1847850" y="800100"/>
                </a:lnTo>
                <a:lnTo>
                  <a:pt x="1847850" y="771525"/>
                </a:lnTo>
                <a:lnTo>
                  <a:pt x="1857375" y="771525"/>
                </a:lnTo>
                <a:lnTo>
                  <a:pt x="1857375" y="742950"/>
                </a:lnTo>
                <a:lnTo>
                  <a:pt x="1866900" y="742950"/>
                </a:lnTo>
                <a:lnTo>
                  <a:pt x="1866900" y="723900"/>
                </a:lnTo>
                <a:lnTo>
                  <a:pt x="1876425" y="723900"/>
                </a:lnTo>
                <a:lnTo>
                  <a:pt x="1876425" y="695325"/>
                </a:lnTo>
                <a:lnTo>
                  <a:pt x="1866900" y="695325"/>
                </a:lnTo>
                <a:lnTo>
                  <a:pt x="1857375" y="676275"/>
                </a:lnTo>
                <a:lnTo>
                  <a:pt x="1809750" y="685800"/>
                </a:lnTo>
                <a:lnTo>
                  <a:pt x="1809750" y="695325"/>
                </a:lnTo>
                <a:lnTo>
                  <a:pt x="1714500" y="695325"/>
                </a:lnTo>
                <a:lnTo>
                  <a:pt x="1714500" y="685800"/>
                </a:lnTo>
                <a:lnTo>
                  <a:pt x="1676400" y="685800"/>
                </a:lnTo>
                <a:lnTo>
                  <a:pt x="1676400" y="676275"/>
                </a:lnTo>
                <a:lnTo>
                  <a:pt x="1638300" y="666750"/>
                </a:lnTo>
                <a:lnTo>
                  <a:pt x="1628775" y="647700"/>
                </a:lnTo>
                <a:lnTo>
                  <a:pt x="1609725" y="647700"/>
                </a:lnTo>
                <a:lnTo>
                  <a:pt x="1609725" y="638175"/>
                </a:lnTo>
                <a:lnTo>
                  <a:pt x="1571625" y="609600"/>
                </a:lnTo>
                <a:lnTo>
                  <a:pt x="1571625" y="590550"/>
                </a:lnTo>
                <a:lnTo>
                  <a:pt x="1552575" y="581025"/>
                </a:lnTo>
                <a:lnTo>
                  <a:pt x="1552575" y="561975"/>
                </a:lnTo>
                <a:lnTo>
                  <a:pt x="1543050" y="561975"/>
                </a:lnTo>
                <a:lnTo>
                  <a:pt x="1543050" y="542925"/>
                </a:lnTo>
                <a:lnTo>
                  <a:pt x="1533525" y="542925"/>
                </a:lnTo>
                <a:lnTo>
                  <a:pt x="1533525" y="514350"/>
                </a:lnTo>
                <a:lnTo>
                  <a:pt x="1524000" y="514350"/>
                </a:lnTo>
                <a:lnTo>
                  <a:pt x="1524000" y="400050"/>
                </a:lnTo>
                <a:lnTo>
                  <a:pt x="1533525" y="400050"/>
                </a:lnTo>
                <a:lnTo>
                  <a:pt x="1533525" y="371475"/>
                </a:lnTo>
                <a:lnTo>
                  <a:pt x="1543050" y="371475"/>
                </a:lnTo>
                <a:lnTo>
                  <a:pt x="1552575" y="333375"/>
                </a:lnTo>
                <a:lnTo>
                  <a:pt x="1571625" y="323850"/>
                </a:lnTo>
                <a:lnTo>
                  <a:pt x="1571625" y="304800"/>
                </a:lnTo>
                <a:lnTo>
                  <a:pt x="1581150" y="304800"/>
                </a:lnTo>
                <a:lnTo>
                  <a:pt x="1600200" y="276225"/>
                </a:lnTo>
                <a:lnTo>
                  <a:pt x="1619250" y="276225"/>
                </a:lnTo>
                <a:lnTo>
                  <a:pt x="1638300" y="247650"/>
                </a:lnTo>
                <a:lnTo>
                  <a:pt x="1685925" y="238125"/>
                </a:lnTo>
                <a:lnTo>
                  <a:pt x="1685925" y="228600"/>
                </a:lnTo>
                <a:lnTo>
                  <a:pt x="1724025" y="228600"/>
                </a:lnTo>
                <a:lnTo>
                  <a:pt x="1724025" y="219075"/>
                </a:lnTo>
                <a:lnTo>
                  <a:pt x="1800225" y="219075"/>
                </a:lnTo>
                <a:lnTo>
                  <a:pt x="1800225" y="228600"/>
                </a:lnTo>
                <a:lnTo>
                  <a:pt x="1866900" y="238125"/>
                </a:lnTo>
                <a:lnTo>
                  <a:pt x="1876425" y="257175"/>
                </a:lnTo>
                <a:lnTo>
                  <a:pt x="1895475" y="257175"/>
                </a:lnTo>
                <a:lnTo>
                  <a:pt x="1905000" y="276225"/>
                </a:lnTo>
                <a:lnTo>
                  <a:pt x="1924050" y="276225"/>
                </a:lnTo>
                <a:lnTo>
                  <a:pt x="1924050" y="285750"/>
                </a:lnTo>
                <a:lnTo>
                  <a:pt x="1943100" y="295275"/>
                </a:lnTo>
                <a:lnTo>
                  <a:pt x="1943100" y="314325"/>
                </a:lnTo>
                <a:lnTo>
                  <a:pt x="1962150" y="323850"/>
                </a:lnTo>
                <a:lnTo>
                  <a:pt x="1981200" y="381000"/>
                </a:lnTo>
                <a:lnTo>
                  <a:pt x="1990725" y="381000"/>
                </a:lnTo>
                <a:lnTo>
                  <a:pt x="1990725" y="419100"/>
                </a:lnTo>
                <a:lnTo>
                  <a:pt x="2000250" y="419100"/>
                </a:lnTo>
                <a:lnTo>
                  <a:pt x="1990725" y="533400"/>
                </a:lnTo>
                <a:lnTo>
                  <a:pt x="1981200" y="533400"/>
                </a:lnTo>
                <a:lnTo>
                  <a:pt x="1962150" y="590550"/>
                </a:lnTo>
                <a:lnTo>
                  <a:pt x="1943100" y="600075"/>
                </a:lnTo>
                <a:lnTo>
                  <a:pt x="1943100" y="619125"/>
                </a:lnTo>
                <a:lnTo>
                  <a:pt x="1933575" y="619125"/>
                </a:lnTo>
                <a:lnTo>
                  <a:pt x="1924050" y="638175"/>
                </a:lnTo>
                <a:lnTo>
                  <a:pt x="1905000" y="638175"/>
                </a:lnTo>
                <a:lnTo>
                  <a:pt x="1905000" y="666750"/>
                </a:lnTo>
                <a:lnTo>
                  <a:pt x="1914525" y="666750"/>
                </a:lnTo>
                <a:lnTo>
                  <a:pt x="1914525" y="676275"/>
                </a:lnTo>
                <a:lnTo>
                  <a:pt x="1971675" y="666750"/>
                </a:lnTo>
                <a:lnTo>
                  <a:pt x="1971675" y="657225"/>
                </a:lnTo>
                <a:lnTo>
                  <a:pt x="2019300" y="647700"/>
                </a:lnTo>
                <a:lnTo>
                  <a:pt x="2019300" y="638175"/>
                </a:lnTo>
                <a:lnTo>
                  <a:pt x="2066925" y="628650"/>
                </a:lnTo>
                <a:lnTo>
                  <a:pt x="2066925" y="619125"/>
                </a:lnTo>
                <a:lnTo>
                  <a:pt x="2114550" y="619125"/>
                </a:lnTo>
                <a:lnTo>
                  <a:pt x="2133600" y="647700"/>
                </a:lnTo>
                <a:lnTo>
                  <a:pt x="2162175" y="647700"/>
                </a:lnTo>
                <a:lnTo>
                  <a:pt x="2162175" y="638175"/>
                </a:lnTo>
                <a:lnTo>
                  <a:pt x="2200275" y="638175"/>
                </a:lnTo>
                <a:lnTo>
                  <a:pt x="2200275" y="628650"/>
                </a:lnTo>
                <a:lnTo>
                  <a:pt x="2238375" y="628650"/>
                </a:lnTo>
                <a:lnTo>
                  <a:pt x="2238375" y="619125"/>
                </a:lnTo>
                <a:lnTo>
                  <a:pt x="2276475" y="619125"/>
                </a:lnTo>
                <a:lnTo>
                  <a:pt x="2276475" y="609600"/>
                </a:lnTo>
                <a:lnTo>
                  <a:pt x="2371725" y="609600"/>
                </a:lnTo>
                <a:lnTo>
                  <a:pt x="2371725" y="619125"/>
                </a:lnTo>
                <a:lnTo>
                  <a:pt x="2409825" y="628650"/>
                </a:lnTo>
                <a:lnTo>
                  <a:pt x="2409825" y="638175"/>
                </a:lnTo>
                <a:lnTo>
                  <a:pt x="2438400" y="657225"/>
                </a:lnTo>
                <a:lnTo>
                  <a:pt x="2438400" y="676275"/>
                </a:lnTo>
                <a:lnTo>
                  <a:pt x="2447925" y="676275"/>
                </a:lnTo>
                <a:lnTo>
                  <a:pt x="2447925" y="695325"/>
                </a:lnTo>
                <a:lnTo>
                  <a:pt x="2457450" y="695325"/>
                </a:lnTo>
                <a:lnTo>
                  <a:pt x="2457450" y="723900"/>
                </a:lnTo>
                <a:lnTo>
                  <a:pt x="2466975" y="723900"/>
                </a:lnTo>
                <a:lnTo>
                  <a:pt x="2466975" y="752475"/>
                </a:lnTo>
                <a:lnTo>
                  <a:pt x="2476500" y="752475"/>
                </a:lnTo>
                <a:lnTo>
                  <a:pt x="2486025" y="819150"/>
                </a:lnTo>
                <a:lnTo>
                  <a:pt x="2495550" y="819150"/>
                </a:lnTo>
                <a:lnTo>
                  <a:pt x="2495550" y="857250"/>
                </a:lnTo>
                <a:lnTo>
                  <a:pt x="2505075" y="857250"/>
                </a:lnTo>
                <a:lnTo>
                  <a:pt x="2514600" y="933450"/>
                </a:lnTo>
                <a:lnTo>
                  <a:pt x="2524125" y="933450"/>
                </a:lnTo>
                <a:lnTo>
                  <a:pt x="2524125" y="962025"/>
                </a:lnTo>
                <a:lnTo>
                  <a:pt x="2533650" y="962025"/>
                </a:lnTo>
                <a:lnTo>
                  <a:pt x="2533650" y="1047750"/>
                </a:lnTo>
                <a:lnTo>
                  <a:pt x="2524125" y="1047750"/>
                </a:lnTo>
                <a:lnTo>
                  <a:pt x="2514600" y="1085850"/>
                </a:lnTo>
                <a:lnTo>
                  <a:pt x="2505075" y="1085850"/>
                </a:lnTo>
                <a:lnTo>
                  <a:pt x="2486025" y="1114425"/>
                </a:lnTo>
                <a:lnTo>
                  <a:pt x="2438400" y="1123950"/>
                </a:lnTo>
                <a:lnTo>
                  <a:pt x="2438400" y="1133475"/>
                </a:lnTo>
                <a:lnTo>
                  <a:pt x="2409825" y="1133475"/>
                </a:lnTo>
                <a:lnTo>
                  <a:pt x="2409825" y="1143000"/>
                </a:lnTo>
                <a:lnTo>
                  <a:pt x="2371725" y="1143000"/>
                </a:lnTo>
                <a:lnTo>
                  <a:pt x="2371725" y="1152525"/>
                </a:lnTo>
                <a:lnTo>
                  <a:pt x="2352675" y="1152525"/>
                </a:lnTo>
                <a:lnTo>
                  <a:pt x="2333625" y="1152525"/>
                </a:lnTo>
                <a:lnTo>
                  <a:pt x="2333625" y="1162050"/>
                </a:lnTo>
                <a:lnTo>
                  <a:pt x="2295525" y="1162050"/>
                </a:lnTo>
                <a:lnTo>
                  <a:pt x="2295525" y="1171575"/>
                </a:lnTo>
                <a:lnTo>
                  <a:pt x="2257425" y="1171575"/>
                </a:lnTo>
                <a:lnTo>
                  <a:pt x="2257425" y="1181100"/>
                </a:lnTo>
                <a:lnTo>
                  <a:pt x="2219325" y="1181100"/>
                </a:lnTo>
                <a:lnTo>
                  <a:pt x="2219325" y="1190625"/>
                </a:lnTo>
                <a:lnTo>
                  <a:pt x="2209800" y="1190625"/>
                </a:lnTo>
                <a:lnTo>
                  <a:pt x="2209800" y="1228725"/>
                </a:lnTo>
                <a:lnTo>
                  <a:pt x="2190750" y="1238250"/>
                </a:lnTo>
                <a:lnTo>
                  <a:pt x="2190750" y="1266825"/>
                </a:lnTo>
                <a:lnTo>
                  <a:pt x="2171700" y="1276350"/>
                </a:lnTo>
                <a:lnTo>
                  <a:pt x="2171700" y="1295400"/>
                </a:lnTo>
                <a:lnTo>
                  <a:pt x="2162175" y="1295400"/>
                </a:lnTo>
                <a:lnTo>
                  <a:pt x="2162175" y="1314450"/>
                </a:lnTo>
                <a:lnTo>
                  <a:pt x="2152650" y="1314450"/>
                </a:lnTo>
                <a:lnTo>
                  <a:pt x="2152650" y="1333500"/>
                </a:lnTo>
                <a:lnTo>
                  <a:pt x="2143125" y="1333500"/>
                </a:lnTo>
                <a:lnTo>
                  <a:pt x="2124075" y="1390650"/>
                </a:lnTo>
                <a:lnTo>
                  <a:pt x="2105025" y="1400175"/>
                </a:lnTo>
                <a:lnTo>
                  <a:pt x="2105025" y="1419225"/>
                </a:lnTo>
                <a:lnTo>
                  <a:pt x="2095500" y="1419225"/>
                </a:lnTo>
                <a:lnTo>
                  <a:pt x="2095500" y="1438275"/>
                </a:lnTo>
                <a:lnTo>
                  <a:pt x="2085975" y="1438275"/>
                </a:lnTo>
                <a:lnTo>
                  <a:pt x="2085975" y="1457325"/>
                </a:lnTo>
                <a:lnTo>
                  <a:pt x="2076450" y="1457325"/>
                </a:lnTo>
                <a:lnTo>
                  <a:pt x="2076450" y="1476375"/>
                </a:lnTo>
                <a:lnTo>
                  <a:pt x="2066925" y="1476375"/>
                </a:lnTo>
                <a:lnTo>
                  <a:pt x="2066925" y="1495425"/>
                </a:lnTo>
                <a:lnTo>
                  <a:pt x="2057400" y="1495425"/>
                </a:lnTo>
                <a:lnTo>
                  <a:pt x="2057400" y="1514475"/>
                </a:lnTo>
                <a:lnTo>
                  <a:pt x="2047875" y="1514475"/>
                </a:lnTo>
                <a:lnTo>
                  <a:pt x="2038350" y="1543050"/>
                </a:lnTo>
                <a:lnTo>
                  <a:pt x="2095500" y="1543050"/>
                </a:lnTo>
                <a:lnTo>
                  <a:pt x="2095500" y="1533525"/>
                </a:lnTo>
                <a:lnTo>
                  <a:pt x="2152650" y="1533525"/>
                </a:lnTo>
                <a:lnTo>
                  <a:pt x="2152650" y="1524000"/>
                </a:lnTo>
                <a:lnTo>
                  <a:pt x="2219325" y="1524000"/>
                </a:lnTo>
                <a:lnTo>
                  <a:pt x="2219325" y="1514475"/>
                </a:lnTo>
                <a:lnTo>
                  <a:pt x="2276475" y="1514475"/>
                </a:lnTo>
                <a:lnTo>
                  <a:pt x="2276475" y="1504950"/>
                </a:lnTo>
                <a:lnTo>
                  <a:pt x="2343150" y="1504950"/>
                </a:lnTo>
                <a:lnTo>
                  <a:pt x="2343150" y="1495425"/>
                </a:lnTo>
                <a:lnTo>
                  <a:pt x="2400300" y="1495425"/>
                </a:lnTo>
                <a:lnTo>
                  <a:pt x="2400300" y="1485900"/>
                </a:lnTo>
                <a:lnTo>
                  <a:pt x="2486025" y="1485900"/>
                </a:lnTo>
                <a:lnTo>
                  <a:pt x="2495550" y="1514475"/>
                </a:lnTo>
                <a:lnTo>
                  <a:pt x="2505075" y="1514475"/>
                </a:lnTo>
                <a:lnTo>
                  <a:pt x="2505075" y="1533525"/>
                </a:lnTo>
                <a:lnTo>
                  <a:pt x="2524125" y="1543050"/>
                </a:lnTo>
                <a:lnTo>
                  <a:pt x="2524125" y="1562100"/>
                </a:lnTo>
                <a:lnTo>
                  <a:pt x="2533650" y="1562100"/>
                </a:lnTo>
                <a:lnTo>
                  <a:pt x="2533650" y="1581150"/>
                </a:lnTo>
                <a:lnTo>
                  <a:pt x="2543175" y="1581150"/>
                </a:lnTo>
                <a:lnTo>
                  <a:pt x="2543175" y="1619250"/>
                </a:lnTo>
                <a:lnTo>
                  <a:pt x="2495550" y="1619250"/>
                </a:lnTo>
                <a:lnTo>
                  <a:pt x="2495550" y="1609725"/>
                </a:lnTo>
                <a:lnTo>
                  <a:pt x="2476500" y="1600200"/>
                </a:lnTo>
                <a:lnTo>
                  <a:pt x="2457450" y="1543050"/>
                </a:lnTo>
                <a:lnTo>
                  <a:pt x="2352675" y="1552575"/>
                </a:lnTo>
                <a:lnTo>
                  <a:pt x="2352675" y="1562100"/>
                </a:lnTo>
                <a:lnTo>
                  <a:pt x="2286000" y="1562100"/>
                </a:lnTo>
                <a:lnTo>
                  <a:pt x="2286000" y="1571625"/>
                </a:lnTo>
                <a:lnTo>
                  <a:pt x="2228850" y="1571625"/>
                </a:lnTo>
                <a:lnTo>
                  <a:pt x="2228850" y="1581150"/>
                </a:lnTo>
                <a:lnTo>
                  <a:pt x="2171700" y="1581150"/>
                </a:lnTo>
                <a:lnTo>
                  <a:pt x="2171700" y="1590675"/>
                </a:lnTo>
                <a:lnTo>
                  <a:pt x="2105025" y="1590675"/>
                </a:lnTo>
                <a:lnTo>
                  <a:pt x="2105025" y="1600200"/>
                </a:lnTo>
                <a:lnTo>
                  <a:pt x="2047875" y="1600200"/>
                </a:lnTo>
                <a:lnTo>
                  <a:pt x="2047875" y="1609725"/>
                </a:lnTo>
                <a:lnTo>
                  <a:pt x="1990725" y="1609725"/>
                </a:lnTo>
                <a:lnTo>
                  <a:pt x="1990725" y="1600200"/>
                </a:lnTo>
                <a:lnTo>
                  <a:pt x="1971675" y="1590675"/>
                </a:lnTo>
                <a:lnTo>
                  <a:pt x="1962150" y="1552575"/>
                </a:lnTo>
                <a:lnTo>
                  <a:pt x="1971675" y="1552575"/>
                </a:lnTo>
                <a:lnTo>
                  <a:pt x="1971675" y="1533525"/>
                </a:lnTo>
                <a:lnTo>
                  <a:pt x="1981200" y="1533525"/>
                </a:lnTo>
                <a:lnTo>
                  <a:pt x="1981200" y="1514475"/>
                </a:lnTo>
                <a:lnTo>
                  <a:pt x="1990725" y="1514475"/>
                </a:lnTo>
                <a:lnTo>
                  <a:pt x="1990725" y="1495425"/>
                </a:lnTo>
                <a:lnTo>
                  <a:pt x="2000250" y="1495425"/>
                </a:lnTo>
                <a:lnTo>
                  <a:pt x="2000250" y="1476375"/>
                </a:lnTo>
                <a:lnTo>
                  <a:pt x="2009775" y="1476375"/>
                </a:lnTo>
                <a:lnTo>
                  <a:pt x="2028825" y="1419225"/>
                </a:lnTo>
                <a:lnTo>
                  <a:pt x="2047875" y="1409700"/>
                </a:lnTo>
                <a:lnTo>
                  <a:pt x="2047875" y="1390650"/>
                </a:lnTo>
                <a:lnTo>
                  <a:pt x="2057400" y="1390650"/>
                </a:lnTo>
                <a:lnTo>
                  <a:pt x="2057400" y="1371600"/>
                </a:lnTo>
                <a:lnTo>
                  <a:pt x="2066925" y="1371600"/>
                </a:lnTo>
                <a:lnTo>
                  <a:pt x="2066925" y="1352550"/>
                </a:lnTo>
                <a:lnTo>
                  <a:pt x="2076450" y="1352550"/>
                </a:lnTo>
                <a:lnTo>
                  <a:pt x="2076450" y="1333500"/>
                </a:lnTo>
                <a:lnTo>
                  <a:pt x="2085975" y="1333500"/>
                </a:lnTo>
                <a:lnTo>
                  <a:pt x="2085975" y="1314450"/>
                </a:lnTo>
                <a:lnTo>
                  <a:pt x="2095500" y="1314450"/>
                </a:lnTo>
                <a:lnTo>
                  <a:pt x="2114550" y="1257300"/>
                </a:lnTo>
                <a:lnTo>
                  <a:pt x="2133600" y="1247775"/>
                </a:lnTo>
                <a:lnTo>
                  <a:pt x="2133600" y="1228725"/>
                </a:lnTo>
                <a:lnTo>
                  <a:pt x="2143125" y="1228725"/>
                </a:lnTo>
                <a:lnTo>
                  <a:pt x="2143125" y="1209675"/>
                </a:lnTo>
                <a:lnTo>
                  <a:pt x="2152650" y="1209675"/>
                </a:lnTo>
                <a:lnTo>
                  <a:pt x="2152650" y="1190625"/>
                </a:lnTo>
                <a:lnTo>
                  <a:pt x="2162175" y="1190625"/>
                </a:lnTo>
                <a:lnTo>
                  <a:pt x="2162175" y="1181100"/>
                </a:lnTo>
                <a:lnTo>
                  <a:pt x="2152650" y="1181100"/>
                </a:lnTo>
                <a:lnTo>
                  <a:pt x="2152650" y="1133475"/>
                </a:lnTo>
                <a:lnTo>
                  <a:pt x="2143125" y="1133475"/>
                </a:lnTo>
                <a:lnTo>
                  <a:pt x="2133600" y="1076325"/>
                </a:lnTo>
                <a:lnTo>
                  <a:pt x="2124075" y="1076325"/>
                </a:lnTo>
                <a:lnTo>
                  <a:pt x="2124075" y="1057275"/>
                </a:lnTo>
                <a:lnTo>
                  <a:pt x="2114550" y="1057275"/>
                </a:lnTo>
                <a:lnTo>
                  <a:pt x="2114550" y="1028700"/>
                </a:lnTo>
                <a:lnTo>
                  <a:pt x="2105025" y="1028700"/>
                </a:lnTo>
                <a:lnTo>
                  <a:pt x="2105025" y="1009650"/>
                </a:lnTo>
                <a:lnTo>
                  <a:pt x="2095500" y="1009650"/>
                </a:lnTo>
                <a:lnTo>
                  <a:pt x="2095500" y="990600"/>
                </a:lnTo>
                <a:lnTo>
                  <a:pt x="2085975" y="990600"/>
                </a:lnTo>
                <a:lnTo>
                  <a:pt x="2066925" y="933450"/>
                </a:lnTo>
                <a:lnTo>
                  <a:pt x="2047875" y="923925"/>
                </a:lnTo>
                <a:lnTo>
                  <a:pt x="2038350" y="885825"/>
                </a:lnTo>
                <a:lnTo>
                  <a:pt x="2019300" y="876300"/>
                </a:lnTo>
                <a:lnTo>
                  <a:pt x="2019300" y="857250"/>
                </a:lnTo>
                <a:lnTo>
                  <a:pt x="2009775" y="857250"/>
                </a:lnTo>
                <a:lnTo>
                  <a:pt x="2000250" y="838200"/>
                </a:lnTo>
                <a:lnTo>
                  <a:pt x="1990725" y="838200"/>
                </a:lnTo>
                <a:lnTo>
                  <a:pt x="1990725" y="857250"/>
                </a:lnTo>
                <a:lnTo>
                  <a:pt x="2000250" y="857250"/>
                </a:lnTo>
                <a:lnTo>
                  <a:pt x="2000250" y="885825"/>
                </a:lnTo>
                <a:lnTo>
                  <a:pt x="2009775" y="885825"/>
                </a:lnTo>
                <a:lnTo>
                  <a:pt x="2019300" y="933450"/>
                </a:lnTo>
                <a:lnTo>
                  <a:pt x="2028825" y="933450"/>
                </a:lnTo>
                <a:lnTo>
                  <a:pt x="2028825" y="952500"/>
                </a:lnTo>
                <a:lnTo>
                  <a:pt x="2038350" y="952500"/>
                </a:lnTo>
                <a:lnTo>
                  <a:pt x="2047875" y="1009650"/>
                </a:lnTo>
                <a:lnTo>
                  <a:pt x="2057400" y="1009650"/>
                </a:lnTo>
                <a:lnTo>
                  <a:pt x="2057400" y="1028700"/>
                </a:lnTo>
                <a:lnTo>
                  <a:pt x="2066925" y="1028700"/>
                </a:lnTo>
                <a:lnTo>
                  <a:pt x="2066925" y="1057275"/>
                </a:lnTo>
                <a:lnTo>
                  <a:pt x="2076450" y="1057275"/>
                </a:lnTo>
                <a:lnTo>
                  <a:pt x="2076450" y="1085850"/>
                </a:lnTo>
                <a:lnTo>
                  <a:pt x="2085975" y="1085850"/>
                </a:lnTo>
                <a:lnTo>
                  <a:pt x="2085975" y="1114425"/>
                </a:lnTo>
                <a:lnTo>
                  <a:pt x="2095500" y="1114425"/>
                </a:lnTo>
                <a:lnTo>
                  <a:pt x="2095500" y="1143000"/>
                </a:lnTo>
                <a:lnTo>
                  <a:pt x="2105025" y="1143000"/>
                </a:lnTo>
                <a:lnTo>
                  <a:pt x="2105025" y="1171575"/>
                </a:lnTo>
                <a:lnTo>
                  <a:pt x="2114550" y="1171575"/>
                </a:lnTo>
                <a:lnTo>
                  <a:pt x="2114550" y="1200150"/>
                </a:lnTo>
                <a:lnTo>
                  <a:pt x="2124075" y="1200150"/>
                </a:lnTo>
                <a:lnTo>
                  <a:pt x="2124075" y="1238250"/>
                </a:lnTo>
                <a:lnTo>
                  <a:pt x="2114550" y="1238250"/>
                </a:lnTo>
                <a:lnTo>
                  <a:pt x="2114550" y="1247775"/>
                </a:lnTo>
                <a:lnTo>
                  <a:pt x="2057400" y="1247775"/>
                </a:lnTo>
                <a:lnTo>
                  <a:pt x="2057400" y="1238250"/>
                </a:lnTo>
                <a:lnTo>
                  <a:pt x="2009775" y="1238250"/>
                </a:lnTo>
                <a:lnTo>
                  <a:pt x="2009775" y="1228725"/>
                </a:lnTo>
                <a:lnTo>
                  <a:pt x="1905000" y="1219200"/>
                </a:lnTo>
                <a:lnTo>
                  <a:pt x="1905000" y="1209675"/>
                </a:lnTo>
                <a:lnTo>
                  <a:pt x="1857375" y="1209675"/>
                </a:lnTo>
                <a:lnTo>
                  <a:pt x="1857375" y="1200150"/>
                </a:lnTo>
                <a:lnTo>
                  <a:pt x="1809750" y="1200150"/>
                </a:lnTo>
                <a:lnTo>
                  <a:pt x="1809750" y="1190625"/>
                </a:lnTo>
                <a:lnTo>
                  <a:pt x="1733550" y="1181100"/>
                </a:lnTo>
                <a:lnTo>
                  <a:pt x="1733550" y="1190625"/>
                </a:lnTo>
                <a:lnTo>
                  <a:pt x="1724025" y="1190625"/>
                </a:lnTo>
                <a:lnTo>
                  <a:pt x="1724025" y="1295400"/>
                </a:lnTo>
                <a:lnTo>
                  <a:pt x="1714500" y="1295400"/>
                </a:lnTo>
                <a:lnTo>
                  <a:pt x="1714500" y="1400175"/>
                </a:lnTo>
                <a:lnTo>
                  <a:pt x="1704975" y="1400175"/>
                </a:lnTo>
                <a:lnTo>
                  <a:pt x="1695450" y="1571625"/>
                </a:lnTo>
                <a:lnTo>
                  <a:pt x="1685925" y="1571625"/>
                </a:lnTo>
                <a:lnTo>
                  <a:pt x="1685925" y="1581150"/>
                </a:lnTo>
                <a:lnTo>
                  <a:pt x="1647825" y="1581150"/>
                </a:lnTo>
                <a:lnTo>
                  <a:pt x="1647825" y="1571625"/>
                </a:lnTo>
                <a:lnTo>
                  <a:pt x="1638300" y="1571625"/>
                </a:lnTo>
                <a:lnTo>
                  <a:pt x="1638300" y="1495425"/>
                </a:lnTo>
                <a:lnTo>
                  <a:pt x="1647825" y="1495425"/>
                </a:lnTo>
                <a:lnTo>
                  <a:pt x="1647825" y="1400175"/>
                </a:lnTo>
                <a:lnTo>
                  <a:pt x="1657350" y="1400175"/>
                </a:lnTo>
                <a:lnTo>
                  <a:pt x="1666875" y="1171575"/>
                </a:lnTo>
                <a:lnTo>
                  <a:pt x="1676400" y="1171575"/>
                </a:lnTo>
                <a:lnTo>
                  <a:pt x="1676400" y="1143000"/>
                </a:lnTo>
                <a:lnTo>
                  <a:pt x="1685925" y="1143000"/>
                </a:lnTo>
                <a:lnTo>
                  <a:pt x="1695450" y="1123950"/>
                </a:lnTo>
                <a:lnTo>
                  <a:pt x="1781175" y="1123950"/>
                </a:lnTo>
                <a:lnTo>
                  <a:pt x="1781175" y="1133475"/>
                </a:lnTo>
                <a:lnTo>
                  <a:pt x="1828800" y="1133475"/>
                </a:lnTo>
                <a:lnTo>
                  <a:pt x="1828800" y="1143000"/>
                </a:lnTo>
                <a:lnTo>
                  <a:pt x="1876425" y="1143000"/>
                </a:lnTo>
                <a:lnTo>
                  <a:pt x="1876425" y="1152525"/>
                </a:lnTo>
                <a:lnTo>
                  <a:pt x="1924050" y="1152525"/>
                </a:lnTo>
                <a:lnTo>
                  <a:pt x="1924050" y="1162050"/>
                </a:lnTo>
                <a:lnTo>
                  <a:pt x="1971675" y="1162050"/>
                </a:lnTo>
                <a:lnTo>
                  <a:pt x="1971675" y="1171575"/>
                </a:lnTo>
                <a:lnTo>
                  <a:pt x="2057400" y="1181100"/>
                </a:lnTo>
                <a:lnTo>
                  <a:pt x="2057400" y="1171575"/>
                </a:lnTo>
                <a:lnTo>
                  <a:pt x="2047875" y="1171575"/>
                </a:lnTo>
                <a:lnTo>
                  <a:pt x="2047875" y="1143000"/>
                </a:lnTo>
                <a:lnTo>
                  <a:pt x="2038350" y="1143000"/>
                </a:lnTo>
                <a:lnTo>
                  <a:pt x="2038350" y="1114425"/>
                </a:lnTo>
                <a:lnTo>
                  <a:pt x="2028825" y="1114425"/>
                </a:lnTo>
                <a:lnTo>
                  <a:pt x="2028825" y="1085850"/>
                </a:lnTo>
                <a:lnTo>
                  <a:pt x="2019300" y="1085850"/>
                </a:lnTo>
                <a:lnTo>
                  <a:pt x="2019300" y="1057275"/>
                </a:lnTo>
                <a:lnTo>
                  <a:pt x="2009775" y="1057275"/>
                </a:lnTo>
                <a:lnTo>
                  <a:pt x="2009775" y="1028700"/>
                </a:lnTo>
                <a:lnTo>
                  <a:pt x="2000250" y="1028700"/>
                </a:lnTo>
                <a:lnTo>
                  <a:pt x="2000250" y="1000125"/>
                </a:lnTo>
                <a:lnTo>
                  <a:pt x="1990725" y="1000125"/>
                </a:lnTo>
                <a:lnTo>
                  <a:pt x="1990725" y="971550"/>
                </a:lnTo>
                <a:lnTo>
                  <a:pt x="1981200" y="971550"/>
                </a:lnTo>
                <a:lnTo>
                  <a:pt x="1981200" y="942975"/>
                </a:lnTo>
                <a:lnTo>
                  <a:pt x="1971675" y="942975"/>
                </a:lnTo>
                <a:lnTo>
                  <a:pt x="1971675" y="914400"/>
                </a:lnTo>
                <a:lnTo>
                  <a:pt x="1962150" y="914400"/>
                </a:lnTo>
                <a:lnTo>
                  <a:pt x="1962150" y="895350"/>
                </a:lnTo>
                <a:lnTo>
                  <a:pt x="1952625" y="895350"/>
                </a:lnTo>
                <a:lnTo>
                  <a:pt x="1952625" y="876300"/>
                </a:lnTo>
                <a:close/>
                <a:moveTo>
                  <a:pt x="609600" y="876300"/>
                </a:moveTo>
                <a:lnTo>
                  <a:pt x="609600" y="885825"/>
                </a:lnTo>
                <a:lnTo>
                  <a:pt x="619125" y="885825"/>
                </a:lnTo>
                <a:lnTo>
                  <a:pt x="619125" y="914400"/>
                </a:lnTo>
                <a:lnTo>
                  <a:pt x="628650" y="914400"/>
                </a:lnTo>
                <a:lnTo>
                  <a:pt x="628650" y="942975"/>
                </a:lnTo>
                <a:lnTo>
                  <a:pt x="638175" y="942975"/>
                </a:lnTo>
                <a:lnTo>
                  <a:pt x="638175" y="962025"/>
                </a:lnTo>
                <a:lnTo>
                  <a:pt x="647700" y="962025"/>
                </a:lnTo>
                <a:lnTo>
                  <a:pt x="647700" y="990600"/>
                </a:lnTo>
                <a:lnTo>
                  <a:pt x="657225" y="990600"/>
                </a:lnTo>
                <a:lnTo>
                  <a:pt x="657225" y="1009650"/>
                </a:lnTo>
                <a:lnTo>
                  <a:pt x="666750" y="1009650"/>
                </a:lnTo>
                <a:lnTo>
                  <a:pt x="676275" y="1066800"/>
                </a:lnTo>
                <a:lnTo>
                  <a:pt x="685800" y="1066800"/>
                </a:lnTo>
                <a:lnTo>
                  <a:pt x="685800" y="1085850"/>
                </a:lnTo>
                <a:lnTo>
                  <a:pt x="695325" y="1085850"/>
                </a:lnTo>
                <a:lnTo>
                  <a:pt x="704850" y="1143000"/>
                </a:lnTo>
                <a:lnTo>
                  <a:pt x="714375" y="1143000"/>
                </a:lnTo>
                <a:lnTo>
                  <a:pt x="723900" y="1171575"/>
                </a:lnTo>
                <a:lnTo>
                  <a:pt x="800100" y="1162050"/>
                </a:lnTo>
                <a:lnTo>
                  <a:pt x="800100" y="1152525"/>
                </a:lnTo>
                <a:lnTo>
                  <a:pt x="838200" y="1152525"/>
                </a:lnTo>
                <a:lnTo>
                  <a:pt x="838200" y="1143000"/>
                </a:lnTo>
                <a:lnTo>
                  <a:pt x="876300" y="1143000"/>
                </a:lnTo>
                <a:lnTo>
                  <a:pt x="876300" y="1133475"/>
                </a:lnTo>
                <a:lnTo>
                  <a:pt x="923925" y="1133475"/>
                </a:lnTo>
                <a:lnTo>
                  <a:pt x="923925" y="1123950"/>
                </a:lnTo>
                <a:lnTo>
                  <a:pt x="971550" y="1123950"/>
                </a:lnTo>
                <a:lnTo>
                  <a:pt x="971550" y="1114425"/>
                </a:lnTo>
                <a:lnTo>
                  <a:pt x="1019175" y="1114425"/>
                </a:lnTo>
                <a:lnTo>
                  <a:pt x="1019175" y="1104900"/>
                </a:lnTo>
                <a:lnTo>
                  <a:pt x="1076325" y="1104900"/>
                </a:lnTo>
                <a:lnTo>
                  <a:pt x="1076325" y="1114425"/>
                </a:lnTo>
                <a:lnTo>
                  <a:pt x="1095375" y="1123950"/>
                </a:lnTo>
                <a:lnTo>
                  <a:pt x="1095375" y="1143000"/>
                </a:lnTo>
                <a:lnTo>
                  <a:pt x="1114425" y="1152525"/>
                </a:lnTo>
                <a:lnTo>
                  <a:pt x="1114425" y="1171575"/>
                </a:lnTo>
                <a:lnTo>
                  <a:pt x="1133475" y="1181100"/>
                </a:lnTo>
                <a:lnTo>
                  <a:pt x="1133475" y="1200150"/>
                </a:lnTo>
                <a:lnTo>
                  <a:pt x="1152525" y="1209675"/>
                </a:lnTo>
                <a:lnTo>
                  <a:pt x="1152525" y="1228725"/>
                </a:lnTo>
                <a:lnTo>
                  <a:pt x="1162050" y="1228725"/>
                </a:lnTo>
                <a:lnTo>
                  <a:pt x="1162050" y="1247775"/>
                </a:lnTo>
                <a:lnTo>
                  <a:pt x="1181100" y="1257300"/>
                </a:lnTo>
                <a:lnTo>
                  <a:pt x="1190625" y="1295400"/>
                </a:lnTo>
                <a:lnTo>
                  <a:pt x="1209675" y="1304925"/>
                </a:lnTo>
                <a:lnTo>
                  <a:pt x="1209675" y="1323975"/>
                </a:lnTo>
                <a:lnTo>
                  <a:pt x="1219200" y="1323975"/>
                </a:lnTo>
                <a:lnTo>
                  <a:pt x="1228725" y="1352550"/>
                </a:lnTo>
                <a:lnTo>
                  <a:pt x="1247775" y="1362075"/>
                </a:lnTo>
                <a:lnTo>
                  <a:pt x="1257300" y="1400175"/>
                </a:lnTo>
                <a:lnTo>
                  <a:pt x="1276350" y="1409700"/>
                </a:lnTo>
                <a:lnTo>
                  <a:pt x="1276350" y="1428750"/>
                </a:lnTo>
                <a:lnTo>
                  <a:pt x="1285875" y="1428750"/>
                </a:lnTo>
                <a:lnTo>
                  <a:pt x="1295400" y="1457325"/>
                </a:lnTo>
                <a:lnTo>
                  <a:pt x="1314450" y="1466850"/>
                </a:lnTo>
                <a:lnTo>
                  <a:pt x="1314450" y="1485900"/>
                </a:lnTo>
                <a:lnTo>
                  <a:pt x="1333500" y="1485900"/>
                </a:lnTo>
                <a:lnTo>
                  <a:pt x="1333500" y="1476375"/>
                </a:lnTo>
                <a:lnTo>
                  <a:pt x="1409700" y="1476375"/>
                </a:lnTo>
                <a:lnTo>
                  <a:pt x="1409700" y="1466850"/>
                </a:lnTo>
                <a:lnTo>
                  <a:pt x="1485900" y="1466850"/>
                </a:lnTo>
                <a:lnTo>
                  <a:pt x="1485900" y="1476375"/>
                </a:lnTo>
                <a:lnTo>
                  <a:pt x="1495425" y="1476375"/>
                </a:lnTo>
                <a:lnTo>
                  <a:pt x="1495425" y="1504950"/>
                </a:lnTo>
                <a:lnTo>
                  <a:pt x="1485900" y="1504950"/>
                </a:lnTo>
                <a:lnTo>
                  <a:pt x="1476375" y="1524000"/>
                </a:lnTo>
                <a:lnTo>
                  <a:pt x="1409700" y="1524000"/>
                </a:lnTo>
                <a:lnTo>
                  <a:pt x="1409700" y="1533525"/>
                </a:lnTo>
                <a:lnTo>
                  <a:pt x="1285875" y="1543050"/>
                </a:lnTo>
                <a:lnTo>
                  <a:pt x="1285875" y="1533525"/>
                </a:lnTo>
                <a:lnTo>
                  <a:pt x="1266825" y="1524000"/>
                </a:lnTo>
                <a:lnTo>
                  <a:pt x="1266825" y="1504950"/>
                </a:lnTo>
                <a:lnTo>
                  <a:pt x="1247775" y="1495425"/>
                </a:lnTo>
                <a:lnTo>
                  <a:pt x="1247775" y="1476375"/>
                </a:lnTo>
                <a:lnTo>
                  <a:pt x="1228725" y="1466850"/>
                </a:lnTo>
                <a:lnTo>
                  <a:pt x="1219200" y="1428750"/>
                </a:lnTo>
                <a:lnTo>
                  <a:pt x="1200150" y="1419225"/>
                </a:lnTo>
                <a:lnTo>
                  <a:pt x="1190625" y="1381125"/>
                </a:lnTo>
                <a:lnTo>
                  <a:pt x="1171575" y="1371600"/>
                </a:lnTo>
                <a:lnTo>
                  <a:pt x="1171575" y="1352550"/>
                </a:lnTo>
                <a:lnTo>
                  <a:pt x="1162050" y="1352550"/>
                </a:lnTo>
                <a:lnTo>
                  <a:pt x="1152525" y="1323975"/>
                </a:lnTo>
                <a:lnTo>
                  <a:pt x="1133475" y="1314450"/>
                </a:lnTo>
                <a:lnTo>
                  <a:pt x="1123950" y="1276350"/>
                </a:lnTo>
                <a:lnTo>
                  <a:pt x="1104900" y="1266825"/>
                </a:lnTo>
                <a:lnTo>
                  <a:pt x="1104900" y="1247775"/>
                </a:lnTo>
                <a:lnTo>
                  <a:pt x="1095375" y="1247775"/>
                </a:lnTo>
                <a:lnTo>
                  <a:pt x="1085850" y="1219200"/>
                </a:lnTo>
                <a:lnTo>
                  <a:pt x="1066800" y="1209675"/>
                </a:lnTo>
                <a:lnTo>
                  <a:pt x="1066800" y="1190625"/>
                </a:lnTo>
                <a:lnTo>
                  <a:pt x="1047750" y="1190625"/>
                </a:lnTo>
                <a:lnTo>
                  <a:pt x="1047750" y="1200150"/>
                </a:lnTo>
                <a:lnTo>
                  <a:pt x="1028700" y="1209675"/>
                </a:lnTo>
                <a:lnTo>
                  <a:pt x="1028700" y="1171575"/>
                </a:lnTo>
                <a:lnTo>
                  <a:pt x="1000125" y="1171575"/>
                </a:lnTo>
                <a:lnTo>
                  <a:pt x="1000125" y="1181100"/>
                </a:lnTo>
                <a:lnTo>
                  <a:pt x="942975" y="1181100"/>
                </a:lnTo>
                <a:lnTo>
                  <a:pt x="942975" y="1190625"/>
                </a:lnTo>
                <a:lnTo>
                  <a:pt x="895350" y="1190625"/>
                </a:lnTo>
                <a:lnTo>
                  <a:pt x="895350" y="1200150"/>
                </a:lnTo>
                <a:lnTo>
                  <a:pt x="809625" y="1209675"/>
                </a:lnTo>
                <a:lnTo>
                  <a:pt x="809625" y="1219200"/>
                </a:lnTo>
                <a:lnTo>
                  <a:pt x="762000" y="1219200"/>
                </a:lnTo>
                <a:lnTo>
                  <a:pt x="762000" y="1228725"/>
                </a:lnTo>
                <a:lnTo>
                  <a:pt x="685800" y="1228725"/>
                </a:lnTo>
                <a:lnTo>
                  <a:pt x="685800" y="1219200"/>
                </a:lnTo>
                <a:lnTo>
                  <a:pt x="666750" y="1209675"/>
                </a:lnTo>
                <a:lnTo>
                  <a:pt x="657225" y="1152525"/>
                </a:lnTo>
                <a:lnTo>
                  <a:pt x="647700" y="1152525"/>
                </a:lnTo>
                <a:lnTo>
                  <a:pt x="647700" y="1133475"/>
                </a:lnTo>
                <a:lnTo>
                  <a:pt x="638175" y="1133475"/>
                </a:lnTo>
                <a:lnTo>
                  <a:pt x="638175" y="1104900"/>
                </a:lnTo>
                <a:lnTo>
                  <a:pt x="628650" y="1104900"/>
                </a:lnTo>
                <a:lnTo>
                  <a:pt x="628650" y="1076325"/>
                </a:lnTo>
                <a:lnTo>
                  <a:pt x="619125" y="1076325"/>
                </a:lnTo>
                <a:lnTo>
                  <a:pt x="619125" y="1047750"/>
                </a:lnTo>
                <a:lnTo>
                  <a:pt x="609600" y="1047750"/>
                </a:lnTo>
                <a:lnTo>
                  <a:pt x="609600" y="1028700"/>
                </a:lnTo>
                <a:lnTo>
                  <a:pt x="600075" y="1028700"/>
                </a:lnTo>
                <a:lnTo>
                  <a:pt x="600075" y="1000125"/>
                </a:lnTo>
                <a:lnTo>
                  <a:pt x="590550" y="1000125"/>
                </a:lnTo>
                <a:lnTo>
                  <a:pt x="590550" y="971550"/>
                </a:lnTo>
                <a:lnTo>
                  <a:pt x="581025" y="971550"/>
                </a:lnTo>
                <a:lnTo>
                  <a:pt x="581025" y="952500"/>
                </a:lnTo>
                <a:lnTo>
                  <a:pt x="571500" y="952500"/>
                </a:lnTo>
                <a:lnTo>
                  <a:pt x="571500" y="923925"/>
                </a:lnTo>
                <a:lnTo>
                  <a:pt x="561975" y="923925"/>
                </a:lnTo>
                <a:lnTo>
                  <a:pt x="552450" y="876300"/>
                </a:lnTo>
                <a:lnTo>
                  <a:pt x="542925" y="876300"/>
                </a:lnTo>
                <a:lnTo>
                  <a:pt x="542925" y="1466850"/>
                </a:lnTo>
                <a:lnTo>
                  <a:pt x="619125" y="1466850"/>
                </a:lnTo>
                <a:lnTo>
                  <a:pt x="619125" y="1457325"/>
                </a:lnTo>
                <a:lnTo>
                  <a:pt x="657225" y="1457325"/>
                </a:lnTo>
                <a:lnTo>
                  <a:pt x="657225" y="1447800"/>
                </a:lnTo>
                <a:lnTo>
                  <a:pt x="714375" y="1428750"/>
                </a:lnTo>
                <a:lnTo>
                  <a:pt x="714375" y="1419225"/>
                </a:lnTo>
                <a:lnTo>
                  <a:pt x="723900" y="1419225"/>
                </a:lnTo>
                <a:lnTo>
                  <a:pt x="742950" y="1390650"/>
                </a:lnTo>
                <a:lnTo>
                  <a:pt x="762000" y="1390650"/>
                </a:lnTo>
                <a:lnTo>
                  <a:pt x="809625" y="1333500"/>
                </a:lnTo>
                <a:lnTo>
                  <a:pt x="828675" y="1333500"/>
                </a:lnTo>
                <a:lnTo>
                  <a:pt x="828675" y="1323975"/>
                </a:lnTo>
                <a:lnTo>
                  <a:pt x="838200" y="1323975"/>
                </a:lnTo>
                <a:lnTo>
                  <a:pt x="885825" y="1266825"/>
                </a:lnTo>
                <a:lnTo>
                  <a:pt x="904875" y="1266825"/>
                </a:lnTo>
                <a:lnTo>
                  <a:pt x="904875" y="1257300"/>
                </a:lnTo>
                <a:lnTo>
                  <a:pt x="914400" y="1257300"/>
                </a:lnTo>
                <a:lnTo>
                  <a:pt x="914400" y="1247775"/>
                </a:lnTo>
                <a:lnTo>
                  <a:pt x="923925" y="1247775"/>
                </a:lnTo>
                <a:lnTo>
                  <a:pt x="971550" y="1190625"/>
                </a:lnTo>
                <a:lnTo>
                  <a:pt x="981075" y="1190625"/>
                </a:lnTo>
                <a:lnTo>
                  <a:pt x="990600" y="1228725"/>
                </a:lnTo>
                <a:lnTo>
                  <a:pt x="1009650" y="1228725"/>
                </a:lnTo>
                <a:lnTo>
                  <a:pt x="1009650" y="1238250"/>
                </a:lnTo>
                <a:lnTo>
                  <a:pt x="1000125" y="1238250"/>
                </a:lnTo>
                <a:lnTo>
                  <a:pt x="952500" y="1295400"/>
                </a:lnTo>
                <a:lnTo>
                  <a:pt x="933450" y="1295400"/>
                </a:lnTo>
                <a:lnTo>
                  <a:pt x="933450" y="1304925"/>
                </a:lnTo>
                <a:lnTo>
                  <a:pt x="923925" y="1304925"/>
                </a:lnTo>
                <a:lnTo>
                  <a:pt x="923925" y="1314450"/>
                </a:lnTo>
                <a:lnTo>
                  <a:pt x="914400" y="1314450"/>
                </a:lnTo>
                <a:lnTo>
                  <a:pt x="866775" y="1371600"/>
                </a:lnTo>
                <a:lnTo>
                  <a:pt x="847725" y="1371600"/>
                </a:lnTo>
                <a:lnTo>
                  <a:pt x="800100" y="1428750"/>
                </a:lnTo>
                <a:lnTo>
                  <a:pt x="781050" y="1428750"/>
                </a:lnTo>
                <a:lnTo>
                  <a:pt x="781050" y="1438275"/>
                </a:lnTo>
                <a:lnTo>
                  <a:pt x="771525" y="1438275"/>
                </a:lnTo>
                <a:lnTo>
                  <a:pt x="762000" y="1457325"/>
                </a:lnTo>
                <a:lnTo>
                  <a:pt x="742950" y="1457325"/>
                </a:lnTo>
                <a:lnTo>
                  <a:pt x="723900" y="1485900"/>
                </a:lnTo>
                <a:lnTo>
                  <a:pt x="704850" y="1485900"/>
                </a:lnTo>
                <a:lnTo>
                  <a:pt x="704850" y="1495425"/>
                </a:lnTo>
                <a:lnTo>
                  <a:pt x="685800" y="1495425"/>
                </a:lnTo>
                <a:lnTo>
                  <a:pt x="685800" y="1504950"/>
                </a:lnTo>
                <a:lnTo>
                  <a:pt x="657225" y="1504950"/>
                </a:lnTo>
                <a:lnTo>
                  <a:pt x="657225" y="1514475"/>
                </a:lnTo>
                <a:lnTo>
                  <a:pt x="504825" y="1514475"/>
                </a:lnTo>
                <a:lnTo>
                  <a:pt x="504825" y="1504950"/>
                </a:lnTo>
                <a:lnTo>
                  <a:pt x="485775" y="1495425"/>
                </a:lnTo>
                <a:lnTo>
                  <a:pt x="485775" y="1257300"/>
                </a:lnTo>
                <a:lnTo>
                  <a:pt x="485775" y="838200"/>
                </a:lnTo>
                <a:lnTo>
                  <a:pt x="476250" y="838200"/>
                </a:lnTo>
                <a:lnTo>
                  <a:pt x="466725" y="885825"/>
                </a:lnTo>
                <a:lnTo>
                  <a:pt x="457200" y="885825"/>
                </a:lnTo>
                <a:lnTo>
                  <a:pt x="457200" y="904875"/>
                </a:lnTo>
                <a:lnTo>
                  <a:pt x="447675" y="904875"/>
                </a:lnTo>
                <a:lnTo>
                  <a:pt x="447675" y="923925"/>
                </a:lnTo>
                <a:lnTo>
                  <a:pt x="438150" y="923925"/>
                </a:lnTo>
                <a:lnTo>
                  <a:pt x="438150" y="952500"/>
                </a:lnTo>
                <a:lnTo>
                  <a:pt x="428625" y="952500"/>
                </a:lnTo>
                <a:lnTo>
                  <a:pt x="428625" y="971550"/>
                </a:lnTo>
                <a:lnTo>
                  <a:pt x="419100" y="971550"/>
                </a:lnTo>
                <a:lnTo>
                  <a:pt x="419100" y="990600"/>
                </a:lnTo>
                <a:lnTo>
                  <a:pt x="409575" y="990600"/>
                </a:lnTo>
                <a:lnTo>
                  <a:pt x="409575" y="1009650"/>
                </a:lnTo>
                <a:lnTo>
                  <a:pt x="400050" y="1009650"/>
                </a:lnTo>
                <a:lnTo>
                  <a:pt x="400050" y="1038225"/>
                </a:lnTo>
                <a:lnTo>
                  <a:pt x="390525" y="1038225"/>
                </a:lnTo>
                <a:lnTo>
                  <a:pt x="390525" y="1057275"/>
                </a:lnTo>
                <a:lnTo>
                  <a:pt x="381000" y="1057275"/>
                </a:lnTo>
                <a:lnTo>
                  <a:pt x="381000" y="1076325"/>
                </a:lnTo>
                <a:lnTo>
                  <a:pt x="371475" y="1076325"/>
                </a:lnTo>
                <a:lnTo>
                  <a:pt x="371475" y="1104900"/>
                </a:lnTo>
                <a:lnTo>
                  <a:pt x="361950" y="1104900"/>
                </a:lnTo>
                <a:lnTo>
                  <a:pt x="361950" y="1123950"/>
                </a:lnTo>
                <a:lnTo>
                  <a:pt x="352425" y="1123950"/>
                </a:lnTo>
                <a:lnTo>
                  <a:pt x="352425" y="1143000"/>
                </a:lnTo>
                <a:lnTo>
                  <a:pt x="342900" y="1143000"/>
                </a:lnTo>
                <a:lnTo>
                  <a:pt x="342900" y="1171575"/>
                </a:lnTo>
                <a:lnTo>
                  <a:pt x="333375" y="1171575"/>
                </a:lnTo>
                <a:lnTo>
                  <a:pt x="323850" y="1219200"/>
                </a:lnTo>
                <a:lnTo>
                  <a:pt x="314325" y="1219200"/>
                </a:lnTo>
                <a:lnTo>
                  <a:pt x="314325" y="1238250"/>
                </a:lnTo>
                <a:lnTo>
                  <a:pt x="304800" y="1238250"/>
                </a:lnTo>
                <a:lnTo>
                  <a:pt x="295275" y="1295400"/>
                </a:lnTo>
                <a:lnTo>
                  <a:pt x="285750" y="1295400"/>
                </a:lnTo>
                <a:lnTo>
                  <a:pt x="276225" y="1343025"/>
                </a:lnTo>
                <a:lnTo>
                  <a:pt x="266700" y="1343025"/>
                </a:lnTo>
                <a:lnTo>
                  <a:pt x="266700" y="1362075"/>
                </a:lnTo>
                <a:lnTo>
                  <a:pt x="257175" y="1362075"/>
                </a:lnTo>
                <a:lnTo>
                  <a:pt x="247650" y="1419225"/>
                </a:lnTo>
                <a:lnTo>
                  <a:pt x="238125" y="1419225"/>
                </a:lnTo>
                <a:lnTo>
                  <a:pt x="238125" y="1438275"/>
                </a:lnTo>
                <a:lnTo>
                  <a:pt x="228600" y="1438275"/>
                </a:lnTo>
                <a:lnTo>
                  <a:pt x="219075" y="1495425"/>
                </a:lnTo>
                <a:lnTo>
                  <a:pt x="209550" y="1495425"/>
                </a:lnTo>
                <a:lnTo>
                  <a:pt x="200025" y="1514475"/>
                </a:lnTo>
                <a:lnTo>
                  <a:pt x="171450" y="1514475"/>
                </a:lnTo>
                <a:lnTo>
                  <a:pt x="171450" y="1504950"/>
                </a:lnTo>
                <a:lnTo>
                  <a:pt x="161925" y="1504950"/>
                </a:lnTo>
                <a:lnTo>
                  <a:pt x="161925" y="1457325"/>
                </a:lnTo>
                <a:lnTo>
                  <a:pt x="171450" y="1457325"/>
                </a:lnTo>
                <a:lnTo>
                  <a:pt x="171450" y="1428750"/>
                </a:lnTo>
                <a:lnTo>
                  <a:pt x="180975" y="1428750"/>
                </a:lnTo>
                <a:lnTo>
                  <a:pt x="190500" y="1381125"/>
                </a:lnTo>
                <a:lnTo>
                  <a:pt x="200025" y="1381125"/>
                </a:lnTo>
                <a:lnTo>
                  <a:pt x="200025" y="1362075"/>
                </a:lnTo>
                <a:lnTo>
                  <a:pt x="209550" y="1362075"/>
                </a:lnTo>
                <a:lnTo>
                  <a:pt x="209550" y="1333500"/>
                </a:lnTo>
                <a:lnTo>
                  <a:pt x="219075" y="1333500"/>
                </a:lnTo>
                <a:lnTo>
                  <a:pt x="228600" y="1276350"/>
                </a:lnTo>
                <a:lnTo>
                  <a:pt x="238125" y="1276350"/>
                </a:lnTo>
                <a:lnTo>
                  <a:pt x="238125" y="1257300"/>
                </a:lnTo>
                <a:lnTo>
                  <a:pt x="247650" y="1257300"/>
                </a:lnTo>
                <a:lnTo>
                  <a:pt x="247650" y="1228725"/>
                </a:lnTo>
                <a:lnTo>
                  <a:pt x="257175" y="1228725"/>
                </a:lnTo>
                <a:lnTo>
                  <a:pt x="257175" y="1209675"/>
                </a:lnTo>
                <a:lnTo>
                  <a:pt x="266700" y="1209675"/>
                </a:lnTo>
                <a:lnTo>
                  <a:pt x="266700" y="1171575"/>
                </a:lnTo>
                <a:lnTo>
                  <a:pt x="161925" y="1171575"/>
                </a:lnTo>
                <a:lnTo>
                  <a:pt x="161925" y="1162050"/>
                </a:lnTo>
                <a:lnTo>
                  <a:pt x="123825" y="1162050"/>
                </a:lnTo>
                <a:lnTo>
                  <a:pt x="123825" y="1152525"/>
                </a:lnTo>
                <a:lnTo>
                  <a:pt x="47625" y="1143000"/>
                </a:lnTo>
                <a:lnTo>
                  <a:pt x="38100" y="1114425"/>
                </a:lnTo>
                <a:lnTo>
                  <a:pt x="28575" y="1114425"/>
                </a:lnTo>
                <a:lnTo>
                  <a:pt x="38100" y="1047750"/>
                </a:lnTo>
                <a:lnTo>
                  <a:pt x="47625" y="1047750"/>
                </a:lnTo>
                <a:lnTo>
                  <a:pt x="47625" y="1009650"/>
                </a:lnTo>
                <a:lnTo>
                  <a:pt x="57150" y="1009650"/>
                </a:lnTo>
                <a:lnTo>
                  <a:pt x="57150" y="962025"/>
                </a:lnTo>
                <a:lnTo>
                  <a:pt x="66675" y="962025"/>
                </a:lnTo>
                <a:lnTo>
                  <a:pt x="66675" y="923925"/>
                </a:lnTo>
                <a:lnTo>
                  <a:pt x="76200" y="923925"/>
                </a:lnTo>
                <a:lnTo>
                  <a:pt x="76200" y="885825"/>
                </a:lnTo>
                <a:lnTo>
                  <a:pt x="85725" y="885825"/>
                </a:lnTo>
                <a:lnTo>
                  <a:pt x="85725" y="847725"/>
                </a:lnTo>
                <a:lnTo>
                  <a:pt x="95250" y="847725"/>
                </a:lnTo>
                <a:lnTo>
                  <a:pt x="95250" y="809625"/>
                </a:lnTo>
                <a:lnTo>
                  <a:pt x="104775" y="809625"/>
                </a:lnTo>
                <a:lnTo>
                  <a:pt x="104775" y="771525"/>
                </a:lnTo>
                <a:lnTo>
                  <a:pt x="114300" y="771525"/>
                </a:lnTo>
                <a:lnTo>
                  <a:pt x="123825" y="742950"/>
                </a:lnTo>
                <a:lnTo>
                  <a:pt x="142875" y="742950"/>
                </a:lnTo>
                <a:lnTo>
                  <a:pt x="142875" y="733425"/>
                </a:lnTo>
                <a:lnTo>
                  <a:pt x="190500" y="733425"/>
                </a:lnTo>
                <a:lnTo>
                  <a:pt x="190500" y="742950"/>
                </a:lnTo>
                <a:lnTo>
                  <a:pt x="257175" y="752475"/>
                </a:lnTo>
                <a:lnTo>
                  <a:pt x="257175" y="742950"/>
                </a:lnTo>
                <a:lnTo>
                  <a:pt x="266700" y="742950"/>
                </a:lnTo>
                <a:lnTo>
                  <a:pt x="266700" y="714375"/>
                </a:lnTo>
                <a:lnTo>
                  <a:pt x="276225" y="714375"/>
                </a:lnTo>
                <a:lnTo>
                  <a:pt x="304800" y="676275"/>
                </a:lnTo>
                <a:lnTo>
                  <a:pt x="323850" y="676275"/>
                </a:lnTo>
                <a:lnTo>
                  <a:pt x="323850" y="666750"/>
                </a:lnTo>
                <a:lnTo>
                  <a:pt x="371475" y="666750"/>
                </a:lnTo>
                <a:lnTo>
                  <a:pt x="371475" y="676275"/>
                </a:lnTo>
                <a:lnTo>
                  <a:pt x="419100" y="676275"/>
                </a:lnTo>
                <a:lnTo>
                  <a:pt x="419100" y="685800"/>
                </a:lnTo>
                <a:lnTo>
                  <a:pt x="495300" y="695325"/>
                </a:lnTo>
                <a:lnTo>
                  <a:pt x="495300" y="657225"/>
                </a:lnTo>
                <a:lnTo>
                  <a:pt x="485775" y="657225"/>
                </a:lnTo>
                <a:lnTo>
                  <a:pt x="485775" y="647700"/>
                </a:lnTo>
                <a:lnTo>
                  <a:pt x="457200" y="647700"/>
                </a:lnTo>
                <a:lnTo>
                  <a:pt x="457200" y="638175"/>
                </a:lnTo>
                <a:lnTo>
                  <a:pt x="438150" y="638175"/>
                </a:lnTo>
                <a:lnTo>
                  <a:pt x="438150" y="628650"/>
                </a:lnTo>
                <a:lnTo>
                  <a:pt x="419100" y="628650"/>
                </a:lnTo>
                <a:lnTo>
                  <a:pt x="419100" y="619125"/>
                </a:lnTo>
                <a:lnTo>
                  <a:pt x="400050" y="619125"/>
                </a:lnTo>
                <a:lnTo>
                  <a:pt x="400050" y="609600"/>
                </a:lnTo>
                <a:lnTo>
                  <a:pt x="342900" y="561975"/>
                </a:lnTo>
                <a:lnTo>
                  <a:pt x="342900" y="542925"/>
                </a:lnTo>
                <a:lnTo>
                  <a:pt x="333375" y="542925"/>
                </a:lnTo>
                <a:lnTo>
                  <a:pt x="323850" y="514350"/>
                </a:lnTo>
                <a:lnTo>
                  <a:pt x="247650" y="514350"/>
                </a:lnTo>
                <a:lnTo>
                  <a:pt x="247650" y="504825"/>
                </a:lnTo>
                <a:lnTo>
                  <a:pt x="219075" y="495300"/>
                </a:lnTo>
                <a:lnTo>
                  <a:pt x="219075" y="457200"/>
                </a:lnTo>
                <a:lnTo>
                  <a:pt x="228600" y="457200"/>
                </a:lnTo>
                <a:lnTo>
                  <a:pt x="228600" y="428625"/>
                </a:lnTo>
                <a:lnTo>
                  <a:pt x="238125" y="428625"/>
                </a:lnTo>
                <a:lnTo>
                  <a:pt x="247650" y="295275"/>
                </a:lnTo>
                <a:lnTo>
                  <a:pt x="257175" y="295275"/>
                </a:lnTo>
                <a:lnTo>
                  <a:pt x="257175" y="266700"/>
                </a:lnTo>
                <a:lnTo>
                  <a:pt x="266700" y="266700"/>
                </a:lnTo>
                <a:lnTo>
                  <a:pt x="285750" y="209550"/>
                </a:lnTo>
                <a:lnTo>
                  <a:pt x="304800" y="200025"/>
                </a:lnTo>
                <a:lnTo>
                  <a:pt x="304800" y="180975"/>
                </a:lnTo>
                <a:lnTo>
                  <a:pt x="314325" y="180975"/>
                </a:lnTo>
                <a:lnTo>
                  <a:pt x="361950" y="123825"/>
                </a:lnTo>
                <a:lnTo>
                  <a:pt x="381000" y="123825"/>
                </a:lnTo>
                <a:lnTo>
                  <a:pt x="381000" y="114300"/>
                </a:lnTo>
                <a:lnTo>
                  <a:pt x="400050" y="114300"/>
                </a:lnTo>
                <a:lnTo>
                  <a:pt x="400050" y="104775"/>
                </a:lnTo>
                <a:lnTo>
                  <a:pt x="419100" y="104775"/>
                </a:lnTo>
                <a:lnTo>
                  <a:pt x="419100" y="95250"/>
                </a:lnTo>
                <a:lnTo>
                  <a:pt x="438150" y="95250"/>
                </a:lnTo>
                <a:lnTo>
                  <a:pt x="438150" y="85725"/>
                </a:lnTo>
                <a:lnTo>
                  <a:pt x="466725" y="85725"/>
                </a:lnTo>
                <a:lnTo>
                  <a:pt x="466725" y="76200"/>
                </a:lnTo>
                <a:lnTo>
                  <a:pt x="590550" y="66675"/>
                </a:lnTo>
                <a:lnTo>
                  <a:pt x="590550" y="76200"/>
                </a:lnTo>
                <a:lnTo>
                  <a:pt x="647700" y="76200"/>
                </a:lnTo>
                <a:lnTo>
                  <a:pt x="647700" y="85725"/>
                </a:lnTo>
                <a:lnTo>
                  <a:pt x="676275" y="85725"/>
                </a:lnTo>
                <a:lnTo>
                  <a:pt x="676275" y="95250"/>
                </a:lnTo>
                <a:lnTo>
                  <a:pt x="714375" y="104775"/>
                </a:lnTo>
                <a:lnTo>
                  <a:pt x="733425" y="133350"/>
                </a:lnTo>
                <a:lnTo>
                  <a:pt x="752475" y="133350"/>
                </a:lnTo>
                <a:lnTo>
                  <a:pt x="752475" y="142875"/>
                </a:lnTo>
                <a:lnTo>
                  <a:pt x="790575" y="171450"/>
                </a:lnTo>
                <a:lnTo>
                  <a:pt x="790575" y="190500"/>
                </a:lnTo>
                <a:lnTo>
                  <a:pt x="809625" y="200025"/>
                </a:lnTo>
                <a:lnTo>
                  <a:pt x="809625" y="219075"/>
                </a:lnTo>
                <a:lnTo>
                  <a:pt x="819150" y="219075"/>
                </a:lnTo>
                <a:lnTo>
                  <a:pt x="819150" y="238125"/>
                </a:lnTo>
                <a:lnTo>
                  <a:pt x="828675" y="238125"/>
                </a:lnTo>
                <a:lnTo>
                  <a:pt x="828675" y="257175"/>
                </a:lnTo>
                <a:lnTo>
                  <a:pt x="838200" y="257175"/>
                </a:lnTo>
                <a:lnTo>
                  <a:pt x="838200" y="285750"/>
                </a:lnTo>
                <a:lnTo>
                  <a:pt x="847725" y="285750"/>
                </a:lnTo>
                <a:lnTo>
                  <a:pt x="847725" y="295275"/>
                </a:lnTo>
                <a:lnTo>
                  <a:pt x="866775" y="304800"/>
                </a:lnTo>
                <a:lnTo>
                  <a:pt x="866775" y="323850"/>
                </a:lnTo>
                <a:lnTo>
                  <a:pt x="876300" y="323850"/>
                </a:lnTo>
                <a:lnTo>
                  <a:pt x="876300" y="352425"/>
                </a:lnTo>
                <a:lnTo>
                  <a:pt x="866775" y="352425"/>
                </a:lnTo>
                <a:lnTo>
                  <a:pt x="857250" y="371475"/>
                </a:lnTo>
                <a:lnTo>
                  <a:pt x="838200" y="371475"/>
                </a:lnTo>
                <a:lnTo>
                  <a:pt x="838200" y="381000"/>
                </a:lnTo>
                <a:lnTo>
                  <a:pt x="800100" y="381000"/>
                </a:lnTo>
                <a:lnTo>
                  <a:pt x="800100" y="390525"/>
                </a:lnTo>
                <a:lnTo>
                  <a:pt x="790575" y="390525"/>
                </a:lnTo>
                <a:lnTo>
                  <a:pt x="790575" y="400050"/>
                </a:lnTo>
                <a:lnTo>
                  <a:pt x="800100" y="400050"/>
                </a:lnTo>
                <a:lnTo>
                  <a:pt x="800100" y="428625"/>
                </a:lnTo>
                <a:lnTo>
                  <a:pt x="790575" y="428625"/>
                </a:lnTo>
                <a:lnTo>
                  <a:pt x="790575" y="485775"/>
                </a:lnTo>
                <a:lnTo>
                  <a:pt x="781050" y="485775"/>
                </a:lnTo>
                <a:lnTo>
                  <a:pt x="781050" y="504825"/>
                </a:lnTo>
                <a:lnTo>
                  <a:pt x="771525" y="504825"/>
                </a:lnTo>
                <a:lnTo>
                  <a:pt x="771525" y="533400"/>
                </a:lnTo>
                <a:lnTo>
                  <a:pt x="752475" y="542925"/>
                </a:lnTo>
                <a:lnTo>
                  <a:pt x="752475" y="561975"/>
                </a:lnTo>
                <a:lnTo>
                  <a:pt x="742950" y="561975"/>
                </a:lnTo>
                <a:lnTo>
                  <a:pt x="695325" y="619125"/>
                </a:lnTo>
                <a:lnTo>
                  <a:pt x="676275" y="619125"/>
                </a:lnTo>
                <a:lnTo>
                  <a:pt x="666750" y="638175"/>
                </a:lnTo>
                <a:lnTo>
                  <a:pt x="638175" y="638175"/>
                </a:lnTo>
                <a:lnTo>
                  <a:pt x="638175" y="647700"/>
                </a:lnTo>
                <a:lnTo>
                  <a:pt x="619125" y="647700"/>
                </a:lnTo>
                <a:lnTo>
                  <a:pt x="619125" y="657225"/>
                </a:lnTo>
                <a:lnTo>
                  <a:pt x="552450" y="657225"/>
                </a:lnTo>
                <a:lnTo>
                  <a:pt x="552450" y="666750"/>
                </a:lnTo>
                <a:lnTo>
                  <a:pt x="542925" y="666750"/>
                </a:lnTo>
                <a:lnTo>
                  <a:pt x="542925" y="714375"/>
                </a:lnTo>
                <a:lnTo>
                  <a:pt x="552450" y="714375"/>
                </a:lnTo>
                <a:lnTo>
                  <a:pt x="552450" y="733425"/>
                </a:lnTo>
                <a:lnTo>
                  <a:pt x="561975" y="733425"/>
                </a:lnTo>
                <a:lnTo>
                  <a:pt x="561975" y="762000"/>
                </a:lnTo>
                <a:lnTo>
                  <a:pt x="571500" y="762000"/>
                </a:lnTo>
                <a:lnTo>
                  <a:pt x="571500" y="790575"/>
                </a:lnTo>
                <a:lnTo>
                  <a:pt x="581025" y="790575"/>
                </a:lnTo>
                <a:lnTo>
                  <a:pt x="581025" y="819150"/>
                </a:lnTo>
                <a:lnTo>
                  <a:pt x="590550" y="819150"/>
                </a:lnTo>
                <a:lnTo>
                  <a:pt x="609600" y="876300"/>
                </a:lnTo>
                <a:close/>
                <a:moveTo>
                  <a:pt x="2486025" y="1028700"/>
                </a:moveTo>
                <a:lnTo>
                  <a:pt x="2486025" y="990600"/>
                </a:lnTo>
                <a:lnTo>
                  <a:pt x="2476500" y="990600"/>
                </a:lnTo>
                <a:lnTo>
                  <a:pt x="2476500" y="952500"/>
                </a:lnTo>
                <a:lnTo>
                  <a:pt x="2466975" y="952500"/>
                </a:lnTo>
                <a:lnTo>
                  <a:pt x="2466975" y="914400"/>
                </a:lnTo>
                <a:lnTo>
                  <a:pt x="2457450" y="914400"/>
                </a:lnTo>
                <a:lnTo>
                  <a:pt x="2447925" y="838200"/>
                </a:lnTo>
                <a:lnTo>
                  <a:pt x="2438400" y="838200"/>
                </a:lnTo>
                <a:lnTo>
                  <a:pt x="2438400" y="809625"/>
                </a:lnTo>
                <a:lnTo>
                  <a:pt x="2428875" y="809625"/>
                </a:lnTo>
                <a:lnTo>
                  <a:pt x="2428875" y="771525"/>
                </a:lnTo>
                <a:lnTo>
                  <a:pt x="2419350" y="771525"/>
                </a:lnTo>
                <a:lnTo>
                  <a:pt x="2419350" y="742950"/>
                </a:lnTo>
                <a:lnTo>
                  <a:pt x="2409825" y="742950"/>
                </a:lnTo>
                <a:lnTo>
                  <a:pt x="2400300" y="695325"/>
                </a:lnTo>
                <a:lnTo>
                  <a:pt x="2390775" y="695325"/>
                </a:lnTo>
                <a:lnTo>
                  <a:pt x="2371725" y="666750"/>
                </a:lnTo>
                <a:lnTo>
                  <a:pt x="2352675" y="666750"/>
                </a:lnTo>
                <a:lnTo>
                  <a:pt x="2352675" y="657225"/>
                </a:lnTo>
                <a:lnTo>
                  <a:pt x="2295525" y="657225"/>
                </a:lnTo>
                <a:lnTo>
                  <a:pt x="2295525" y="666750"/>
                </a:lnTo>
                <a:lnTo>
                  <a:pt x="2219325" y="676275"/>
                </a:lnTo>
                <a:lnTo>
                  <a:pt x="2219325" y="685800"/>
                </a:lnTo>
                <a:lnTo>
                  <a:pt x="2190750" y="685800"/>
                </a:lnTo>
                <a:lnTo>
                  <a:pt x="2190750" y="695325"/>
                </a:lnTo>
                <a:lnTo>
                  <a:pt x="2114550" y="704850"/>
                </a:lnTo>
                <a:lnTo>
                  <a:pt x="2114550" y="714375"/>
                </a:lnTo>
                <a:lnTo>
                  <a:pt x="2105025" y="714375"/>
                </a:lnTo>
                <a:lnTo>
                  <a:pt x="2105025" y="742950"/>
                </a:lnTo>
                <a:lnTo>
                  <a:pt x="2114550" y="742950"/>
                </a:lnTo>
                <a:lnTo>
                  <a:pt x="2114550" y="752475"/>
                </a:lnTo>
                <a:lnTo>
                  <a:pt x="2124075" y="819150"/>
                </a:lnTo>
                <a:lnTo>
                  <a:pt x="2133600" y="819150"/>
                </a:lnTo>
                <a:lnTo>
                  <a:pt x="2143125" y="885825"/>
                </a:lnTo>
                <a:lnTo>
                  <a:pt x="2152650" y="885825"/>
                </a:lnTo>
                <a:lnTo>
                  <a:pt x="2152650" y="923925"/>
                </a:lnTo>
                <a:lnTo>
                  <a:pt x="2162175" y="923925"/>
                </a:lnTo>
                <a:lnTo>
                  <a:pt x="2162175" y="952500"/>
                </a:lnTo>
                <a:lnTo>
                  <a:pt x="2171700" y="952500"/>
                </a:lnTo>
                <a:lnTo>
                  <a:pt x="2171700" y="981075"/>
                </a:lnTo>
                <a:lnTo>
                  <a:pt x="2181225" y="981075"/>
                </a:lnTo>
                <a:lnTo>
                  <a:pt x="2181225" y="1009650"/>
                </a:lnTo>
                <a:lnTo>
                  <a:pt x="2190750" y="1009650"/>
                </a:lnTo>
                <a:lnTo>
                  <a:pt x="2190750" y="1047750"/>
                </a:lnTo>
                <a:lnTo>
                  <a:pt x="2200275" y="1047750"/>
                </a:lnTo>
                <a:lnTo>
                  <a:pt x="2200275" y="1085850"/>
                </a:lnTo>
                <a:lnTo>
                  <a:pt x="2209800" y="1085850"/>
                </a:lnTo>
                <a:lnTo>
                  <a:pt x="2219325" y="1133475"/>
                </a:lnTo>
                <a:lnTo>
                  <a:pt x="2238375" y="1133475"/>
                </a:lnTo>
                <a:lnTo>
                  <a:pt x="2238375" y="1123950"/>
                </a:lnTo>
                <a:lnTo>
                  <a:pt x="2276475" y="1123950"/>
                </a:lnTo>
                <a:lnTo>
                  <a:pt x="2276475" y="1114425"/>
                </a:lnTo>
                <a:lnTo>
                  <a:pt x="2314575" y="1114425"/>
                </a:lnTo>
                <a:lnTo>
                  <a:pt x="2314575" y="1104900"/>
                </a:lnTo>
                <a:lnTo>
                  <a:pt x="2352675" y="1104900"/>
                </a:lnTo>
                <a:lnTo>
                  <a:pt x="2352675" y="1095375"/>
                </a:lnTo>
                <a:lnTo>
                  <a:pt x="2390775" y="1095375"/>
                </a:lnTo>
                <a:lnTo>
                  <a:pt x="2390775" y="1085850"/>
                </a:lnTo>
                <a:lnTo>
                  <a:pt x="2428875" y="1085850"/>
                </a:lnTo>
                <a:lnTo>
                  <a:pt x="2428875" y="1076325"/>
                </a:lnTo>
                <a:lnTo>
                  <a:pt x="2447925" y="1076325"/>
                </a:lnTo>
                <a:lnTo>
                  <a:pt x="2447925" y="1066800"/>
                </a:lnTo>
                <a:lnTo>
                  <a:pt x="2476500" y="1047750"/>
                </a:lnTo>
                <a:lnTo>
                  <a:pt x="2476500" y="1028700"/>
                </a:lnTo>
                <a:lnTo>
                  <a:pt x="2486025" y="1028700"/>
                </a:lnTo>
                <a:close/>
                <a:moveTo>
                  <a:pt x="695325" y="533400"/>
                </a:moveTo>
                <a:lnTo>
                  <a:pt x="714375" y="523875"/>
                </a:lnTo>
                <a:lnTo>
                  <a:pt x="714375" y="504825"/>
                </a:lnTo>
                <a:lnTo>
                  <a:pt x="723900" y="504825"/>
                </a:lnTo>
                <a:lnTo>
                  <a:pt x="723900" y="485775"/>
                </a:lnTo>
                <a:lnTo>
                  <a:pt x="733425" y="485775"/>
                </a:lnTo>
                <a:lnTo>
                  <a:pt x="733425" y="457200"/>
                </a:lnTo>
                <a:lnTo>
                  <a:pt x="742950" y="457200"/>
                </a:lnTo>
                <a:lnTo>
                  <a:pt x="742950" y="390525"/>
                </a:lnTo>
                <a:lnTo>
                  <a:pt x="533400" y="419100"/>
                </a:lnTo>
                <a:lnTo>
                  <a:pt x="533400" y="428625"/>
                </a:lnTo>
                <a:lnTo>
                  <a:pt x="504825" y="447675"/>
                </a:lnTo>
                <a:lnTo>
                  <a:pt x="504825" y="466725"/>
                </a:lnTo>
                <a:lnTo>
                  <a:pt x="495300" y="466725"/>
                </a:lnTo>
                <a:lnTo>
                  <a:pt x="485775" y="485775"/>
                </a:lnTo>
                <a:lnTo>
                  <a:pt x="457200" y="495300"/>
                </a:lnTo>
                <a:lnTo>
                  <a:pt x="447675" y="495300"/>
                </a:lnTo>
                <a:lnTo>
                  <a:pt x="447675" y="504825"/>
                </a:lnTo>
                <a:lnTo>
                  <a:pt x="381000" y="504825"/>
                </a:lnTo>
                <a:lnTo>
                  <a:pt x="381000" y="523875"/>
                </a:lnTo>
                <a:lnTo>
                  <a:pt x="390525" y="523875"/>
                </a:lnTo>
                <a:lnTo>
                  <a:pt x="438150" y="581025"/>
                </a:lnTo>
                <a:lnTo>
                  <a:pt x="457200" y="581025"/>
                </a:lnTo>
                <a:lnTo>
                  <a:pt x="457200" y="590550"/>
                </a:lnTo>
                <a:lnTo>
                  <a:pt x="476250" y="590550"/>
                </a:lnTo>
                <a:lnTo>
                  <a:pt x="476250" y="600075"/>
                </a:lnTo>
                <a:lnTo>
                  <a:pt x="504825" y="600075"/>
                </a:lnTo>
                <a:lnTo>
                  <a:pt x="504825" y="609600"/>
                </a:lnTo>
                <a:lnTo>
                  <a:pt x="590550" y="609600"/>
                </a:lnTo>
                <a:lnTo>
                  <a:pt x="590550" y="600075"/>
                </a:lnTo>
                <a:lnTo>
                  <a:pt x="619125" y="600075"/>
                </a:lnTo>
                <a:lnTo>
                  <a:pt x="619125" y="590550"/>
                </a:lnTo>
                <a:lnTo>
                  <a:pt x="657225" y="581025"/>
                </a:lnTo>
                <a:lnTo>
                  <a:pt x="695325" y="533400"/>
                </a:lnTo>
                <a:close/>
                <a:moveTo>
                  <a:pt x="361950" y="457200"/>
                </a:moveTo>
                <a:lnTo>
                  <a:pt x="438150" y="457200"/>
                </a:lnTo>
                <a:lnTo>
                  <a:pt x="438150" y="447675"/>
                </a:lnTo>
                <a:lnTo>
                  <a:pt x="476250" y="419100"/>
                </a:lnTo>
                <a:lnTo>
                  <a:pt x="476250" y="400050"/>
                </a:lnTo>
                <a:lnTo>
                  <a:pt x="485775" y="400050"/>
                </a:lnTo>
                <a:lnTo>
                  <a:pt x="495300" y="381000"/>
                </a:lnTo>
                <a:lnTo>
                  <a:pt x="514350" y="381000"/>
                </a:lnTo>
                <a:lnTo>
                  <a:pt x="514350" y="371475"/>
                </a:lnTo>
                <a:lnTo>
                  <a:pt x="571500" y="371475"/>
                </a:lnTo>
                <a:lnTo>
                  <a:pt x="571500" y="361950"/>
                </a:lnTo>
                <a:lnTo>
                  <a:pt x="628650" y="361950"/>
                </a:lnTo>
                <a:lnTo>
                  <a:pt x="628650" y="352425"/>
                </a:lnTo>
                <a:lnTo>
                  <a:pt x="695325" y="352425"/>
                </a:lnTo>
                <a:lnTo>
                  <a:pt x="695325" y="342900"/>
                </a:lnTo>
                <a:lnTo>
                  <a:pt x="809625" y="333375"/>
                </a:lnTo>
                <a:lnTo>
                  <a:pt x="809625" y="314325"/>
                </a:lnTo>
                <a:lnTo>
                  <a:pt x="800100" y="314325"/>
                </a:lnTo>
                <a:lnTo>
                  <a:pt x="800100" y="295275"/>
                </a:lnTo>
                <a:lnTo>
                  <a:pt x="790575" y="295275"/>
                </a:lnTo>
                <a:lnTo>
                  <a:pt x="790575" y="276225"/>
                </a:lnTo>
                <a:lnTo>
                  <a:pt x="781050" y="276225"/>
                </a:lnTo>
                <a:lnTo>
                  <a:pt x="771525" y="228600"/>
                </a:lnTo>
                <a:lnTo>
                  <a:pt x="762000" y="228600"/>
                </a:lnTo>
                <a:lnTo>
                  <a:pt x="762000" y="219075"/>
                </a:lnTo>
                <a:lnTo>
                  <a:pt x="752475" y="219075"/>
                </a:lnTo>
                <a:lnTo>
                  <a:pt x="704850" y="161925"/>
                </a:lnTo>
                <a:lnTo>
                  <a:pt x="685800" y="161925"/>
                </a:lnTo>
                <a:lnTo>
                  <a:pt x="685800" y="152400"/>
                </a:lnTo>
                <a:lnTo>
                  <a:pt x="676275" y="152400"/>
                </a:lnTo>
                <a:lnTo>
                  <a:pt x="676275" y="142875"/>
                </a:lnTo>
                <a:lnTo>
                  <a:pt x="647700" y="142875"/>
                </a:lnTo>
                <a:lnTo>
                  <a:pt x="647700" y="133350"/>
                </a:lnTo>
                <a:lnTo>
                  <a:pt x="619125" y="133350"/>
                </a:lnTo>
                <a:lnTo>
                  <a:pt x="619125" y="123825"/>
                </a:lnTo>
                <a:lnTo>
                  <a:pt x="485775" y="123825"/>
                </a:lnTo>
                <a:lnTo>
                  <a:pt x="485775" y="133350"/>
                </a:lnTo>
                <a:lnTo>
                  <a:pt x="457200" y="133350"/>
                </a:lnTo>
                <a:lnTo>
                  <a:pt x="457200" y="142875"/>
                </a:lnTo>
                <a:lnTo>
                  <a:pt x="400050" y="161925"/>
                </a:lnTo>
                <a:lnTo>
                  <a:pt x="381000" y="190500"/>
                </a:lnTo>
                <a:lnTo>
                  <a:pt x="361950" y="190500"/>
                </a:lnTo>
                <a:lnTo>
                  <a:pt x="361950" y="209550"/>
                </a:lnTo>
                <a:lnTo>
                  <a:pt x="333375" y="228600"/>
                </a:lnTo>
                <a:lnTo>
                  <a:pt x="333375" y="247650"/>
                </a:lnTo>
                <a:lnTo>
                  <a:pt x="323850" y="247650"/>
                </a:lnTo>
                <a:lnTo>
                  <a:pt x="323850" y="266700"/>
                </a:lnTo>
                <a:lnTo>
                  <a:pt x="314325" y="266700"/>
                </a:lnTo>
                <a:lnTo>
                  <a:pt x="314325" y="285750"/>
                </a:lnTo>
                <a:lnTo>
                  <a:pt x="304800" y="285750"/>
                </a:lnTo>
                <a:lnTo>
                  <a:pt x="304800" y="314325"/>
                </a:lnTo>
                <a:lnTo>
                  <a:pt x="295275" y="314325"/>
                </a:lnTo>
                <a:lnTo>
                  <a:pt x="295275" y="400050"/>
                </a:lnTo>
                <a:lnTo>
                  <a:pt x="285750" y="400050"/>
                </a:lnTo>
                <a:lnTo>
                  <a:pt x="285750" y="438150"/>
                </a:lnTo>
                <a:lnTo>
                  <a:pt x="276225" y="438150"/>
                </a:lnTo>
                <a:lnTo>
                  <a:pt x="276225" y="466725"/>
                </a:lnTo>
                <a:lnTo>
                  <a:pt x="352425" y="466725"/>
                </a:lnTo>
                <a:lnTo>
                  <a:pt x="352425" y="457200"/>
                </a:lnTo>
                <a:lnTo>
                  <a:pt x="361950" y="457200"/>
                </a:lnTo>
                <a:close/>
                <a:moveTo>
                  <a:pt x="95250" y="1057275"/>
                </a:moveTo>
                <a:lnTo>
                  <a:pt x="95250" y="1066800"/>
                </a:lnTo>
                <a:lnTo>
                  <a:pt x="85725" y="1066800"/>
                </a:lnTo>
                <a:lnTo>
                  <a:pt x="85725" y="1095375"/>
                </a:lnTo>
                <a:lnTo>
                  <a:pt x="104775" y="1095375"/>
                </a:lnTo>
                <a:lnTo>
                  <a:pt x="104775" y="1104900"/>
                </a:lnTo>
                <a:lnTo>
                  <a:pt x="142875" y="1104900"/>
                </a:lnTo>
                <a:lnTo>
                  <a:pt x="142875" y="1114425"/>
                </a:lnTo>
                <a:lnTo>
                  <a:pt x="171450" y="1114425"/>
                </a:lnTo>
                <a:lnTo>
                  <a:pt x="180975" y="1047750"/>
                </a:lnTo>
                <a:lnTo>
                  <a:pt x="190500" y="1047750"/>
                </a:lnTo>
                <a:lnTo>
                  <a:pt x="190500" y="1009650"/>
                </a:lnTo>
                <a:lnTo>
                  <a:pt x="200025" y="1009650"/>
                </a:lnTo>
                <a:lnTo>
                  <a:pt x="200025" y="971550"/>
                </a:lnTo>
                <a:lnTo>
                  <a:pt x="209550" y="971550"/>
                </a:lnTo>
                <a:lnTo>
                  <a:pt x="209550" y="933450"/>
                </a:lnTo>
                <a:lnTo>
                  <a:pt x="219075" y="933450"/>
                </a:lnTo>
                <a:lnTo>
                  <a:pt x="219075" y="895350"/>
                </a:lnTo>
                <a:lnTo>
                  <a:pt x="228600" y="895350"/>
                </a:lnTo>
                <a:lnTo>
                  <a:pt x="228600" y="847725"/>
                </a:lnTo>
                <a:lnTo>
                  <a:pt x="238125" y="847725"/>
                </a:lnTo>
                <a:lnTo>
                  <a:pt x="238125" y="838200"/>
                </a:lnTo>
                <a:lnTo>
                  <a:pt x="247650" y="800100"/>
                </a:lnTo>
                <a:lnTo>
                  <a:pt x="180975" y="790575"/>
                </a:lnTo>
                <a:lnTo>
                  <a:pt x="180975" y="781050"/>
                </a:lnTo>
                <a:lnTo>
                  <a:pt x="152400" y="790575"/>
                </a:lnTo>
                <a:lnTo>
                  <a:pt x="142875" y="857250"/>
                </a:lnTo>
                <a:lnTo>
                  <a:pt x="133350" y="857250"/>
                </a:lnTo>
                <a:lnTo>
                  <a:pt x="133350" y="904875"/>
                </a:lnTo>
                <a:lnTo>
                  <a:pt x="123825" y="904875"/>
                </a:lnTo>
                <a:lnTo>
                  <a:pt x="123825" y="942975"/>
                </a:lnTo>
                <a:lnTo>
                  <a:pt x="114300" y="942975"/>
                </a:lnTo>
                <a:lnTo>
                  <a:pt x="114300" y="981075"/>
                </a:lnTo>
                <a:lnTo>
                  <a:pt x="104775" y="981075"/>
                </a:lnTo>
                <a:lnTo>
                  <a:pt x="95250" y="1057275"/>
                </a:lnTo>
                <a:close/>
                <a:moveTo>
                  <a:pt x="2057400" y="676275"/>
                </a:moveTo>
                <a:lnTo>
                  <a:pt x="2057400" y="685800"/>
                </a:lnTo>
                <a:lnTo>
                  <a:pt x="2028825" y="685800"/>
                </a:lnTo>
                <a:lnTo>
                  <a:pt x="2028825" y="695325"/>
                </a:lnTo>
                <a:lnTo>
                  <a:pt x="2009775" y="695325"/>
                </a:lnTo>
                <a:lnTo>
                  <a:pt x="2009775" y="704850"/>
                </a:lnTo>
                <a:lnTo>
                  <a:pt x="1962150" y="714375"/>
                </a:lnTo>
                <a:lnTo>
                  <a:pt x="1962150" y="723900"/>
                </a:lnTo>
                <a:lnTo>
                  <a:pt x="1971675" y="723900"/>
                </a:lnTo>
                <a:lnTo>
                  <a:pt x="1971675" y="733425"/>
                </a:lnTo>
                <a:lnTo>
                  <a:pt x="2028825" y="781050"/>
                </a:lnTo>
                <a:lnTo>
                  <a:pt x="2028825" y="800100"/>
                </a:lnTo>
                <a:lnTo>
                  <a:pt x="2038350" y="800100"/>
                </a:lnTo>
                <a:lnTo>
                  <a:pt x="2047875" y="819150"/>
                </a:lnTo>
                <a:lnTo>
                  <a:pt x="2057400" y="819150"/>
                </a:lnTo>
                <a:lnTo>
                  <a:pt x="2057400" y="838200"/>
                </a:lnTo>
                <a:lnTo>
                  <a:pt x="2066925" y="838200"/>
                </a:lnTo>
                <a:lnTo>
                  <a:pt x="2076450" y="866775"/>
                </a:lnTo>
                <a:lnTo>
                  <a:pt x="2085975" y="866775"/>
                </a:lnTo>
                <a:lnTo>
                  <a:pt x="2085975" y="828675"/>
                </a:lnTo>
                <a:lnTo>
                  <a:pt x="2076450" y="828675"/>
                </a:lnTo>
                <a:lnTo>
                  <a:pt x="2076450" y="790575"/>
                </a:lnTo>
                <a:lnTo>
                  <a:pt x="2066925" y="790575"/>
                </a:lnTo>
                <a:lnTo>
                  <a:pt x="2066925" y="752475"/>
                </a:lnTo>
                <a:lnTo>
                  <a:pt x="2057400" y="752475"/>
                </a:lnTo>
                <a:lnTo>
                  <a:pt x="2057400" y="695325"/>
                </a:lnTo>
                <a:lnTo>
                  <a:pt x="2066925" y="695325"/>
                </a:lnTo>
                <a:lnTo>
                  <a:pt x="2066925" y="676275"/>
                </a:lnTo>
                <a:lnTo>
                  <a:pt x="2057400" y="676275"/>
                </a:lnTo>
                <a:close/>
                <a:moveTo>
                  <a:pt x="571500" y="247650"/>
                </a:moveTo>
                <a:lnTo>
                  <a:pt x="571500" y="209550"/>
                </a:lnTo>
                <a:lnTo>
                  <a:pt x="590550" y="209550"/>
                </a:lnTo>
                <a:lnTo>
                  <a:pt x="590550" y="200025"/>
                </a:lnTo>
                <a:lnTo>
                  <a:pt x="714375" y="190500"/>
                </a:lnTo>
                <a:lnTo>
                  <a:pt x="714375" y="209550"/>
                </a:lnTo>
                <a:lnTo>
                  <a:pt x="723900" y="209550"/>
                </a:lnTo>
                <a:lnTo>
                  <a:pt x="723900" y="257175"/>
                </a:lnTo>
                <a:lnTo>
                  <a:pt x="723900" y="295275"/>
                </a:lnTo>
                <a:lnTo>
                  <a:pt x="666750" y="295275"/>
                </a:lnTo>
                <a:lnTo>
                  <a:pt x="666750" y="304800"/>
                </a:lnTo>
                <a:lnTo>
                  <a:pt x="609600" y="304800"/>
                </a:lnTo>
                <a:lnTo>
                  <a:pt x="609600" y="314325"/>
                </a:lnTo>
                <a:lnTo>
                  <a:pt x="590550" y="314325"/>
                </a:lnTo>
                <a:lnTo>
                  <a:pt x="590550" y="304800"/>
                </a:lnTo>
                <a:lnTo>
                  <a:pt x="581025" y="304800"/>
                </a:lnTo>
                <a:lnTo>
                  <a:pt x="581025" y="257175"/>
                </a:lnTo>
                <a:lnTo>
                  <a:pt x="571500" y="257175"/>
                </a:lnTo>
                <a:lnTo>
                  <a:pt x="571500" y="247650"/>
                </a:lnTo>
                <a:close/>
                <a:moveTo>
                  <a:pt x="1743075" y="276225"/>
                </a:moveTo>
                <a:lnTo>
                  <a:pt x="1704975" y="276225"/>
                </a:lnTo>
                <a:lnTo>
                  <a:pt x="1704975" y="285750"/>
                </a:lnTo>
                <a:lnTo>
                  <a:pt x="1647825" y="304800"/>
                </a:lnTo>
                <a:lnTo>
                  <a:pt x="1647825" y="314325"/>
                </a:lnTo>
                <a:lnTo>
                  <a:pt x="1609725" y="342900"/>
                </a:lnTo>
                <a:lnTo>
                  <a:pt x="1609725" y="361950"/>
                </a:lnTo>
                <a:lnTo>
                  <a:pt x="1600200" y="361950"/>
                </a:lnTo>
                <a:lnTo>
                  <a:pt x="1590675" y="390525"/>
                </a:lnTo>
                <a:lnTo>
                  <a:pt x="1581150" y="390525"/>
                </a:lnTo>
                <a:lnTo>
                  <a:pt x="1571625" y="485775"/>
                </a:lnTo>
                <a:lnTo>
                  <a:pt x="1581150" y="485775"/>
                </a:lnTo>
                <a:lnTo>
                  <a:pt x="1581150" y="523875"/>
                </a:lnTo>
                <a:lnTo>
                  <a:pt x="1590675" y="523875"/>
                </a:lnTo>
                <a:lnTo>
                  <a:pt x="1600200" y="561975"/>
                </a:lnTo>
                <a:lnTo>
                  <a:pt x="1609725" y="561975"/>
                </a:lnTo>
                <a:lnTo>
                  <a:pt x="1657350" y="619125"/>
                </a:lnTo>
                <a:lnTo>
                  <a:pt x="1704975" y="628650"/>
                </a:lnTo>
                <a:lnTo>
                  <a:pt x="1704975" y="638175"/>
                </a:lnTo>
                <a:lnTo>
                  <a:pt x="1771650" y="647700"/>
                </a:lnTo>
                <a:lnTo>
                  <a:pt x="1781175" y="647700"/>
                </a:lnTo>
                <a:lnTo>
                  <a:pt x="1781175" y="638175"/>
                </a:lnTo>
                <a:lnTo>
                  <a:pt x="1819275" y="638175"/>
                </a:lnTo>
                <a:lnTo>
                  <a:pt x="1819275" y="628650"/>
                </a:lnTo>
                <a:lnTo>
                  <a:pt x="1876425" y="609600"/>
                </a:lnTo>
                <a:lnTo>
                  <a:pt x="1876425" y="600075"/>
                </a:lnTo>
                <a:lnTo>
                  <a:pt x="1914525" y="571500"/>
                </a:lnTo>
                <a:lnTo>
                  <a:pt x="1914525" y="552450"/>
                </a:lnTo>
                <a:lnTo>
                  <a:pt x="1924050" y="552450"/>
                </a:lnTo>
                <a:lnTo>
                  <a:pt x="1924050" y="533400"/>
                </a:lnTo>
                <a:lnTo>
                  <a:pt x="1933575" y="533400"/>
                </a:lnTo>
                <a:lnTo>
                  <a:pt x="1933575" y="514350"/>
                </a:lnTo>
                <a:lnTo>
                  <a:pt x="1943100" y="514350"/>
                </a:lnTo>
                <a:lnTo>
                  <a:pt x="1943100" y="409575"/>
                </a:lnTo>
                <a:lnTo>
                  <a:pt x="1933575" y="409575"/>
                </a:lnTo>
                <a:lnTo>
                  <a:pt x="1933575" y="381000"/>
                </a:lnTo>
                <a:lnTo>
                  <a:pt x="1924050" y="381000"/>
                </a:lnTo>
                <a:lnTo>
                  <a:pt x="1924050" y="361950"/>
                </a:lnTo>
                <a:lnTo>
                  <a:pt x="1905000" y="352425"/>
                </a:lnTo>
                <a:lnTo>
                  <a:pt x="1905000" y="333375"/>
                </a:lnTo>
                <a:lnTo>
                  <a:pt x="1895475" y="333375"/>
                </a:lnTo>
                <a:lnTo>
                  <a:pt x="1885950" y="314325"/>
                </a:lnTo>
                <a:lnTo>
                  <a:pt x="1866900" y="314325"/>
                </a:lnTo>
                <a:lnTo>
                  <a:pt x="1857375" y="295275"/>
                </a:lnTo>
                <a:lnTo>
                  <a:pt x="1809750" y="285750"/>
                </a:lnTo>
                <a:lnTo>
                  <a:pt x="1809750" y="276225"/>
                </a:lnTo>
                <a:lnTo>
                  <a:pt x="1743075" y="276225"/>
                </a:lnTo>
                <a:close/>
                <a:moveTo>
                  <a:pt x="1571625" y="914400"/>
                </a:moveTo>
                <a:lnTo>
                  <a:pt x="1476375" y="923925"/>
                </a:lnTo>
                <a:lnTo>
                  <a:pt x="1476375" y="914400"/>
                </a:lnTo>
                <a:lnTo>
                  <a:pt x="1457325" y="904875"/>
                </a:lnTo>
                <a:lnTo>
                  <a:pt x="1457325" y="885825"/>
                </a:lnTo>
                <a:lnTo>
                  <a:pt x="1485900" y="885825"/>
                </a:lnTo>
                <a:lnTo>
                  <a:pt x="1485900" y="876300"/>
                </a:lnTo>
                <a:lnTo>
                  <a:pt x="1543050" y="876300"/>
                </a:lnTo>
                <a:lnTo>
                  <a:pt x="1543050" y="866775"/>
                </a:lnTo>
                <a:lnTo>
                  <a:pt x="1609725" y="866775"/>
                </a:lnTo>
                <a:lnTo>
                  <a:pt x="1609725" y="857250"/>
                </a:lnTo>
                <a:lnTo>
                  <a:pt x="1628775" y="857250"/>
                </a:lnTo>
                <a:lnTo>
                  <a:pt x="1628775" y="847725"/>
                </a:lnTo>
                <a:lnTo>
                  <a:pt x="1647825" y="847725"/>
                </a:lnTo>
                <a:lnTo>
                  <a:pt x="1647825" y="838200"/>
                </a:lnTo>
                <a:lnTo>
                  <a:pt x="1666875" y="838200"/>
                </a:lnTo>
                <a:lnTo>
                  <a:pt x="1666875" y="828675"/>
                </a:lnTo>
                <a:lnTo>
                  <a:pt x="1685925" y="828675"/>
                </a:lnTo>
                <a:lnTo>
                  <a:pt x="1685925" y="819150"/>
                </a:lnTo>
                <a:lnTo>
                  <a:pt x="1714500" y="809625"/>
                </a:lnTo>
                <a:lnTo>
                  <a:pt x="1714500" y="800100"/>
                </a:lnTo>
                <a:lnTo>
                  <a:pt x="1733550" y="800100"/>
                </a:lnTo>
                <a:lnTo>
                  <a:pt x="1733550" y="790575"/>
                </a:lnTo>
                <a:lnTo>
                  <a:pt x="1752600" y="790575"/>
                </a:lnTo>
                <a:lnTo>
                  <a:pt x="1752600" y="781050"/>
                </a:lnTo>
                <a:lnTo>
                  <a:pt x="1771650" y="781050"/>
                </a:lnTo>
                <a:lnTo>
                  <a:pt x="1771650" y="828675"/>
                </a:lnTo>
                <a:lnTo>
                  <a:pt x="1762125" y="828675"/>
                </a:lnTo>
                <a:lnTo>
                  <a:pt x="1752600" y="847725"/>
                </a:lnTo>
                <a:lnTo>
                  <a:pt x="1733550" y="847725"/>
                </a:lnTo>
                <a:lnTo>
                  <a:pt x="1724025" y="866775"/>
                </a:lnTo>
                <a:lnTo>
                  <a:pt x="1704975" y="866775"/>
                </a:lnTo>
                <a:lnTo>
                  <a:pt x="1704975" y="876300"/>
                </a:lnTo>
                <a:lnTo>
                  <a:pt x="1676400" y="885825"/>
                </a:lnTo>
                <a:lnTo>
                  <a:pt x="1666875" y="904875"/>
                </a:lnTo>
                <a:lnTo>
                  <a:pt x="1571625" y="914400"/>
                </a:lnTo>
                <a:close/>
                <a:moveTo>
                  <a:pt x="371475" y="962025"/>
                </a:moveTo>
                <a:lnTo>
                  <a:pt x="371475" y="933450"/>
                </a:lnTo>
                <a:lnTo>
                  <a:pt x="381000" y="933450"/>
                </a:lnTo>
                <a:lnTo>
                  <a:pt x="381000" y="914400"/>
                </a:lnTo>
                <a:lnTo>
                  <a:pt x="390525" y="914400"/>
                </a:lnTo>
                <a:lnTo>
                  <a:pt x="390525" y="895350"/>
                </a:lnTo>
                <a:lnTo>
                  <a:pt x="400050" y="895350"/>
                </a:lnTo>
                <a:lnTo>
                  <a:pt x="400050" y="876300"/>
                </a:lnTo>
                <a:lnTo>
                  <a:pt x="409575" y="876300"/>
                </a:lnTo>
                <a:lnTo>
                  <a:pt x="409575" y="847725"/>
                </a:lnTo>
                <a:lnTo>
                  <a:pt x="419100" y="847725"/>
                </a:lnTo>
                <a:lnTo>
                  <a:pt x="419100" y="828675"/>
                </a:lnTo>
                <a:lnTo>
                  <a:pt x="428625" y="828675"/>
                </a:lnTo>
                <a:lnTo>
                  <a:pt x="428625" y="809625"/>
                </a:lnTo>
                <a:lnTo>
                  <a:pt x="438150" y="809625"/>
                </a:lnTo>
                <a:lnTo>
                  <a:pt x="438150" y="790575"/>
                </a:lnTo>
                <a:lnTo>
                  <a:pt x="447675" y="790575"/>
                </a:lnTo>
                <a:lnTo>
                  <a:pt x="447675" y="771525"/>
                </a:lnTo>
                <a:lnTo>
                  <a:pt x="457200" y="771525"/>
                </a:lnTo>
                <a:lnTo>
                  <a:pt x="466725" y="742950"/>
                </a:lnTo>
                <a:lnTo>
                  <a:pt x="390525" y="733425"/>
                </a:lnTo>
                <a:lnTo>
                  <a:pt x="390525" y="723900"/>
                </a:lnTo>
                <a:lnTo>
                  <a:pt x="323850" y="723900"/>
                </a:lnTo>
                <a:lnTo>
                  <a:pt x="314325" y="752475"/>
                </a:lnTo>
                <a:lnTo>
                  <a:pt x="304800" y="752475"/>
                </a:lnTo>
                <a:lnTo>
                  <a:pt x="304800" y="800100"/>
                </a:lnTo>
                <a:lnTo>
                  <a:pt x="295275" y="800100"/>
                </a:lnTo>
                <a:lnTo>
                  <a:pt x="295275" y="838200"/>
                </a:lnTo>
                <a:lnTo>
                  <a:pt x="285750" y="838200"/>
                </a:lnTo>
                <a:lnTo>
                  <a:pt x="285750" y="876300"/>
                </a:lnTo>
                <a:lnTo>
                  <a:pt x="276225" y="876300"/>
                </a:lnTo>
                <a:lnTo>
                  <a:pt x="276225" y="914400"/>
                </a:lnTo>
                <a:lnTo>
                  <a:pt x="266700" y="914400"/>
                </a:lnTo>
                <a:lnTo>
                  <a:pt x="266700" y="952500"/>
                </a:lnTo>
                <a:lnTo>
                  <a:pt x="257175" y="952500"/>
                </a:lnTo>
                <a:lnTo>
                  <a:pt x="257175" y="990600"/>
                </a:lnTo>
                <a:lnTo>
                  <a:pt x="247650" y="990600"/>
                </a:lnTo>
                <a:lnTo>
                  <a:pt x="247650" y="1028700"/>
                </a:lnTo>
                <a:lnTo>
                  <a:pt x="238125" y="1028700"/>
                </a:lnTo>
                <a:lnTo>
                  <a:pt x="238125" y="1066800"/>
                </a:lnTo>
                <a:lnTo>
                  <a:pt x="228600" y="1066800"/>
                </a:lnTo>
                <a:lnTo>
                  <a:pt x="228600" y="1114425"/>
                </a:lnTo>
                <a:lnTo>
                  <a:pt x="219075" y="1114425"/>
                </a:lnTo>
                <a:lnTo>
                  <a:pt x="219075" y="1133475"/>
                </a:lnTo>
                <a:lnTo>
                  <a:pt x="238125" y="1133475"/>
                </a:lnTo>
                <a:lnTo>
                  <a:pt x="238125" y="1143000"/>
                </a:lnTo>
                <a:lnTo>
                  <a:pt x="257175" y="1143000"/>
                </a:lnTo>
                <a:lnTo>
                  <a:pt x="257175" y="1152525"/>
                </a:lnTo>
                <a:lnTo>
                  <a:pt x="285750" y="1152525"/>
                </a:lnTo>
                <a:lnTo>
                  <a:pt x="285750" y="1133475"/>
                </a:lnTo>
                <a:lnTo>
                  <a:pt x="295275" y="1133475"/>
                </a:lnTo>
                <a:lnTo>
                  <a:pt x="295275" y="1114425"/>
                </a:lnTo>
                <a:lnTo>
                  <a:pt x="304800" y="1114425"/>
                </a:lnTo>
                <a:lnTo>
                  <a:pt x="304800" y="1085850"/>
                </a:lnTo>
                <a:lnTo>
                  <a:pt x="314325" y="1085850"/>
                </a:lnTo>
                <a:lnTo>
                  <a:pt x="314325" y="1066800"/>
                </a:lnTo>
                <a:lnTo>
                  <a:pt x="323850" y="1066800"/>
                </a:lnTo>
                <a:lnTo>
                  <a:pt x="323850" y="1047750"/>
                </a:lnTo>
                <a:lnTo>
                  <a:pt x="333375" y="1047750"/>
                </a:lnTo>
                <a:lnTo>
                  <a:pt x="333375" y="1028700"/>
                </a:lnTo>
                <a:lnTo>
                  <a:pt x="342900" y="1028700"/>
                </a:lnTo>
                <a:lnTo>
                  <a:pt x="342900" y="1000125"/>
                </a:lnTo>
                <a:lnTo>
                  <a:pt x="352425" y="1000125"/>
                </a:lnTo>
                <a:lnTo>
                  <a:pt x="352425" y="981075"/>
                </a:lnTo>
                <a:lnTo>
                  <a:pt x="361950" y="981075"/>
                </a:lnTo>
                <a:lnTo>
                  <a:pt x="361950" y="962025"/>
                </a:lnTo>
                <a:lnTo>
                  <a:pt x="371475" y="962025"/>
                </a:lnTo>
                <a:close/>
                <a:moveTo>
                  <a:pt x="2209800" y="923925"/>
                </a:moveTo>
                <a:lnTo>
                  <a:pt x="2200275" y="923925"/>
                </a:lnTo>
                <a:lnTo>
                  <a:pt x="2200275" y="885825"/>
                </a:lnTo>
                <a:lnTo>
                  <a:pt x="2219325" y="885825"/>
                </a:lnTo>
                <a:lnTo>
                  <a:pt x="2219325" y="876300"/>
                </a:lnTo>
                <a:lnTo>
                  <a:pt x="2257425" y="876300"/>
                </a:lnTo>
                <a:lnTo>
                  <a:pt x="2257425" y="866775"/>
                </a:lnTo>
                <a:lnTo>
                  <a:pt x="2266950" y="866775"/>
                </a:lnTo>
                <a:lnTo>
                  <a:pt x="2257425" y="790575"/>
                </a:lnTo>
                <a:lnTo>
                  <a:pt x="2305050" y="781050"/>
                </a:lnTo>
                <a:lnTo>
                  <a:pt x="2305050" y="790575"/>
                </a:lnTo>
                <a:lnTo>
                  <a:pt x="2314575" y="790575"/>
                </a:lnTo>
                <a:lnTo>
                  <a:pt x="2314575" y="819150"/>
                </a:lnTo>
                <a:lnTo>
                  <a:pt x="2324100" y="819150"/>
                </a:lnTo>
                <a:lnTo>
                  <a:pt x="2324100" y="847725"/>
                </a:lnTo>
                <a:lnTo>
                  <a:pt x="2362200" y="847725"/>
                </a:lnTo>
                <a:lnTo>
                  <a:pt x="2362200" y="838200"/>
                </a:lnTo>
                <a:lnTo>
                  <a:pt x="2400300" y="838200"/>
                </a:lnTo>
                <a:lnTo>
                  <a:pt x="2400300" y="847725"/>
                </a:lnTo>
                <a:lnTo>
                  <a:pt x="2409825" y="847725"/>
                </a:lnTo>
                <a:lnTo>
                  <a:pt x="2409825" y="885825"/>
                </a:lnTo>
                <a:lnTo>
                  <a:pt x="2400300" y="885825"/>
                </a:lnTo>
                <a:lnTo>
                  <a:pt x="2400300" y="895350"/>
                </a:lnTo>
                <a:lnTo>
                  <a:pt x="2343150" y="904875"/>
                </a:lnTo>
                <a:lnTo>
                  <a:pt x="2352675" y="952500"/>
                </a:lnTo>
                <a:lnTo>
                  <a:pt x="2362200" y="952500"/>
                </a:lnTo>
                <a:lnTo>
                  <a:pt x="2362200" y="981075"/>
                </a:lnTo>
                <a:lnTo>
                  <a:pt x="2352675" y="981075"/>
                </a:lnTo>
                <a:lnTo>
                  <a:pt x="2352675" y="990600"/>
                </a:lnTo>
                <a:lnTo>
                  <a:pt x="2305050" y="990600"/>
                </a:lnTo>
                <a:lnTo>
                  <a:pt x="2305050" y="962025"/>
                </a:lnTo>
                <a:lnTo>
                  <a:pt x="2295525" y="962025"/>
                </a:lnTo>
                <a:lnTo>
                  <a:pt x="2295525" y="933450"/>
                </a:lnTo>
                <a:lnTo>
                  <a:pt x="2286000" y="933450"/>
                </a:lnTo>
                <a:lnTo>
                  <a:pt x="2286000" y="923925"/>
                </a:lnTo>
                <a:lnTo>
                  <a:pt x="2266950" y="923925"/>
                </a:lnTo>
                <a:lnTo>
                  <a:pt x="2266950" y="933450"/>
                </a:lnTo>
                <a:lnTo>
                  <a:pt x="2209800" y="933450"/>
                </a:lnTo>
                <a:lnTo>
                  <a:pt x="2209800" y="923925"/>
                </a:lnTo>
                <a:close/>
                <a:moveTo>
                  <a:pt x="685800" y="238125"/>
                </a:moveTo>
                <a:lnTo>
                  <a:pt x="685800" y="228600"/>
                </a:lnTo>
                <a:lnTo>
                  <a:pt x="609600" y="238125"/>
                </a:lnTo>
                <a:lnTo>
                  <a:pt x="609600" y="257175"/>
                </a:lnTo>
                <a:lnTo>
                  <a:pt x="619125" y="257175"/>
                </a:lnTo>
                <a:lnTo>
                  <a:pt x="619125" y="266700"/>
                </a:lnTo>
                <a:lnTo>
                  <a:pt x="666750" y="266700"/>
                </a:lnTo>
                <a:lnTo>
                  <a:pt x="666750" y="257175"/>
                </a:lnTo>
                <a:lnTo>
                  <a:pt x="685800" y="257175"/>
                </a:lnTo>
                <a:lnTo>
                  <a:pt x="685800" y="238125"/>
                </a:lnTo>
                <a:close/>
              </a:path>
            </a:pathLst>
          </a:custGeom>
          <a:solidFill xmlns:a="http://schemas.openxmlformats.org/drawingml/2006/main">
            <a:srgbClr val="102536"/>
          </a:solidFill>
          <a:ln xmlns:a="http://schemas.openxmlformats.org/drawingml/2006/main" w="0">
            <a:noFill/>
          </a:ln>
        </p:spPr>
      </p:sp>
      <p:sp>
        <p:nvSpPr>
          <p:cNvPr id="3" name="soldier">
            <a:extLst xmlns:a="http://schemas.openxmlformats.org/drawingml/2006/main">
              <a:ext uri="{FF2B5EF4-FFF2-40B4-BE49-F238E27FC236}">
                <a16:creationId xmlns:a16="http://schemas.microsoft.com/office/drawing/2014/main" id="{D93A51DD-A954-4E2F-AC17-0ADB9173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2619375" cy="1619250"/>
          </a:xfrm>
          <a:custGeom xmlns:a="http://schemas.openxmlformats.org/drawingml/2006/main">
            <a:pathLst>
              <a:path w="2619375" h="1619250">
                <a:moveTo>
                  <a:pt x="1000125" y="1171575"/>
                </a:moveTo>
                <a:lnTo>
                  <a:pt x="1028700" y="1171575"/>
                </a:lnTo>
                <a:lnTo>
                  <a:pt x="1028700" y="1209675"/>
                </a:lnTo>
                <a:lnTo>
                  <a:pt x="1019175" y="1209675"/>
                </a:lnTo>
                <a:lnTo>
                  <a:pt x="1009650" y="1228725"/>
                </a:lnTo>
                <a:lnTo>
                  <a:pt x="990600" y="1228725"/>
                </a:lnTo>
                <a:lnTo>
                  <a:pt x="990600" y="1209675"/>
                </a:lnTo>
                <a:lnTo>
                  <a:pt x="981075" y="1209675"/>
                </a:lnTo>
                <a:lnTo>
                  <a:pt x="981075" y="1190625"/>
                </a:lnTo>
                <a:lnTo>
                  <a:pt x="990600" y="1190625"/>
                </a:lnTo>
                <a:lnTo>
                  <a:pt x="1000125" y="1171575"/>
                </a:lnTo>
                <a:close/>
                <a:moveTo>
                  <a:pt x="904875" y="990600"/>
                </a:moveTo>
                <a:lnTo>
                  <a:pt x="895350" y="942975"/>
                </a:lnTo>
                <a:lnTo>
                  <a:pt x="885825" y="942975"/>
                </a:lnTo>
                <a:lnTo>
                  <a:pt x="895350" y="923925"/>
                </a:lnTo>
                <a:lnTo>
                  <a:pt x="923925" y="923925"/>
                </a:lnTo>
                <a:lnTo>
                  <a:pt x="923925" y="933450"/>
                </a:lnTo>
                <a:lnTo>
                  <a:pt x="933450" y="933450"/>
                </a:lnTo>
                <a:lnTo>
                  <a:pt x="942975" y="990600"/>
                </a:lnTo>
                <a:lnTo>
                  <a:pt x="952500" y="990600"/>
                </a:lnTo>
                <a:lnTo>
                  <a:pt x="952500" y="1019175"/>
                </a:lnTo>
                <a:lnTo>
                  <a:pt x="962025" y="1019175"/>
                </a:lnTo>
                <a:lnTo>
                  <a:pt x="962025" y="1047750"/>
                </a:lnTo>
                <a:lnTo>
                  <a:pt x="952500" y="1047750"/>
                </a:lnTo>
                <a:lnTo>
                  <a:pt x="952500" y="1057275"/>
                </a:lnTo>
                <a:lnTo>
                  <a:pt x="923925" y="1047750"/>
                </a:lnTo>
                <a:lnTo>
                  <a:pt x="904875" y="990600"/>
                </a:lnTo>
                <a:close/>
                <a:moveTo>
                  <a:pt x="1047750" y="971550"/>
                </a:moveTo>
                <a:lnTo>
                  <a:pt x="1047750" y="981075"/>
                </a:lnTo>
                <a:lnTo>
                  <a:pt x="1038225" y="981075"/>
                </a:lnTo>
                <a:lnTo>
                  <a:pt x="1038225" y="1028700"/>
                </a:lnTo>
                <a:lnTo>
                  <a:pt x="1028700" y="1028700"/>
                </a:lnTo>
                <a:lnTo>
                  <a:pt x="1028700" y="1047750"/>
                </a:lnTo>
                <a:lnTo>
                  <a:pt x="1000125" y="1047750"/>
                </a:lnTo>
                <a:lnTo>
                  <a:pt x="1000125" y="1038225"/>
                </a:lnTo>
                <a:lnTo>
                  <a:pt x="990600" y="1038225"/>
                </a:lnTo>
                <a:lnTo>
                  <a:pt x="990600" y="1028700"/>
                </a:lnTo>
                <a:lnTo>
                  <a:pt x="1000125" y="1028700"/>
                </a:lnTo>
                <a:lnTo>
                  <a:pt x="1000125" y="990600"/>
                </a:lnTo>
                <a:lnTo>
                  <a:pt x="1000125" y="971550"/>
                </a:lnTo>
                <a:lnTo>
                  <a:pt x="1009650" y="971550"/>
                </a:lnTo>
                <a:lnTo>
                  <a:pt x="1009650" y="923925"/>
                </a:lnTo>
                <a:lnTo>
                  <a:pt x="1019175" y="923925"/>
                </a:lnTo>
                <a:lnTo>
                  <a:pt x="1028700" y="904875"/>
                </a:lnTo>
                <a:lnTo>
                  <a:pt x="1047750" y="914400"/>
                </a:lnTo>
                <a:lnTo>
                  <a:pt x="1047750" y="971550"/>
                </a:lnTo>
                <a:close/>
                <a:moveTo>
                  <a:pt x="828675" y="1047750"/>
                </a:moveTo>
                <a:lnTo>
                  <a:pt x="790575" y="1019175"/>
                </a:lnTo>
                <a:lnTo>
                  <a:pt x="800100" y="990600"/>
                </a:lnTo>
                <a:lnTo>
                  <a:pt x="828675" y="990600"/>
                </a:lnTo>
                <a:lnTo>
                  <a:pt x="828675" y="1000125"/>
                </a:lnTo>
                <a:lnTo>
                  <a:pt x="866775" y="1028700"/>
                </a:lnTo>
                <a:lnTo>
                  <a:pt x="866775" y="1038225"/>
                </a:lnTo>
                <a:lnTo>
                  <a:pt x="895350" y="1057275"/>
                </a:lnTo>
                <a:lnTo>
                  <a:pt x="895350" y="1085850"/>
                </a:lnTo>
                <a:lnTo>
                  <a:pt x="885825" y="1085850"/>
                </a:lnTo>
                <a:lnTo>
                  <a:pt x="885825" y="1095375"/>
                </a:lnTo>
                <a:lnTo>
                  <a:pt x="866775" y="1095375"/>
                </a:lnTo>
                <a:lnTo>
                  <a:pt x="828675" y="1047750"/>
                </a:lnTo>
                <a:close/>
              </a:path>
            </a:pathLst>
          </a:custGeom>
          <a:solidFill xmlns:a="http://schemas.openxmlformats.org/drawingml/2006/main">
            <a:srgbClr val="E8363C"/>
          </a:solidFill>
          <a:ln xmlns:a="http://schemas.openxmlformats.org/drawingml/2006/main" w="0">
            <a:noFill/>
          </a:ln>
        </p:spPr>
      </p:sp>
      <p:sp>
        <p:nvSpPr>
          <p:cNvPr id="4" name="sensor">
            <a:extLst xmlns:a="http://schemas.openxmlformats.org/drawingml/2006/main">
              <a:ext uri="{FF2B5EF4-FFF2-40B4-BE49-F238E27FC236}">
                <a16:creationId xmlns:a16="http://schemas.microsoft.com/office/drawing/2014/main" id="{EA34BFD0-EAC9-4F7D-826F-8664187F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990600"/>
            <a:ext cx="1476375" cy="1485900"/>
          </a:xfrm>
          <a:custGeom xmlns:a="http://schemas.openxmlformats.org/drawingml/2006/main">
            <a:pathLst>
              <a:path w="1476375" h="1485900">
                <a:moveTo>
                  <a:pt x="1181100" y="1133475"/>
                </a:moveTo>
                <a:lnTo>
                  <a:pt x="1181100" y="800100"/>
                </a:lnTo>
                <a:lnTo>
                  <a:pt x="1152525" y="790575"/>
                </a:lnTo>
                <a:lnTo>
                  <a:pt x="1152525" y="657225"/>
                </a:lnTo>
                <a:lnTo>
                  <a:pt x="1162050" y="657225"/>
                </a:lnTo>
                <a:lnTo>
                  <a:pt x="1162050" y="647700"/>
                </a:lnTo>
                <a:lnTo>
                  <a:pt x="1400175" y="647700"/>
                </a:lnTo>
                <a:lnTo>
                  <a:pt x="1400175" y="657225"/>
                </a:lnTo>
                <a:lnTo>
                  <a:pt x="1409700" y="657225"/>
                </a:lnTo>
                <a:lnTo>
                  <a:pt x="1419225" y="771525"/>
                </a:lnTo>
                <a:lnTo>
                  <a:pt x="1409700" y="771525"/>
                </a:lnTo>
                <a:lnTo>
                  <a:pt x="1400175" y="800100"/>
                </a:lnTo>
                <a:lnTo>
                  <a:pt x="1381125" y="800100"/>
                </a:lnTo>
                <a:lnTo>
                  <a:pt x="1381125" y="819150"/>
                </a:lnTo>
                <a:lnTo>
                  <a:pt x="1381125" y="828675"/>
                </a:lnTo>
                <a:lnTo>
                  <a:pt x="1371600" y="828675"/>
                </a:lnTo>
                <a:lnTo>
                  <a:pt x="1371600" y="838200"/>
                </a:lnTo>
                <a:lnTo>
                  <a:pt x="1390650" y="847725"/>
                </a:lnTo>
                <a:lnTo>
                  <a:pt x="1390650" y="1276350"/>
                </a:lnTo>
                <a:lnTo>
                  <a:pt x="1381125" y="1276350"/>
                </a:lnTo>
                <a:lnTo>
                  <a:pt x="1381125" y="1304925"/>
                </a:lnTo>
                <a:lnTo>
                  <a:pt x="1371600" y="1304925"/>
                </a:lnTo>
                <a:lnTo>
                  <a:pt x="1343025" y="1343025"/>
                </a:lnTo>
                <a:lnTo>
                  <a:pt x="1323975" y="1343025"/>
                </a:lnTo>
                <a:lnTo>
                  <a:pt x="1323975" y="1352550"/>
                </a:lnTo>
                <a:lnTo>
                  <a:pt x="1238250" y="1352550"/>
                </a:lnTo>
                <a:lnTo>
                  <a:pt x="1238250" y="1343025"/>
                </a:lnTo>
                <a:lnTo>
                  <a:pt x="1219200" y="1343025"/>
                </a:lnTo>
                <a:lnTo>
                  <a:pt x="1219200" y="1333500"/>
                </a:lnTo>
                <a:lnTo>
                  <a:pt x="1190625" y="1314450"/>
                </a:lnTo>
                <a:lnTo>
                  <a:pt x="1190625" y="1295400"/>
                </a:lnTo>
                <a:lnTo>
                  <a:pt x="1181100" y="1295400"/>
                </a:lnTo>
                <a:lnTo>
                  <a:pt x="1181100" y="1133475"/>
                </a:lnTo>
                <a:close/>
                <a:moveTo>
                  <a:pt x="285750" y="1047750"/>
                </a:moveTo>
                <a:lnTo>
                  <a:pt x="276225" y="1047750"/>
                </a:lnTo>
                <a:lnTo>
                  <a:pt x="276225" y="1009650"/>
                </a:lnTo>
                <a:lnTo>
                  <a:pt x="266700" y="1009650"/>
                </a:lnTo>
                <a:lnTo>
                  <a:pt x="266700" y="971550"/>
                </a:lnTo>
                <a:lnTo>
                  <a:pt x="257175" y="971550"/>
                </a:lnTo>
                <a:lnTo>
                  <a:pt x="247650" y="933450"/>
                </a:lnTo>
                <a:lnTo>
                  <a:pt x="238125" y="933450"/>
                </a:lnTo>
                <a:lnTo>
                  <a:pt x="238125" y="923925"/>
                </a:lnTo>
                <a:lnTo>
                  <a:pt x="209550" y="904875"/>
                </a:lnTo>
                <a:lnTo>
                  <a:pt x="209550" y="885825"/>
                </a:lnTo>
                <a:lnTo>
                  <a:pt x="171450" y="857250"/>
                </a:lnTo>
                <a:lnTo>
                  <a:pt x="171450" y="838200"/>
                </a:lnTo>
                <a:lnTo>
                  <a:pt x="161925" y="838200"/>
                </a:lnTo>
                <a:lnTo>
                  <a:pt x="161925" y="819150"/>
                </a:lnTo>
                <a:lnTo>
                  <a:pt x="152400" y="819150"/>
                </a:lnTo>
                <a:lnTo>
                  <a:pt x="152400" y="800100"/>
                </a:lnTo>
                <a:lnTo>
                  <a:pt x="142875" y="800100"/>
                </a:lnTo>
                <a:lnTo>
                  <a:pt x="142875" y="771525"/>
                </a:lnTo>
                <a:lnTo>
                  <a:pt x="133350" y="771525"/>
                </a:lnTo>
                <a:lnTo>
                  <a:pt x="133350" y="723900"/>
                </a:lnTo>
                <a:lnTo>
                  <a:pt x="123825" y="723900"/>
                </a:lnTo>
                <a:lnTo>
                  <a:pt x="123825" y="676275"/>
                </a:lnTo>
                <a:lnTo>
                  <a:pt x="114300" y="676275"/>
                </a:lnTo>
                <a:lnTo>
                  <a:pt x="104775" y="581025"/>
                </a:lnTo>
                <a:lnTo>
                  <a:pt x="95250" y="581025"/>
                </a:lnTo>
                <a:lnTo>
                  <a:pt x="85725" y="495300"/>
                </a:lnTo>
                <a:lnTo>
                  <a:pt x="76200" y="495300"/>
                </a:lnTo>
                <a:lnTo>
                  <a:pt x="76200" y="447675"/>
                </a:lnTo>
                <a:lnTo>
                  <a:pt x="66675" y="447675"/>
                </a:lnTo>
                <a:lnTo>
                  <a:pt x="57150" y="361950"/>
                </a:lnTo>
                <a:lnTo>
                  <a:pt x="47625" y="361950"/>
                </a:lnTo>
                <a:lnTo>
                  <a:pt x="47625" y="314325"/>
                </a:lnTo>
                <a:lnTo>
                  <a:pt x="38100" y="314325"/>
                </a:lnTo>
                <a:lnTo>
                  <a:pt x="38100" y="276225"/>
                </a:lnTo>
                <a:lnTo>
                  <a:pt x="47625" y="276225"/>
                </a:lnTo>
                <a:lnTo>
                  <a:pt x="47625" y="238125"/>
                </a:lnTo>
                <a:lnTo>
                  <a:pt x="57150" y="238125"/>
                </a:lnTo>
                <a:lnTo>
                  <a:pt x="66675" y="190500"/>
                </a:lnTo>
                <a:lnTo>
                  <a:pt x="76200" y="190500"/>
                </a:lnTo>
                <a:lnTo>
                  <a:pt x="114300" y="142875"/>
                </a:lnTo>
                <a:lnTo>
                  <a:pt x="161925" y="133350"/>
                </a:lnTo>
                <a:lnTo>
                  <a:pt x="161925" y="123825"/>
                </a:lnTo>
                <a:lnTo>
                  <a:pt x="247650" y="114300"/>
                </a:lnTo>
                <a:lnTo>
                  <a:pt x="247650" y="104775"/>
                </a:lnTo>
                <a:lnTo>
                  <a:pt x="333375" y="95250"/>
                </a:lnTo>
                <a:lnTo>
                  <a:pt x="333375" y="85725"/>
                </a:lnTo>
                <a:lnTo>
                  <a:pt x="381000" y="85725"/>
                </a:lnTo>
                <a:lnTo>
                  <a:pt x="381000" y="76200"/>
                </a:lnTo>
                <a:lnTo>
                  <a:pt x="466725" y="66675"/>
                </a:lnTo>
                <a:lnTo>
                  <a:pt x="466725" y="57150"/>
                </a:lnTo>
                <a:lnTo>
                  <a:pt x="542925" y="57150"/>
                </a:lnTo>
                <a:lnTo>
                  <a:pt x="542925" y="66675"/>
                </a:lnTo>
                <a:lnTo>
                  <a:pt x="590550" y="76200"/>
                </a:lnTo>
                <a:lnTo>
                  <a:pt x="590550" y="85725"/>
                </a:lnTo>
                <a:lnTo>
                  <a:pt x="647700" y="133350"/>
                </a:lnTo>
                <a:lnTo>
                  <a:pt x="647700" y="152400"/>
                </a:lnTo>
                <a:lnTo>
                  <a:pt x="657225" y="152400"/>
                </a:lnTo>
                <a:lnTo>
                  <a:pt x="657225" y="171450"/>
                </a:lnTo>
                <a:lnTo>
                  <a:pt x="666750" y="171450"/>
                </a:lnTo>
                <a:lnTo>
                  <a:pt x="666750" y="219075"/>
                </a:lnTo>
                <a:lnTo>
                  <a:pt x="676275" y="219075"/>
                </a:lnTo>
                <a:lnTo>
                  <a:pt x="676275" y="257175"/>
                </a:lnTo>
                <a:lnTo>
                  <a:pt x="685800" y="257175"/>
                </a:lnTo>
                <a:lnTo>
                  <a:pt x="685800" y="295275"/>
                </a:lnTo>
                <a:lnTo>
                  <a:pt x="695325" y="295275"/>
                </a:lnTo>
                <a:lnTo>
                  <a:pt x="695325" y="304800"/>
                </a:lnTo>
                <a:lnTo>
                  <a:pt x="704850" y="390525"/>
                </a:lnTo>
                <a:lnTo>
                  <a:pt x="714375" y="390525"/>
                </a:lnTo>
                <a:lnTo>
                  <a:pt x="714375" y="438150"/>
                </a:lnTo>
                <a:lnTo>
                  <a:pt x="723900" y="438150"/>
                </a:lnTo>
                <a:lnTo>
                  <a:pt x="733425" y="523875"/>
                </a:lnTo>
                <a:lnTo>
                  <a:pt x="742950" y="523875"/>
                </a:lnTo>
                <a:lnTo>
                  <a:pt x="752475" y="609600"/>
                </a:lnTo>
                <a:lnTo>
                  <a:pt x="762000" y="609600"/>
                </a:lnTo>
                <a:lnTo>
                  <a:pt x="762000" y="742950"/>
                </a:lnTo>
                <a:lnTo>
                  <a:pt x="752475" y="742950"/>
                </a:lnTo>
                <a:lnTo>
                  <a:pt x="752475" y="771525"/>
                </a:lnTo>
                <a:lnTo>
                  <a:pt x="742950" y="771525"/>
                </a:lnTo>
                <a:lnTo>
                  <a:pt x="742950" y="800100"/>
                </a:lnTo>
                <a:lnTo>
                  <a:pt x="733425" y="800100"/>
                </a:lnTo>
                <a:lnTo>
                  <a:pt x="733425" y="923925"/>
                </a:lnTo>
                <a:lnTo>
                  <a:pt x="742950" y="923925"/>
                </a:lnTo>
                <a:lnTo>
                  <a:pt x="742950" y="971550"/>
                </a:lnTo>
                <a:lnTo>
                  <a:pt x="752475" y="971550"/>
                </a:lnTo>
                <a:lnTo>
                  <a:pt x="752475" y="1019175"/>
                </a:lnTo>
                <a:lnTo>
                  <a:pt x="762000" y="1019175"/>
                </a:lnTo>
                <a:lnTo>
                  <a:pt x="762000" y="1076325"/>
                </a:lnTo>
                <a:lnTo>
                  <a:pt x="771525" y="1076325"/>
                </a:lnTo>
                <a:lnTo>
                  <a:pt x="771525" y="1123950"/>
                </a:lnTo>
                <a:lnTo>
                  <a:pt x="781050" y="1123950"/>
                </a:lnTo>
                <a:lnTo>
                  <a:pt x="781050" y="1181100"/>
                </a:lnTo>
                <a:lnTo>
                  <a:pt x="790575" y="1181100"/>
                </a:lnTo>
                <a:lnTo>
                  <a:pt x="790575" y="1276350"/>
                </a:lnTo>
                <a:lnTo>
                  <a:pt x="781050" y="1276350"/>
                </a:lnTo>
                <a:lnTo>
                  <a:pt x="781050" y="1304925"/>
                </a:lnTo>
                <a:lnTo>
                  <a:pt x="762000" y="1314450"/>
                </a:lnTo>
                <a:lnTo>
                  <a:pt x="762000" y="1333500"/>
                </a:lnTo>
                <a:lnTo>
                  <a:pt x="752475" y="1333500"/>
                </a:lnTo>
                <a:lnTo>
                  <a:pt x="733425" y="1362075"/>
                </a:lnTo>
                <a:lnTo>
                  <a:pt x="714375" y="1362075"/>
                </a:lnTo>
                <a:lnTo>
                  <a:pt x="714375" y="1371600"/>
                </a:lnTo>
                <a:lnTo>
                  <a:pt x="695325" y="1371600"/>
                </a:lnTo>
                <a:lnTo>
                  <a:pt x="695325" y="1381125"/>
                </a:lnTo>
                <a:lnTo>
                  <a:pt x="609600" y="1390650"/>
                </a:lnTo>
                <a:lnTo>
                  <a:pt x="609600" y="1400175"/>
                </a:lnTo>
                <a:lnTo>
                  <a:pt x="561975" y="1400175"/>
                </a:lnTo>
                <a:lnTo>
                  <a:pt x="561975" y="1409700"/>
                </a:lnTo>
                <a:lnTo>
                  <a:pt x="523875" y="1409700"/>
                </a:lnTo>
                <a:lnTo>
                  <a:pt x="523875" y="1419225"/>
                </a:lnTo>
                <a:lnTo>
                  <a:pt x="447675" y="1419225"/>
                </a:lnTo>
                <a:lnTo>
                  <a:pt x="447675" y="1409700"/>
                </a:lnTo>
                <a:lnTo>
                  <a:pt x="400050" y="1400175"/>
                </a:lnTo>
                <a:lnTo>
                  <a:pt x="400050" y="1390650"/>
                </a:lnTo>
                <a:lnTo>
                  <a:pt x="352425" y="1352550"/>
                </a:lnTo>
                <a:lnTo>
                  <a:pt x="342900" y="1304925"/>
                </a:lnTo>
                <a:lnTo>
                  <a:pt x="333375" y="1304925"/>
                </a:lnTo>
                <a:lnTo>
                  <a:pt x="323850" y="1219200"/>
                </a:lnTo>
                <a:lnTo>
                  <a:pt x="314325" y="1219200"/>
                </a:lnTo>
                <a:lnTo>
                  <a:pt x="314325" y="1181100"/>
                </a:lnTo>
                <a:lnTo>
                  <a:pt x="304800" y="1181100"/>
                </a:lnTo>
                <a:lnTo>
                  <a:pt x="304800" y="1133475"/>
                </a:lnTo>
                <a:lnTo>
                  <a:pt x="295275" y="1133475"/>
                </a:lnTo>
                <a:lnTo>
                  <a:pt x="295275" y="1095375"/>
                </a:lnTo>
                <a:lnTo>
                  <a:pt x="285750" y="1095375"/>
                </a:lnTo>
                <a:lnTo>
                  <a:pt x="285750" y="1047750"/>
                </a:lnTo>
                <a:close/>
                <a:moveTo>
                  <a:pt x="133350" y="200025"/>
                </a:moveTo>
                <a:lnTo>
                  <a:pt x="133350" y="209550"/>
                </a:lnTo>
                <a:lnTo>
                  <a:pt x="104775" y="228600"/>
                </a:lnTo>
                <a:lnTo>
                  <a:pt x="104775" y="257175"/>
                </a:lnTo>
                <a:lnTo>
                  <a:pt x="95250" y="257175"/>
                </a:lnTo>
                <a:lnTo>
                  <a:pt x="95250" y="333375"/>
                </a:lnTo>
                <a:lnTo>
                  <a:pt x="104775" y="333375"/>
                </a:lnTo>
                <a:lnTo>
                  <a:pt x="104775" y="381000"/>
                </a:lnTo>
                <a:lnTo>
                  <a:pt x="114300" y="381000"/>
                </a:lnTo>
                <a:lnTo>
                  <a:pt x="114300" y="419100"/>
                </a:lnTo>
                <a:lnTo>
                  <a:pt x="123825" y="419100"/>
                </a:lnTo>
                <a:lnTo>
                  <a:pt x="123825" y="466725"/>
                </a:lnTo>
                <a:lnTo>
                  <a:pt x="133350" y="466725"/>
                </a:lnTo>
                <a:lnTo>
                  <a:pt x="133350" y="514350"/>
                </a:lnTo>
                <a:lnTo>
                  <a:pt x="142875" y="514350"/>
                </a:lnTo>
                <a:lnTo>
                  <a:pt x="152400" y="609600"/>
                </a:lnTo>
                <a:lnTo>
                  <a:pt x="161925" y="609600"/>
                </a:lnTo>
                <a:lnTo>
                  <a:pt x="161925" y="647700"/>
                </a:lnTo>
                <a:lnTo>
                  <a:pt x="171450" y="647700"/>
                </a:lnTo>
                <a:lnTo>
                  <a:pt x="180975" y="742950"/>
                </a:lnTo>
                <a:lnTo>
                  <a:pt x="190500" y="742950"/>
                </a:lnTo>
                <a:lnTo>
                  <a:pt x="190500" y="781050"/>
                </a:lnTo>
                <a:lnTo>
                  <a:pt x="200025" y="781050"/>
                </a:lnTo>
                <a:lnTo>
                  <a:pt x="209550" y="819150"/>
                </a:lnTo>
                <a:lnTo>
                  <a:pt x="219075" y="819150"/>
                </a:lnTo>
                <a:lnTo>
                  <a:pt x="228600" y="847725"/>
                </a:lnTo>
                <a:lnTo>
                  <a:pt x="285750" y="895350"/>
                </a:lnTo>
                <a:lnTo>
                  <a:pt x="285750" y="914400"/>
                </a:lnTo>
                <a:lnTo>
                  <a:pt x="295275" y="914400"/>
                </a:lnTo>
                <a:lnTo>
                  <a:pt x="295275" y="933450"/>
                </a:lnTo>
                <a:lnTo>
                  <a:pt x="304800" y="933450"/>
                </a:lnTo>
                <a:lnTo>
                  <a:pt x="304800" y="952500"/>
                </a:lnTo>
                <a:lnTo>
                  <a:pt x="314325" y="952500"/>
                </a:lnTo>
                <a:lnTo>
                  <a:pt x="323850" y="1028700"/>
                </a:lnTo>
                <a:lnTo>
                  <a:pt x="333375" y="1028700"/>
                </a:lnTo>
                <a:lnTo>
                  <a:pt x="333375" y="1066800"/>
                </a:lnTo>
                <a:lnTo>
                  <a:pt x="342900" y="1066800"/>
                </a:lnTo>
                <a:lnTo>
                  <a:pt x="342900" y="1114425"/>
                </a:lnTo>
                <a:lnTo>
                  <a:pt x="352425" y="1114425"/>
                </a:lnTo>
                <a:lnTo>
                  <a:pt x="352425" y="1152525"/>
                </a:lnTo>
                <a:lnTo>
                  <a:pt x="361950" y="1152525"/>
                </a:lnTo>
                <a:lnTo>
                  <a:pt x="361950" y="1200150"/>
                </a:lnTo>
                <a:lnTo>
                  <a:pt x="371475" y="1200150"/>
                </a:lnTo>
                <a:lnTo>
                  <a:pt x="371475" y="1238250"/>
                </a:lnTo>
                <a:lnTo>
                  <a:pt x="381000" y="1238250"/>
                </a:lnTo>
                <a:lnTo>
                  <a:pt x="381000" y="1285875"/>
                </a:lnTo>
                <a:lnTo>
                  <a:pt x="390525" y="1285875"/>
                </a:lnTo>
                <a:lnTo>
                  <a:pt x="400050" y="1333500"/>
                </a:lnTo>
                <a:lnTo>
                  <a:pt x="428625" y="1343025"/>
                </a:lnTo>
                <a:lnTo>
                  <a:pt x="438150" y="1362075"/>
                </a:lnTo>
                <a:lnTo>
                  <a:pt x="495300" y="1371600"/>
                </a:lnTo>
                <a:lnTo>
                  <a:pt x="495300" y="1362075"/>
                </a:lnTo>
                <a:lnTo>
                  <a:pt x="542925" y="1362075"/>
                </a:lnTo>
                <a:lnTo>
                  <a:pt x="542925" y="1352550"/>
                </a:lnTo>
                <a:lnTo>
                  <a:pt x="581025" y="1352550"/>
                </a:lnTo>
                <a:lnTo>
                  <a:pt x="581025" y="1343025"/>
                </a:lnTo>
                <a:lnTo>
                  <a:pt x="619125" y="1343025"/>
                </a:lnTo>
                <a:lnTo>
                  <a:pt x="619125" y="1333500"/>
                </a:lnTo>
                <a:lnTo>
                  <a:pt x="676275" y="1333500"/>
                </a:lnTo>
                <a:lnTo>
                  <a:pt x="676275" y="1323975"/>
                </a:lnTo>
                <a:lnTo>
                  <a:pt x="695325" y="1323975"/>
                </a:lnTo>
                <a:lnTo>
                  <a:pt x="695325" y="1314450"/>
                </a:lnTo>
                <a:lnTo>
                  <a:pt x="723900" y="1295400"/>
                </a:lnTo>
                <a:lnTo>
                  <a:pt x="733425" y="1266825"/>
                </a:lnTo>
                <a:lnTo>
                  <a:pt x="733425" y="1257300"/>
                </a:lnTo>
                <a:lnTo>
                  <a:pt x="742950" y="1257300"/>
                </a:lnTo>
                <a:lnTo>
                  <a:pt x="742950" y="1209675"/>
                </a:lnTo>
                <a:lnTo>
                  <a:pt x="733425" y="1209675"/>
                </a:lnTo>
                <a:lnTo>
                  <a:pt x="733425" y="1152525"/>
                </a:lnTo>
                <a:lnTo>
                  <a:pt x="723900" y="1152525"/>
                </a:lnTo>
                <a:lnTo>
                  <a:pt x="714375" y="1047750"/>
                </a:lnTo>
                <a:lnTo>
                  <a:pt x="704850" y="1047750"/>
                </a:lnTo>
                <a:lnTo>
                  <a:pt x="704850" y="1000125"/>
                </a:lnTo>
                <a:lnTo>
                  <a:pt x="695325" y="1000125"/>
                </a:lnTo>
                <a:lnTo>
                  <a:pt x="695325" y="942975"/>
                </a:lnTo>
                <a:lnTo>
                  <a:pt x="685800" y="942975"/>
                </a:lnTo>
                <a:lnTo>
                  <a:pt x="685800" y="895350"/>
                </a:lnTo>
                <a:lnTo>
                  <a:pt x="676275" y="895350"/>
                </a:lnTo>
                <a:lnTo>
                  <a:pt x="676275" y="828675"/>
                </a:lnTo>
                <a:lnTo>
                  <a:pt x="685800" y="828675"/>
                </a:lnTo>
                <a:lnTo>
                  <a:pt x="685800" y="790575"/>
                </a:lnTo>
                <a:lnTo>
                  <a:pt x="695325" y="790575"/>
                </a:lnTo>
                <a:lnTo>
                  <a:pt x="704850" y="723900"/>
                </a:lnTo>
                <a:lnTo>
                  <a:pt x="714375" y="723900"/>
                </a:lnTo>
                <a:lnTo>
                  <a:pt x="714375" y="638175"/>
                </a:lnTo>
                <a:lnTo>
                  <a:pt x="704850" y="638175"/>
                </a:lnTo>
                <a:lnTo>
                  <a:pt x="704850" y="581025"/>
                </a:lnTo>
                <a:lnTo>
                  <a:pt x="695325" y="581025"/>
                </a:lnTo>
                <a:lnTo>
                  <a:pt x="695325" y="542925"/>
                </a:lnTo>
                <a:lnTo>
                  <a:pt x="685800" y="542925"/>
                </a:lnTo>
                <a:lnTo>
                  <a:pt x="685800" y="504825"/>
                </a:lnTo>
                <a:lnTo>
                  <a:pt x="676275" y="504825"/>
                </a:lnTo>
                <a:lnTo>
                  <a:pt x="676275" y="457200"/>
                </a:lnTo>
                <a:lnTo>
                  <a:pt x="666750" y="457200"/>
                </a:lnTo>
                <a:lnTo>
                  <a:pt x="666750" y="409575"/>
                </a:lnTo>
                <a:lnTo>
                  <a:pt x="657225" y="409575"/>
                </a:lnTo>
                <a:lnTo>
                  <a:pt x="657225" y="361950"/>
                </a:lnTo>
                <a:lnTo>
                  <a:pt x="647700" y="361950"/>
                </a:lnTo>
                <a:lnTo>
                  <a:pt x="647700" y="323850"/>
                </a:lnTo>
                <a:lnTo>
                  <a:pt x="638175" y="323850"/>
                </a:lnTo>
                <a:lnTo>
                  <a:pt x="628650" y="228600"/>
                </a:lnTo>
                <a:lnTo>
                  <a:pt x="619125" y="228600"/>
                </a:lnTo>
                <a:lnTo>
                  <a:pt x="619125" y="190500"/>
                </a:lnTo>
                <a:lnTo>
                  <a:pt x="609600" y="190500"/>
                </a:lnTo>
                <a:lnTo>
                  <a:pt x="609600" y="171450"/>
                </a:lnTo>
                <a:lnTo>
                  <a:pt x="590550" y="161925"/>
                </a:lnTo>
                <a:lnTo>
                  <a:pt x="590550" y="142875"/>
                </a:lnTo>
                <a:lnTo>
                  <a:pt x="581025" y="142875"/>
                </a:lnTo>
                <a:lnTo>
                  <a:pt x="571500" y="123825"/>
                </a:lnTo>
                <a:lnTo>
                  <a:pt x="523875" y="114300"/>
                </a:lnTo>
                <a:lnTo>
                  <a:pt x="523875" y="104775"/>
                </a:lnTo>
                <a:lnTo>
                  <a:pt x="485775" y="104775"/>
                </a:lnTo>
                <a:lnTo>
                  <a:pt x="485775" y="114300"/>
                </a:lnTo>
                <a:lnTo>
                  <a:pt x="438150" y="114300"/>
                </a:lnTo>
                <a:lnTo>
                  <a:pt x="438150" y="123825"/>
                </a:lnTo>
                <a:lnTo>
                  <a:pt x="400050" y="123825"/>
                </a:lnTo>
                <a:lnTo>
                  <a:pt x="400050" y="133350"/>
                </a:lnTo>
                <a:lnTo>
                  <a:pt x="352425" y="133350"/>
                </a:lnTo>
                <a:lnTo>
                  <a:pt x="352425" y="142875"/>
                </a:lnTo>
                <a:lnTo>
                  <a:pt x="304800" y="142875"/>
                </a:lnTo>
                <a:lnTo>
                  <a:pt x="304800" y="152400"/>
                </a:lnTo>
                <a:lnTo>
                  <a:pt x="266700" y="152400"/>
                </a:lnTo>
                <a:lnTo>
                  <a:pt x="266700" y="161925"/>
                </a:lnTo>
                <a:lnTo>
                  <a:pt x="180975" y="171450"/>
                </a:lnTo>
                <a:lnTo>
                  <a:pt x="180975" y="180975"/>
                </a:lnTo>
                <a:lnTo>
                  <a:pt x="152400" y="180975"/>
                </a:lnTo>
                <a:lnTo>
                  <a:pt x="152400" y="190500"/>
                </a:lnTo>
                <a:lnTo>
                  <a:pt x="133350" y="200025"/>
                </a:lnTo>
                <a:close/>
                <a:moveTo>
                  <a:pt x="514350" y="209550"/>
                </a:moveTo>
                <a:lnTo>
                  <a:pt x="561975" y="219075"/>
                </a:lnTo>
                <a:lnTo>
                  <a:pt x="561975" y="247650"/>
                </a:lnTo>
                <a:lnTo>
                  <a:pt x="571500" y="247650"/>
                </a:lnTo>
                <a:lnTo>
                  <a:pt x="571500" y="285750"/>
                </a:lnTo>
                <a:lnTo>
                  <a:pt x="581025" y="285750"/>
                </a:lnTo>
                <a:lnTo>
                  <a:pt x="581025" y="333375"/>
                </a:lnTo>
                <a:lnTo>
                  <a:pt x="590550" y="333375"/>
                </a:lnTo>
                <a:lnTo>
                  <a:pt x="590550" y="381000"/>
                </a:lnTo>
                <a:lnTo>
                  <a:pt x="600075" y="381000"/>
                </a:lnTo>
                <a:lnTo>
                  <a:pt x="600075" y="428625"/>
                </a:lnTo>
                <a:lnTo>
                  <a:pt x="609600" y="428625"/>
                </a:lnTo>
                <a:lnTo>
                  <a:pt x="609600" y="466725"/>
                </a:lnTo>
                <a:lnTo>
                  <a:pt x="619125" y="466725"/>
                </a:lnTo>
                <a:lnTo>
                  <a:pt x="619125" y="504825"/>
                </a:lnTo>
                <a:lnTo>
                  <a:pt x="628650" y="504825"/>
                </a:lnTo>
                <a:lnTo>
                  <a:pt x="628650" y="552450"/>
                </a:lnTo>
                <a:lnTo>
                  <a:pt x="638175" y="552450"/>
                </a:lnTo>
                <a:lnTo>
                  <a:pt x="638175" y="600075"/>
                </a:lnTo>
                <a:lnTo>
                  <a:pt x="647700" y="600075"/>
                </a:lnTo>
                <a:lnTo>
                  <a:pt x="657225" y="676275"/>
                </a:lnTo>
                <a:lnTo>
                  <a:pt x="647700" y="676275"/>
                </a:lnTo>
                <a:lnTo>
                  <a:pt x="638175" y="695325"/>
                </a:lnTo>
                <a:lnTo>
                  <a:pt x="619125" y="695325"/>
                </a:lnTo>
                <a:lnTo>
                  <a:pt x="619125" y="704850"/>
                </a:lnTo>
                <a:lnTo>
                  <a:pt x="571500" y="704850"/>
                </a:lnTo>
                <a:lnTo>
                  <a:pt x="571500" y="714375"/>
                </a:lnTo>
                <a:lnTo>
                  <a:pt x="533400" y="714375"/>
                </a:lnTo>
                <a:lnTo>
                  <a:pt x="533400" y="723900"/>
                </a:lnTo>
                <a:lnTo>
                  <a:pt x="485775" y="723900"/>
                </a:lnTo>
                <a:lnTo>
                  <a:pt x="485775" y="733425"/>
                </a:lnTo>
                <a:lnTo>
                  <a:pt x="438150" y="733425"/>
                </a:lnTo>
                <a:lnTo>
                  <a:pt x="438150" y="742950"/>
                </a:lnTo>
                <a:lnTo>
                  <a:pt x="400050" y="742950"/>
                </a:lnTo>
                <a:lnTo>
                  <a:pt x="400050" y="752475"/>
                </a:lnTo>
                <a:lnTo>
                  <a:pt x="361950" y="752475"/>
                </a:lnTo>
                <a:lnTo>
                  <a:pt x="361950" y="762000"/>
                </a:lnTo>
                <a:lnTo>
                  <a:pt x="314325" y="762000"/>
                </a:lnTo>
                <a:lnTo>
                  <a:pt x="314325" y="771525"/>
                </a:lnTo>
                <a:lnTo>
                  <a:pt x="295275" y="771525"/>
                </a:lnTo>
                <a:lnTo>
                  <a:pt x="266700" y="771525"/>
                </a:lnTo>
                <a:lnTo>
                  <a:pt x="266700" y="762000"/>
                </a:lnTo>
                <a:lnTo>
                  <a:pt x="247650" y="752475"/>
                </a:lnTo>
                <a:lnTo>
                  <a:pt x="247650" y="733425"/>
                </a:lnTo>
                <a:lnTo>
                  <a:pt x="238125" y="733425"/>
                </a:lnTo>
                <a:lnTo>
                  <a:pt x="228600" y="638175"/>
                </a:lnTo>
                <a:lnTo>
                  <a:pt x="219075" y="638175"/>
                </a:lnTo>
                <a:lnTo>
                  <a:pt x="219075" y="600075"/>
                </a:lnTo>
                <a:lnTo>
                  <a:pt x="209550" y="600075"/>
                </a:lnTo>
                <a:lnTo>
                  <a:pt x="209550" y="552450"/>
                </a:lnTo>
                <a:lnTo>
                  <a:pt x="200025" y="552450"/>
                </a:lnTo>
                <a:lnTo>
                  <a:pt x="200025" y="504825"/>
                </a:lnTo>
                <a:lnTo>
                  <a:pt x="190500" y="504825"/>
                </a:lnTo>
                <a:lnTo>
                  <a:pt x="190500" y="457200"/>
                </a:lnTo>
                <a:lnTo>
                  <a:pt x="180975" y="457200"/>
                </a:lnTo>
                <a:lnTo>
                  <a:pt x="180975" y="419100"/>
                </a:lnTo>
                <a:lnTo>
                  <a:pt x="171450" y="419100"/>
                </a:lnTo>
                <a:lnTo>
                  <a:pt x="171450" y="371475"/>
                </a:lnTo>
                <a:lnTo>
                  <a:pt x="161925" y="371475"/>
                </a:lnTo>
                <a:lnTo>
                  <a:pt x="161925" y="323850"/>
                </a:lnTo>
                <a:lnTo>
                  <a:pt x="152400" y="323850"/>
                </a:lnTo>
                <a:lnTo>
                  <a:pt x="152400" y="314325"/>
                </a:lnTo>
                <a:lnTo>
                  <a:pt x="161925" y="314325"/>
                </a:lnTo>
                <a:lnTo>
                  <a:pt x="161925" y="295275"/>
                </a:lnTo>
                <a:lnTo>
                  <a:pt x="190500" y="285750"/>
                </a:lnTo>
                <a:lnTo>
                  <a:pt x="190500" y="276225"/>
                </a:lnTo>
                <a:lnTo>
                  <a:pt x="238125" y="276225"/>
                </a:lnTo>
                <a:lnTo>
                  <a:pt x="238125" y="266700"/>
                </a:lnTo>
                <a:lnTo>
                  <a:pt x="333375" y="257175"/>
                </a:lnTo>
                <a:lnTo>
                  <a:pt x="333375" y="247650"/>
                </a:lnTo>
                <a:lnTo>
                  <a:pt x="419100" y="238125"/>
                </a:lnTo>
                <a:lnTo>
                  <a:pt x="419100" y="228600"/>
                </a:lnTo>
                <a:lnTo>
                  <a:pt x="466725" y="228600"/>
                </a:lnTo>
                <a:lnTo>
                  <a:pt x="466725" y="219075"/>
                </a:lnTo>
                <a:lnTo>
                  <a:pt x="504825" y="219075"/>
                </a:lnTo>
                <a:lnTo>
                  <a:pt x="504825" y="209550"/>
                </a:lnTo>
                <a:lnTo>
                  <a:pt x="514350" y="209550"/>
                </a:lnTo>
                <a:close/>
                <a:moveTo>
                  <a:pt x="1219200" y="1219200"/>
                </a:moveTo>
                <a:lnTo>
                  <a:pt x="1219200" y="1276350"/>
                </a:lnTo>
                <a:lnTo>
                  <a:pt x="1228725" y="1276350"/>
                </a:lnTo>
                <a:lnTo>
                  <a:pt x="1257300" y="1314450"/>
                </a:lnTo>
                <a:lnTo>
                  <a:pt x="1304925" y="1314450"/>
                </a:lnTo>
                <a:lnTo>
                  <a:pt x="1304925" y="1304925"/>
                </a:lnTo>
                <a:lnTo>
                  <a:pt x="1323975" y="1304925"/>
                </a:lnTo>
                <a:lnTo>
                  <a:pt x="1333500" y="1276350"/>
                </a:lnTo>
                <a:lnTo>
                  <a:pt x="1343025" y="1276350"/>
                </a:lnTo>
                <a:lnTo>
                  <a:pt x="1343025" y="876300"/>
                </a:lnTo>
                <a:lnTo>
                  <a:pt x="1352550" y="800100"/>
                </a:lnTo>
                <a:lnTo>
                  <a:pt x="1209675" y="800100"/>
                </a:lnTo>
                <a:lnTo>
                  <a:pt x="1209675" y="838200"/>
                </a:lnTo>
                <a:lnTo>
                  <a:pt x="1219200" y="838200"/>
                </a:lnTo>
                <a:lnTo>
                  <a:pt x="1219200" y="1219200"/>
                </a:lnTo>
                <a:close/>
                <a:moveTo>
                  <a:pt x="542925" y="990600"/>
                </a:moveTo>
                <a:lnTo>
                  <a:pt x="542925" y="1000125"/>
                </a:lnTo>
                <a:lnTo>
                  <a:pt x="523875" y="1000125"/>
                </a:lnTo>
                <a:lnTo>
                  <a:pt x="523875" y="1009650"/>
                </a:lnTo>
                <a:lnTo>
                  <a:pt x="466725" y="1009650"/>
                </a:lnTo>
                <a:lnTo>
                  <a:pt x="466725" y="1000125"/>
                </a:lnTo>
                <a:lnTo>
                  <a:pt x="447675" y="1000125"/>
                </a:lnTo>
                <a:lnTo>
                  <a:pt x="447675" y="990600"/>
                </a:lnTo>
                <a:lnTo>
                  <a:pt x="428625" y="981075"/>
                </a:lnTo>
                <a:lnTo>
                  <a:pt x="409575" y="914400"/>
                </a:lnTo>
                <a:lnTo>
                  <a:pt x="419100" y="914400"/>
                </a:lnTo>
                <a:lnTo>
                  <a:pt x="419100" y="885825"/>
                </a:lnTo>
                <a:lnTo>
                  <a:pt x="428625" y="885825"/>
                </a:lnTo>
                <a:lnTo>
                  <a:pt x="447675" y="857250"/>
                </a:lnTo>
                <a:lnTo>
                  <a:pt x="504825" y="838200"/>
                </a:lnTo>
                <a:lnTo>
                  <a:pt x="504825" y="847725"/>
                </a:lnTo>
                <a:lnTo>
                  <a:pt x="533400" y="847725"/>
                </a:lnTo>
                <a:lnTo>
                  <a:pt x="533400" y="857250"/>
                </a:lnTo>
                <a:lnTo>
                  <a:pt x="552450" y="857250"/>
                </a:lnTo>
                <a:lnTo>
                  <a:pt x="552450" y="866775"/>
                </a:lnTo>
                <a:lnTo>
                  <a:pt x="571500" y="876300"/>
                </a:lnTo>
                <a:lnTo>
                  <a:pt x="581025" y="952500"/>
                </a:lnTo>
                <a:lnTo>
                  <a:pt x="571500" y="952500"/>
                </a:lnTo>
                <a:lnTo>
                  <a:pt x="571500" y="971550"/>
                </a:lnTo>
                <a:lnTo>
                  <a:pt x="542925" y="990600"/>
                </a:lnTo>
                <a:close/>
                <a:moveTo>
                  <a:pt x="504825" y="676275"/>
                </a:moveTo>
                <a:lnTo>
                  <a:pt x="514350" y="676275"/>
                </a:lnTo>
                <a:lnTo>
                  <a:pt x="514350" y="666750"/>
                </a:lnTo>
                <a:lnTo>
                  <a:pt x="600075" y="657225"/>
                </a:lnTo>
                <a:lnTo>
                  <a:pt x="600075" y="609600"/>
                </a:lnTo>
                <a:lnTo>
                  <a:pt x="590550" y="609600"/>
                </a:lnTo>
                <a:lnTo>
                  <a:pt x="590550" y="571500"/>
                </a:lnTo>
                <a:lnTo>
                  <a:pt x="581025" y="571500"/>
                </a:lnTo>
                <a:lnTo>
                  <a:pt x="581025" y="523875"/>
                </a:lnTo>
                <a:lnTo>
                  <a:pt x="571500" y="523875"/>
                </a:lnTo>
                <a:lnTo>
                  <a:pt x="571500" y="476250"/>
                </a:lnTo>
                <a:lnTo>
                  <a:pt x="561975" y="476250"/>
                </a:lnTo>
                <a:lnTo>
                  <a:pt x="561975" y="438150"/>
                </a:lnTo>
                <a:lnTo>
                  <a:pt x="552450" y="438150"/>
                </a:lnTo>
                <a:lnTo>
                  <a:pt x="552450" y="400050"/>
                </a:lnTo>
                <a:lnTo>
                  <a:pt x="542925" y="400050"/>
                </a:lnTo>
                <a:lnTo>
                  <a:pt x="542925" y="352425"/>
                </a:lnTo>
                <a:lnTo>
                  <a:pt x="533400" y="352425"/>
                </a:lnTo>
                <a:lnTo>
                  <a:pt x="523875" y="266700"/>
                </a:lnTo>
                <a:lnTo>
                  <a:pt x="466725" y="266700"/>
                </a:lnTo>
                <a:lnTo>
                  <a:pt x="466725" y="276225"/>
                </a:lnTo>
                <a:lnTo>
                  <a:pt x="428625" y="276225"/>
                </a:lnTo>
                <a:lnTo>
                  <a:pt x="428625" y="285750"/>
                </a:lnTo>
                <a:lnTo>
                  <a:pt x="381000" y="285750"/>
                </a:lnTo>
                <a:lnTo>
                  <a:pt x="381000" y="295275"/>
                </a:lnTo>
                <a:lnTo>
                  <a:pt x="304800" y="304800"/>
                </a:lnTo>
                <a:lnTo>
                  <a:pt x="295275" y="304800"/>
                </a:lnTo>
                <a:lnTo>
                  <a:pt x="295275" y="314325"/>
                </a:lnTo>
                <a:lnTo>
                  <a:pt x="209550" y="323850"/>
                </a:lnTo>
                <a:lnTo>
                  <a:pt x="219075" y="390525"/>
                </a:lnTo>
                <a:lnTo>
                  <a:pt x="228600" y="390525"/>
                </a:lnTo>
                <a:lnTo>
                  <a:pt x="228600" y="438150"/>
                </a:lnTo>
                <a:lnTo>
                  <a:pt x="238125" y="438150"/>
                </a:lnTo>
                <a:lnTo>
                  <a:pt x="238125" y="485775"/>
                </a:lnTo>
                <a:lnTo>
                  <a:pt x="247650" y="485775"/>
                </a:lnTo>
                <a:lnTo>
                  <a:pt x="247650" y="533400"/>
                </a:lnTo>
                <a:lnTo>
                  <a:pt x="257175" y="533400"/>
                </a:lnTo>
                <a:lnTo>
                  <a:pt x="257175" y="581025"/>
                </a:lnTo>
                <a:lnTo>
                  <a:pt x="266700" y="581025"/>
                </a:lnTo>
                <a:lnTo>
                  <a:pt x="276225" y="666750"/>
                </a:lnTo>
                <a:lnTo>
                  <a:pt x="285750" y="666750"/>
                </a:lnTo>
                <a:lnTo>
                  <a:pt x="285750" y="714375"/>
                </a:lnTo>
                <a:lnTo>
                  <a:pt x="342900" y="714375"/>
                </a:lnTo>
                <a:lnTo>
                  <a:pt x="342900" y="704850"/>
                </a:lnTo>
                <a:lnTo>
                  <a:pt x="390525" y="704850"/>
                </a:lnTo>
                <a:lnTo>
                  <a:pt x="390525" y="695325"/>
                </a:lnTo>
                <a:lnTo>
                  <a:pt x="428625" y="695325"/>
                </a:lnTo>
                <a:lnTo>
                  <a:pt x="428625" y="685800"/>
                </a:lnTo>
                <a:lnTo>
                  <a:pt x="504825" y="676275"/>
                </a:lnTo>
                <a:close/>
                <a:moveTo>
                  <a:pt x="495300" y="962025"/>
                </a:moveTo>
                <a:lnTo>
                  <a:pt x="514350" y="962025"/>
                </a:lnTo>
                <a:lnTo>
                  <a:pt x="514350" y="952500"/>
                </a:lnTo>
                <a:lnTo>
                  <a:pt x="533400" y="942975"/>
                </a:lnTo>
                <a:lnTo>
                  <a:pt x="533400" y="904875"/>
                </a:lnTo>
                <a:lnTo>
                  <a:pt x="495300" y="885825"/>
                </a:lnTo>
                <a:lnTo>
                  <a:pt x="466725" y="895350"/>
                </a:lnTo>
                <a:lnTo>
                  <a:pt x="466725" y="914400"/>
                </a:lnTo>
                <a:lnTo>
                  <a:pt x="457200" y="914400"/>
                </a:lnTo>
                <a:lnTo>
                  <a:pt x="457200" y="942975"/>
                </a:lnTo>
                <a:lnTo>
                  <a:pt x="466725" y="942975"/>
                </a:lnTo>
                <a:lnTo>
                  <a:pt x="476250" y="962025"/>
                </a:lnTo>
                <a:lnTo>
                  <a:pt x="495300" y="962025"/>
                </a:lnTo>
                <a:close/>
              </a:path>
            </a:pathLst>
          </a:custGeom>
          <a:solidFill xmlns:a="http://schemas.openxmlformats.org/drawingml/2006/main">
            <a:srgbClr val="102536"/>
          </a:solidFill>
          <a:ln xmlns:a="http://schemas.openxmlformats.org/drawingml/2006/main" w="0">
            <a:noFill/>
          </a:ln>
        </p:spPr>
      </p:sp>
      <p:sp>
        <p:nvSpPr>
          <p:cNvPr id="5" name="sensor">
            <a:extLst xmlns:a="http://schemas.openxmlformats.org/drawingml/2006/main">
              <a:ext uri="{FF2B5EF4-FFF2-40B4-BE49-F238E27FC236}">
                <a16:creationId xmlns:a16="http://schemas.microsoft.com/office/drawing/2014/main" id="{AEE55A5F-5763-42CF-81C4-9A58B956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990600"/>
            <a:ext cx="1476375" cy="1485900"/>
          </a:xfrm>
          <a:custGeom xmlns:a="http://schemas.openxmlformats.org/drawingml/2006/main">
            <a:pathLst>
              <a:path w="1476375" h="1485900">
                <a:moveTo>
                  <a:pt x="885825" y="647700"/>
                </a:moveTo>
                <a:lnTo>
                  <a:pt x="876300" y="647700"/>
                </a:lnTo>
                <a:lnTo>
                  <a:pt x="876300" y="561975"/>
                </a:lnTo>
                <a:lnTo>
                  <a:pt x="885825" y="561975"/>
                </a:lnTo>
                <a:lnTo>
                  <a:pt x="885825" y="533400"/>
                </a:lnTo>
                <a:lnTo>
                  <a:pt x="895350" y="533400"/>
                </a:lnTo>
                <a:lnTo>
                  <a:pt x="895350" y="514350"/>
                </a:lnTo>
                <a:lnTo>
                  <a:pt x="914400" y="504825"/>
                </a:lnTo>
                <a:lnTo>
                  <a:pt x="923925" y="466725"/>
                </a:lnTo>
                <a:lnTo>
                  <a:pt x="942975" y="457200"/>
                </a:lnTo>
                <a:lnTo>
                  <a:pt x="942975" y="438150"/>
                </a:lnTo>
                <a:lnTo>
                  <a:pt x="952500" y="438150"/>
                </a:lnTo>
                <a:lnTo>
                  <a:pt x="952500" y="419100"/>
                </a:lnTo>
                <a:lnTo>
                  <a:pt x="971550" y="409575"/>
                </a:lnTo>
                <a:lnTo>
                  <a:pt x="981075" y="381000"/>
                </a:lnTo>
                <a:lnTo>
                  <a:pt x="1000125" y="381000"/>
                </a:lnTo>
                <a:lnTo>
                  <a:pt x="1000125" y="400050"/>
                </a:lnTo>
                <a:lnTo>
                  <a:pt x="1009650" y="400050"/>
                </a:lnTo>
                <a:lnTo>
                  <a:pt x="1009650" y="419100"/>
                </a:lnTo>
                <a:lnTo>
                  <a:pt x="1028700" y="428625"/>
                </a:lnTo>
                <a:lnTo>
                  <a:pt x="1028700" y="447675"/>
                </a:lnTo>
                <a:lnTo>
                  <a:pt x="1038225" y="447675"/>
                </a:lnTo>
                <a:lnTo>
                  <a:pt x="1038225" y="466725"/>
                </a:lnTo>
                <a:lnTo>
                  <a:pt x="1057275" y="476250"/>
                </a:lnTo>
                <a:lnTo>
                  <a:pt x="1057275" y="495300"/>
                </a:lnTo>
                <a:lnTo>
                  <a:pt x="1066800" y="495300"/>
                </a:lnTo>
                <a:lnTo>
                  <a:pt x="1066800" y="514350"/>
                </a:lnTo>
                <a:lnTo>
                  <a:pt x="1076325" y="514350"/>
                </a:lnTo>
                <a:lnTo>
                  <a:pt x="1076325" y="533400"/>
                </a:lnTo>
                <a:lnTo>
                  <a:pt x="1085850" y="533400"/>
                </a:lnTo>
                <a:lnTo>
                  <a:pt x="1085850" y="552450"/>
                </a:lnTo>
                <a:lnTo>
                  <a:pt x="1095375" y="552450"/>
                </a:lnTo>
                <a:lnTo>
                  <a:pt x="1095375" y="581025"/>
                </a:lnTo>
                <a:lnTo>
                  <a:pt x="1104900" y="581025"/>
                </a:lnTo>
                <a:lnTo>
                  <a:pt x="1104900" y="628650"/>
                </a:lnTo>
                <a:lnTo>
                  <a:pt x="1095375" y="628650"/>
                </a:lnTo>
                <a:lnTo>
                  <a:pt x="1095375" y="657225"/>
                </a:lnTo>
                <a:lnTo>
                  <a:pt x="1076325" y="666750"/>
                </a:lnTo>
                <a:lnTo>
                  <a:pt x="1066800" y="695325"/>
                </a:lnTo>
                <a:lnTo>
                  <a:pt x="1047750" y="695325"/>
                </a:lnTo>
                <a:lnTo>
                  <a:pt x="1038225" y="714375"/>
                </a:lnTo>
                <a:lnTo>
                  <a:pt x="990600" y="714375"/>
                </a:lnTo>
                <a:lnTo>
                  <a:pt x="990600" y="723900"/>
                </a:lnTo>
                <a:lnTo>
                  <a:pt x="981075" y="723900"/>
                </a:lnTo>
                <a:lnTo>
                  <a:pt x="981075" y="714375"/>
                </a:lnTo>
                <a:lnTo>
                  <a:pt x="942975" y="714375"/>
                </a:lnTo>
                <a:lnTo>
                  <a:pt x="942975" y="704850"/>
                </a:lnTo>
                <a:lnTo>
                  <a:pt x="923925" y="704850"/>
                </a:lnTo>
                <a:lnTo>
                  <a:pt x="923925" y="695325"/>
                </a:lnTo>
                <a:lnTo>
                  <a:pt x="885825" y="666750"/>
                </a:lnTo>
                <a:lnTo>
                  <a:pt x="885825" y="647700"/>
                </a:lnTo>
                <a:close/>
                <a:moveTo>
                  <a:pt x="1333500" y="1057275"/>
                </a:moveTo>
                <a:lnTo>
                  <a:pt x="1333500" y="1266825"/>
                </a:lnTo>
                <a:lnTo>
                  <a:pt x="1323975" y="1266825"/>
                </a:lnTo>
                <a:lnTo>
                  <a:pt x="1323975" y="1285875"/>
                </a:lnTo>
                <a:lnTo>
                  <a:pt x="1314450" y="1285875"/>
                </a:lnTo>
                <a:lnTo>
                  <a:pt x="1314450" y="1295400"/>
                </a:lnTo>
                <a:lnTo>
                  <a:pt x="1257300" y="1295400"/>
                </a:lnTo>
                <a:lnTo>
                  <a:pt x="1257300" y="1285875"/>
                </a:lnTo>
                <a:lnTo>
                  <a:pt x="1238250" y="1276350"/>
                </a:lnTo>
                <a:lnTo>
                  <a:pt x="1238250" y="1238250"/>
                </a:lnTo>
                <a:lnTo>
                  <a:pt x="1238250" y="1000125"/>
                </a:lnTo>
                <a:lnTo>
                  <a:pt x="1333500" y="1000125"/>
                </a:lnTo>
                <a:lnTo>
                  <a:pt x="1333500" y="1057275"/>
                </a:lnTo>
                <a:close/>
              </a:path>
            </a:pathLst>
          </a:custGeom>
          <a:solidFill xmlns:a="http://schemas.openxmlformats.org/drawingml/2006/main">
            <a:srgbClr val="E8363C"/>
          </a:solidFill>
          <a:ln xmlns:a="http://schemas.openxmlformats.org/drawingml/2006/main" w="0">
            <a:noFill/>
          </a:ln>
        </p:spPr>
      </p:sp>
      <p:sp>
        <p:nvSpPr>
          <p:cNvPr id="6" name="computer">
            <a:extLst xmlns:a="http://schemas.openxmlformats.org/drawingml/2006/main">
              <a:ext uri="{FF2B5EF4-FFF2-40B4-BE49-F238E27FC236}">
                <a16:creationId xmlns:a16="http://schemas.microsoft.com/office/drawing/2014/main" id="{8DA8EDC9-0DB6-4A4A-871A-D46C483C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295400"/>
            <a:ext cx="2047875" cy="1390650"/>
          </a:xfrm>
          <a:custGeom xmlns:a="http://schemas.openxmlformats.org/drawingml/2006/main">
            <a:pathLst>
              <a:path w="2047875" h="1390650">
                <a:moveTo>
                  <a:pt x="647700" y="95250"/>
                </a:moveTo>
                <a:lnTo>
                  <a:pt x="276225" y="95250"/>
                </a:lnTo>
                <a:lnTo>
                  <a:pt x="276225" y="104775"/>
                </a:lnTo>
                <a:lnTo>
                  <a:pt x="257175" y="104775"/>
                </a:lnTo>
                <a:lnTo>
                  <a:pt x="247650" y="133350"/>
                </a:lnTo>
                <a:lnTo>
                  <a:pt x="238125" y="133350"/>
                </a:lnTo>
                <a:lnTo>
                  <a:pt x="238125" y="1133475"/>
                </a:lnTo>
                <a:lnTo>
                  <a:pt x="257175" y="1133475"/>
                </a:lnTo>
                <a:lnTo>
                  <a:pt x="257175" y="1143000"/>
                </a:lnTo>
                <a:lnTo>
                  <a:pt x="1419225" y="1143000"/>
                </a:lnTo>
                <a:lnTo>
                  <a:pt x="1809750" y="1143000"/>
                </a:lnTo>
                <a:lnTo>
                  <a:pt x="1819275" y="1114425"/>
                </a:lnTo>
                <a:lnTo>
                  <a:pt x="1828800" y="1114425"/>
                </a:lnTo>
                <a:lnTo>
                  <a:pt x="1828800" y="1095375"/>
                </a:lnTo>
                <a:lnTo>
                  <a:pt x="1819275" y="1095375"/>
                </a:lnTo>
                <a:lnTo>
                  <a:pt x="1819275" y="133350"/>
                </a:lnTo>
                <a:lnTo>
                  <a:pt x="1809750" y="133350"/>
                </a:lnTo>
                <a:lnTo>
                  <a:pt x="1809750" y="114300"/>
                </a:lnTo>
                <a:lnTo>
                  <a:pt x="1781175" y="104775"/>
                </a:lnTo>
                <a:lnTo>
                  <a:pt x="1781175" y="95250"/>
                </a:lnTo>
                <a:lnTo>
                  <a:pt x="647700" y="95250"/>
                </a:lnTo>
                <a:close/>
                <a:moveTo>
                  <a:pt x="1209675" y="571500"/>
                </a:moveTo>
                <a:lnTo>
                  <a:pt x="1304925" y="571500"/>
                </a:lnTo>
                <a:lnTo>
                  <a:pt x="1304925" y="581025"/>
                </a:lnTo>
                <a:lnTo>
                  <a:pt x="1485900" y="581025"/>
                </a:lnTo>
                <a:lnTo>
                  <a:pt x="1485900" y="571500"/>
                </a:lnTo>
                <a:lnTo>
                  <a:pt x="1581150" y="571500"/>
                </a:lnTo>
                <a:lnTo>
                  <a:pt x="1581150" y="581025"/>
                </a:lnTo>
                <a:lnTo>
                  <a:pt x="1600200" y="581025"/>
                </a:lnTo>
                <a:lnTo>
                  <a:pt x="1600200" y="609600"/>
                </a:lnTo>
                <a:lnTo>
                  <a:pt x="1590675" y="609600"/>
                </a:lnTo>
                <a:lnTo>
                  <a:pt x="1590675" y="619125"/>
                </a:lnTo>
                <a:lnTo>
                  <a:pt x="1533525" y="619125"/>
                </a:lnTo>
                <a:lnTo>
                  <a:pt x="1323975" y="619125"/>
                </a:lnTo>
                <a:lnTo>
                  <a:pt x="1323975" y="609600"/>
                </a:lnTo>
                <a:lnTo>
                  <a:pt x="1285875" y="609600"/>
                </a:lnTo>
                <a:lnTo>
                  <a:pt x="1285875" y="619125"/>
                </a:lnTo>
                <a:lnTo>
                  <a:pt x="1152525" y="619125"/>
                </a:lnTo>
                <a:lnTo>
                  <a:pt x="1152525" y="609600"/>
                </a:lnTo>
                <a:lnTo>
                  <a:pt x="1143000" y="609600"/>
                </a:lnTo>
                <a:lnTo>
                  <a:pt x="1143000" y="581025"/>
                </a:lnTo>
                <a:lnTo>
                  <a:pt x="1152525" y="581025"/>
                </a:lnTo>
                <a:lnTo>
                  <a:pt x="1152525" y="571500"/>
                </a:lnTo>
                <a:lnTo>
                  <a:pt x="1209675" y="571500"/>
                </a:lnTo>
                <a:close/>
                <a:moveTo>
                  <a:pt x="895350" y="1066800"/>
                </a:moveTo>
                <a:lnTo>
                  <a:pt x="1743075" y="1066800"/>
                </a:lnTo>
                <a:lnTo>
                  <a:pt x="1743075" y="171450"/>
                </a:lnTo>
                <a:lnTo>
                  <a:pt x="1162050" y="171450"/>
                </a:lnTo>
                <a:lnTo>
                  <a:pt x="314325" y="171450"/>
                </a:lnTo>
                <a:lnTo>
                  <a:pt x="314325" y="1066800"/>
                </a:lnTo>
                <a:lnTo>
                  <a:pt x="895350" y="1066800"/>
                </a:lnTo>
                <a:close/>
                <a:moveTo>
                  <a:pt x="1085850" y="1200150"/>
                </a:moveTo>
                <a:lnTo>
                  <a:pt x="876300" y="1200150"/>
                </a:lnTo>
                <a:lnTo>
                  <a:pt x="876300" y="1209675"/>
                </a:lnTo>
                <a:lnTo>
                  <a:pt x="971550" y="1209675"/>
                </a:lnTo>
                <a:lnTo>
                  <a:pt x="1181100" y="1209675"/>
                </a:lnTo>
                <a:lnTo>
                  <a:pt x="1181100" y="1200150"/>
                </a:lnTo>
                <a:lnTo>
                  <a:pt x="1085850" y="1200150"/>
                </a:lnTo>
                <a:close/>
                <a:moveTo>
                  <a:pt x="1838325" y="1200150"/>
                </a:moveTo>
                <a:lnTo>
                  <a:pt x="1228725" y="1200150"/>
                </a:lnTo>
                <a:lnTo>
                  <a:pt x="1219200" y="1228725"/>
                </a:lnTo>
                <a:lnTo>
                  <a:pt x="1190625" y="1238250"/>
                </a:lnTo>
                <a:lnTo>
                  <a:pt x="1190625" y="1247775"/>
                </a:lnTo>
                <a:lnTo>
                  <a:pt x="866775" y="1247775"/>
                </a:lnTo>
                <a:lnTo>
                  <a:pt x="866775" y="1238250"/>
                </a:lnTo>
                <a:lnTo>
                  <a:pt x="847725" y="1238250"/>
                </a:lnTo>
                <a:lnTo>
                  <a:pt x="847725" y="1228725"/>
                </a:lnTo>
                <a:lnTo>
                  <a:pt x="828675" y="1219200"/>
                </a:lnTo>
                <a:lnTo>
                  <a:pt x="828675" y="1200150"/>
                </a:lnTo>
                <a:lnTo>
                  <a:pt x="76200" y="1200150"/>
                </a:lnTo>
                <a:lnTo>
                  <a:pt x="76200" y="1247775"/>
                </a:lnTo>
                <a:lnTo>
                  <a:pt x="85725" y="1247775"/>
                </a:lnTo>
                <a:lnTo>
                  <a:pt x="85725" y="1266825"/>
                </a:lnTo>
                <a:lnTo>
                  <a:pt x="95250" y="1266825"/>
                </a:lnTo>
                <a:lnTo>
                  <a:pt x="114300" y="1295400"/>
                </a:lnTo>
                <a:lnTo>
                  <a:pt x="133350" y="1295400"/>
                </a:lnTo>
                <a:lnTo>
                  <a:pt x="133350" y="1304925"/>
                </a:lnTo>
                <a:lnTo>
                  <a:pt x="171450" y="1304925"/>
                </a:lnTo>
                <a:lnTo>
                  <a:pt x="1924050" y="1304925"/>
                </a:lnTo>
                <a:lnTo>
                  <a:pt x="1924050" y="1295400"/>
                </a:lnTo>
                <a:lnTo>
                  <a:pt x="1943100" y="1295400"/>
                </a:lnTo>
                <a:lnTo>
                  <a:pt x="1943100" y="1285875"/>
                </a:lnTo>
                <a:lnTo>
                  <a:pt x="1971675" y="1266825"/>
                </a:lnTo>
                <a:lnTo>
                  <a:pt x="1971675" y="1247775"/>
                </a:lnTo>
                <a:lnTo>
                  <a:pt x="1981200" y="1247775"/>
                </a:lnTo>
                <a:lnTo>
                  <a:pt x="1981200" y="1200150"/>
                </a:lnTo>
                <a:lnTo>
                  <a:pt x="1838325" y="1200150"/>
                </a:lnTo>
                <a:close/>
                <a:moveTo>
                  <a:pt x="190500" y="533400"/>
                </a:moveTo>
                <a:lnTo>
                  <a:pt x="190500" y="133350"/>
                </a:lnTo>
                <a:lnTo>
                  <a:pt x="200025" y="133350"/>
                </a:lnTo>
                <a:lnTo>
                  <a:pt x="200025" y="104775"/>
                </a:lnTo>
                <a:lnTo>
                  <a:pt x="209550" y="104775"/>
                </a:lnTo>
                <a:lnTo>
                  <a:pt x="238125" y="66675"/>
                </a:lnTo>
                <a:lnTo>
                  <a:pt x="257175" y="66675"/>
                </a:lnTo>
                <a:lnTo>
                  <a:pt x="257175" y="57150"/>
                </a:lnTo>
                <a:lnTo>
                  <a:pt x="276225" y="57150"/>
                </a:lnTo>
                <a:lnTo>
                  <a:pt x="276225" y="47625"/>
                </a:lnTo>
                <a:lnTo>
                  <a:pt x="1781175" y="47625"/>
                </a:lnTo>
                <a:lnTo>
                  <a:pt x="1781175" y="57150"/>
                </a:lnTo>
                <a:lnTo>
                  <a:pt x="1809750" y="57150"/>
                </a:lnTo>
                <a:lnTo>
                  <a:pt x="1809750" y="66675"/>
                </a:lnTo>
                <a:lnTo>
                  <a:pt x="1857375" y="104775"/>
                </a:lnTo>
                <a:lnTo>
                  <a:pt x="1857375" y="133350"/>
                </a:lnTo>
                <a:lnTo>
                  <a:pt x="1866900" y="133350"/>
                </a:lnTo>
                <a:lnTo>
                  <a:pt x="1866900" y="1162050"/>
                </a:lnTo>
                <a:lnTo>
                  <a:pt x="1895475" y="1162050"/>
                </a:lnTo>
                <a:lnTo>
                  <a:pt x="2019300" y="1162050"/>
                </a:lnTo>
                <a:lnTo>
                  <a:pt x="2019300" y="1171575"/>
                </a:lnTo>
                <a:lnTo>
                  <a:pt x="2028825" y="1171575"/>
                </a:lnTo>
                <a:lnTo>
                  <a:pt x="2028825" y="1238250"/>
                </a:lnTo>
                <a:lnTo>
                  <a:pt x="2019300" y="1238250"/>
                </a:lnTo>
                <a:lnTo>
                  <a:pt x="2019300" y="1266825"/>
                </a:lnTo>
                <a:lnTo>
                  <a:pt x="2009775" y="1266825"/>
                </a:lnTo>
                <a:lnTo>
                  <a:pt x="2000250" y="1304925"/>
                </a:lnTo>
                <a:lnTo>
                  <a:pt x="1990725" y="1304925"/>
                </a:lnTo>
                <a:lnTo>
                  <a:pt x="1981200" y="1323975"/>
                </a:lnTo>
                <a:lnTo>
                  <a:pt x="1962150" y="1323975"/>
                </a:lnTo>
                <a:lnTo>
                  <a:pt x="1952625" y="1343025"/>
                </a:lnTo>
                <a:lnTo>
                  <a:pt x="1933575" y="1343025"/>
                </a:lnTo>
                <a:lnTo>
                  <a:pt x="1933575" y="1352550"/>
                </a:lnTo>
                <a:lnTo>
                  <a:pt x="123825" y="1352550"/>
                </a:lnTo>
                <a:lnTo>
                  <a:pt x="123825" y="1343025"/>
                </a:lnTo>
                <a:lnTo>
                  <a:pt x="85725" y="1333500"/>
                </a:lnTo>
                <a:lnTo>
                  <a:pt x="85725" y="1323975"/>
                </a:lnTo>
                <a:lnTo>
                  <a:pt x="57150" y="1304925"/>
                </a:lnTo>
                <a:lnTo>
                  <a:pt x="57150" y="1285875"/>
                </a:lnTo>
                <a:lnTo>
                  <a:pt x="38100" y="1276350"/>
                </a:lnTo>
                <a:lnTo>
                  <a:pt x="38100" y="1247775"/>
                </a:lnTo>
                <a:lnTo>
                  <a:pt x="28575" y="1247775"/>
                </a:lnTo>
                <a:lnTo>
                  <a:pt x="28575" y="1171575"/>
                </a:lnTo>
                <a:lnTo>
                  <a:pt x="38100" y="1171575"/>
                </a:lnTo>
                <a:lnTo>
                  <a:pt x="38100" y="1162050"/>
                </a:lnTo>
                <a:lnTo>
                  <a:pt x="190500" y="1162050"/>
                </a:lnTo>
                <a:lnTo>
                  <a:pt x="190500" y="533400"/>
                </a:lnTo>
                <a:close/>
                <a:moveTo>
                  <a:pt x="447675" y="123825"/>
                </a:moveTo>
                <a:lnTo>
                  <a:pt x="1762125" y="123825"/>
                </a:lnTo>
                <a:lnTo>
                  <a:pt x="1762125" y="133350"/>
                </a:lnTo>
                <a:lnTo>
                  <a:pt x="1790700" y="152400"/>
                </a:lnTo>
                <a:lnTo>
                  <a:pt x="1790700" y="1095375"/>
                </a:lnTo>
                <a:lnTo>
                  <a:pt x="1781175" y="1095375"/>
                </a:lnTo>
                <a:lnTo>
                  <a:pt x="1771650" y="1114425"/>
                </a:lnTo>
                <a:lnTo>
                  <a:pt x="1609725" y="1114425"/>
                </a:lnTo>
                <a:lnTo>
                  <a:pt x="285750" y="1114425"/>
                </a:lnTo>
                <a:lnTo>
                  <a:pt x="285750" y="1104900"/>
                </a:lnTo>
                <a:lnTo>
                  <a:pt x="266700" y="1095375"/>
                </a:lnTo>
                <a:lnTo>
                  <a:pt x="266700" y="152400"/>
                </a:lnTo>
                <a:lnTo>
                  <a:pt x="276225" y="152400"/>
                </a:lnTo>
                <a:lnTo>
                  <a:pt x="295275" y="123825"/>
                </a:lnTo>
                <a:lnTo>
                  <a:pt x="447675" y="123825"/>
                </a:lnTo>
                <a:close/>
                <a:moveTo>
                  <a:pt x="723900" y="838200"/>
                </a:moveTo>
                <a:lnTo>
                  <a:pt x="723900" y="857250"/>
                </a:lnTo>
                <a:lnTo>
                  <a:pt x="981075" y="857250"/>
                </a:lnTo>
                <a:lnTo>
                  <a:pt x="971550" y="809625"/>
                </a:lnTo>
                <a:lnTo>
                  <a:pt x="962025" y="781050"/>
                </a:lnTo>
                <a:lnTo>
                  <a:pt x="733425" y="781050"/>
                </a:lnTo>
                <a:lnTo>
                  <a:pt x="723900" y="838200"/>
                </a:lnTo>
                <a:close/>
                <a:moveTo>
                  <a:pt x="895350" y="438150"/>
                </a:moveTo>
                <a:lnTo>
                  <a:pt x="962025" y="438150"/>
                </a:lnTo>
                <a:lnTo>
                  <a:pt x="971550" y="390525"/>
                </a:lnTo>
                <a:lnTo>
                  <a:pt x="981075" y="390525"/>
                </a:lnTo>
                <a:lnTo>
                  <a:pt x="981075" y="361950"/>
                </a:lnTo>
                <a:lnTo>
                  <a:pt x="809625" y="361950"/>
                </a:lnTo>
                <a:lnTo>
                  <a:pt x="723900" y="361950"/>
                </a:lnTo>
                <a:lnTo>
                  <a:pt x="733425" y="438150"/>
                </a:lnTo>
                <a:lnTo>
                  <a:pt x="895350" y="438150"/>
                </a:lnTo>
                <a:close/>
                <a:moveTo>
                  <a:pt x="1181100" y="438150"/>
                </a:moveTo>
                <a:lnTo>
                  <a:pt x="1590675" y="438150"/>
                </a:lnTo>
                <a:lnTo>
                  <a:pt x="1590675" y="447675"/>
                </a:lnTo>
                <a:lnTo>
                  <a:pt x="1600200" y="447675"/>
                </a:lnTo>
                <a:lnTo>
                  <a:pt x="1600200" y="476250"/>
                </a:lnTo>
                <a:lnTo>
                  <a:pt x="1562100" y="476250"/>
                </a:lnTo>
                <a:lnTo>
                  <a:pt x="1143000" y="476250"/>
                </a:lnTo>
                <a:lnTo>
                  <a:pt x="1143000" y="438150"/>
                </a:lnTo>
                <a:lnTo>
                  <a:pt x="1181100" y="438150"/>
                </a:lnTo>
                <a:close/>
                <a:moveTo>
                  <a:pt x="1428750" y="714375"/>
                </a:moveTo>
                <a:lnTo>
                  <a:pt x="1504950" y="714375"/>
                </a:lnTo>
                <a:lnTo>
                  <a:pt x="1504950" y="723900"/>
                </a:lnTo>
                <a:lnTo>
                  <a:pt x="1514475" y="723900"/>
                </a:lnTo>
                <a:lnTo>
                  <a:pt x="1514475" y="752475"/>
                </a:lnTo>
                <a:lnTo>
                  <a:pt x="1228725" y="752475"/>
                </a:lnTo>
                <a:lnTo>
                  <a:pt x="1143000" y="752475"/>
                </a:lnTo>
                <a:lnTo>
                  <a:pt x="1143000" y="723900"/>
                </a:lnTo>
                <a:lnTo>
                  <a:pt x="1152525" y="723900"/>
                </a:lnTo>
                <a:lnTo>
                  <a:pt x="1152525" y="714375"/>
                </a:lnTo>
                <a:lnTo>
                  <a:pt x="1428750" y="714375"/>
                </a:lnTo>
                <a:close/>
                <a:moveTo>
                  <a:pt x="847725" y="742950"/>
                </a:moveTo>
                <a:lnTo>
                  <a:pt x="933450" y="742950"/>
                </a:lnTo>
                <a:lnTo>
                  <a:pt x="933450" y="733425"/>
                </a:lnTo>
                <a:lnTo>
                  <a:pt x="914400" y="723900"/>
                </a:lnTo>
                <a:lnTo>
                  <a:pt x="914400" y="704850"/>
                </a:lnTo>
                <a:lnTo>
                  <a:pt x="904875" y="704850"/>
                </a:lnTo>
                <a:lnTo>
                  <a:pt x="885825" y="676275"/>
                </a:lnTo>
                <a:lnTo>
                  <a:pt x="838200" y="676275"/>
                </a:lnTo>
                <a:lnTo>
                  <a:pt x="809625" y="676275"/>
                </a:lnTo>
                <a:lnTo>
                  <a:pt x="809625" y="685800"/>
                </a:lnTo>
                <a:lnTo>
                  <a:pt x="781050" y="704850"/>
                </a:lnTo>
                <a:lnTo>
                  <a:pt x="781050" y="723900"/>
                </a:lnTo>
                <a:lnTo>
                  <a:pt x="762000" y="733425"/>
                </a:lnTo>
                <a:lnTo>
                  <a:pt x="762000" y="752475"/>
                </a:lnTo>
                <a:lnTo>
                  <a:pt x="771525" y="752475"/>
                </a:lnTo>
                <a:lnTo>
                  <a:pt x="771525" y="742950"/>
                </a:lnTo>
                <a:lnTo>
                  <a:pt x="847725" y="742950"/>
                </a:lnTo>
                <a:close/>
                <a:moveTo>
                  <a:pt x="933450" y="476250"/>
                </a:moveTo>
                <a:lnTo>
                  <a:pt x="762000" y="476250"/>
                </a:lnTo>
                <a:lnTo>
                  <a:pt x="771525" y="504825"/>
                </a:lnTo>
                <a:lnTo>
                  <a:pt x="781050" y="504825"/>
                </a:lnTo>
                <a:lnTo>
                  <a:pt x="800100" y="533400"/>
                </a:lnTo>
                <a:lnTo>
                  <a:pt x="809625" y="533400"/>
                </a:lnTo>
                <a:lnTo>
                  <a:pt x="838200" y="571500"/>
                </a:lnTo>
                <a:lnTo>
                  <a:pt x="857250" y="571500"/>
                </a:lnTo>
                <a:lnTo>
                  <a:pt x="857250" y="561975"/>
                </a:lnTo>
                <a:lnTo>
                  <a:pt x="866775" y="561975"/>
                </a:lnTo>
                <a:lnTo>
                  <a:pt x="866775" y="552450"/>
                </a:lnTo>
                <a:lnTo>
                  <a:pt x="876300" y="552450"/>
                </a:lnTo>
                <a:lnTo>
                  <a:pt x="876300" y="542925"/>
                </a:lnTo>
                <a:lnTo>
                  <a:pt x="933450" y="495300"/>
                </a:lnTo>
                <a:lnTo>
                  <a:pt x="933450" y="476250"/>
                </a:lnTo>
                <a:close/>
                <a:moveTo>
                  <a:pt x="1038225" y="342900"/>
                </a:moveTo>
                <a:lnTo>
                  <a:pt x="1028700" y="419100"/>
                </a:lnTo>
                <a:lnTo>
                  <a:pt x="1019175" y="419100"/>
                </a:lnTo>
                <a:lnTo>
                  <a:pt x="1019175" y="447675"/>
                </a:lnTo>
                <a:lnTo>
                  <a:pt x="1009650" y="447675"/>
                </a:lnTo>
                <a:lnTo>
                  <a:pt x="1009650" y="466725"/>
                </a:lnTo>
                <a:lnTo>
                  <a:pt x="1000125" y="466725"/>
                </a:lnTo>
                <a:lnTo>
                  <a:pt x="981075" y="523875"/>
                </a:lnTo>
                <a:lnTo>
                  <a:pt x="971550" y="523875"/>
                </a:lnTo>
                <a:lnTo>
                  <a:pt x="971550" y="533400"/>
                </a:lnTo>
                <a:lnTo>
                  <a:pt x="962025" y="533400"/>
                </a:lnTo>
                <a:lnTo>
                  <a:pt x="962025" y="542925"/>
                </a:lnTo>
                <a:lnTo>
                  <a:pt x="952500" y="542925"/>
                </a:lnTo>
                <a:lnTo>
                  <a:pt x="952500" y="552450"/>
                </a:lnTo>
                <a:lnTo>
                  <a:pt x="942975" y="552450"/>
                </a:lnTo>
                <a:lnTo>
                  <a:pt x="942975" y="561975"/>
                </a:lnTo>
                <a:lnTo>
                  <a:pt x="933450" y="561975"/>
                </a:lnTo>
                <a:lnTo>
                  <a:pt x="933450" y="571500"/>
                </a:lnTo>
                <a:lnTo>
                  <a:pt x="876300" y="619125"/>
                </a:lnTo>
                <a:lnTo>
                  <a:pt x="876300" y="628650"/>
                </a:lnTo>
                <a:lnTo>
                  <a:pt x="904875" y="619125"/>
                </a:lnTo>
                <a:lnTo>
                  <a:pt x="904875" y="628650"/>
                </a:lnTo>
                <a:lnTo>
                  <a:pt x="914400" y="628650"/>
                </a:lnTo>
                <a:lnTo>
                  <a:pt x="914400" y="638175"/>
                </a:lnTo>
                <a:lnTo>
                  <a:pt x="971550" y="685800"/>
                </a:lnTo>
                <a:lnTo>
                  <a:pt x="971550" y="704850"/>
                </a:lnTo>
                <a:lnTo>
                  <a:pt x="990600" y="714375"/>
                </a:lnTo>
                <a:lnTo>
                  <a:pt x="990600" y="733425"/>
                </a:lnTo>
                <a:lnTo>
                  <a:pt x="1000125" y="733425"/>
                </a:lnTo>
                <a:lnTo>
                  <a:pt x="1000125" y="752475"/>
                </a:lnTo>
                <a:lnTo>
                  <a:pt x="1009650" y="752475"/>
                </a:lnTo>
                <a:lnTo>
                  <a:pt x="1009650" y="771525"/>
                </a:lnTo>
                <a:lnTo>
                  <a:pt x="1019175" y="771525"/>
                </a:lnTo>
                <a:lnTo>
                  <a:pt x="1019175" y="800100"/>
                </a:lnTo>
                <a:lnTo>
                  <a:pt x="1028700" y="800100"/>
                </a:lnTo>
                <a:lnTo>
                  <a:pt x="1028700" y="847725"/>
                </a:lnTo>
                <a:lnTo>
                  <a:pt x="1038225" y="847725"/>
                </a:lnTo>
                <a:lnTo>
                  <a:pt x="1038225" y="942975"/>
                </a:lnTo>
                <a:lnTo>
                  <a:pt x="1028700" y="942975"/>
                </a:lnTo>
                <a:lnTo>
                  <a:pt x="1028700" y="952500"/>
                </a:lnTo>
                <a:lnTo>
                  <a:pt x="990600" y="952500"/>
                </a:lnTo>
                <a:lnTo>
                  <a:pt x="990600" y="942975"/>
                </a:lnTo>
                <a:lnTo>
                  <a:pt x="981075" y="942975"/>
                </a:lnTo>
                <a:lnTo>
                  <a:pt x="981075" y="895350"/>
                </a:lnTo>
                <a:lnTo>
                  <a:pt x="714375" y="895350"/>
                </a:lnTo>
                <a:lnTo>
                  <a:pt x="714375" y="942975"/>
                </a:lnTo>
                <a:lnTo>
                  <a:pt x="704850" y="942975"/>
                </a:lnTo>
                <a:lnTo>
                  <a:pt x="704850" y="952500"/>
                </a:lnTo>
                <a:lnTo>
                  <a:pt x="666750" y="952500"/>
                </a:lnTo>
                <a:lnTo>
                  <a:pt x="666750" y="895350"/>
                </a:lnTo>
                <a:lnTo>
                  <a:pt x="666750" y="809625"/>
                </a:lnTo>
                <a:lnTo>
                  <a:pt x="676275" y="809625"/>
                </a:lnTo>
                <a:lnTo>
                  <a:pt x="685800" y="752475"/>
                </a:lnTo>
                <a:lnTo>
                  <a:pt x="695325" y="752475"/>
                </a:lnTo>
                <a:lnTo>
                  <a:pt x="695325" y="733425"/>
                </a:lnTo>
                <a:lnTo>
                  <a:pt x="714375" y="723900"/>
                </a:lnTo>
                <a:lnTo>
                  <a:pt x="714375" y="704850"/>
                </a:lnTo>
                <a:lnTo>
                  <a:pt x="733425" y="695325"/>
                </a:lnTo>
                <a:lnTo>
                  <a:pt x="733425" y="676275"/>
                </a:lnTo>
                <a:lnTo>
                  <a:pt x="742950" y="676275"/>
                </a:lnTo>
                <a:lnTo>
                  <a:pt x="742950" y="666750"/>
                </a:lnTo>
                <a:lnTo>
                  <a:pt x="800100" y="619125"/>
                </a:lnTo>
                <a:lnTo>
                  <a:pt x="800100" y="600075"/>
                </a:lnTo>
                <a:lnTo>
                  <a:pt x="790575" y="600075"/>
                </a:lnTo>
                <a:lnTo>
                  <a:pt x="790575" y="590550"/>
                </a:lnTo>
                <a:lnTo>
                  <a:pt x="781050" y="590550"/>
                </a:lnTo>
                <a:lnTo>
                  <a:pt x="781050" y="581025"/>
                </a:lnTo>
                <a:lnTo>
                  <a:pt x="723900" y="533400"/>
                </a:lnTo>
                <a:lnTo>
                  <a:pt x="723900" y="514350"/>
                </a:lnTo>
                <a:lnTo>
                  <a:pt x="704850" y="504825"/>
                </a:lnTo>
                <a:lnTo>
                  <a:pt x="704850" y="485775"/>
                </a:lnTo>
                <a:lnTo>
                  <a:pt x="695325" y="485775"/>
                </a:lnTo>
                <a:lnTo>
                  <a:pt x="695325" y="466725"/>
                </a:lnTo>
                <a:lnTo>
                  <a:pt x="685800" y="466725"/>
                </a:lnTo>
                <a:lnTo>
                  <a:pt x="685800" y="438150"/>
                </a:lnTo>
                <a:lnTo>
                  <a:pt x="676275" y="438150"/>
                </a:lnTo>
                <a:lnTo>
                  <a:pt x="676275" y="409575"/>
                </a:lnTo>
                <a:lnTo>
                  <a:pt x="666750" y="409575"/>
                </a:lnTo>
                <a:lnTo>
                  <a:pt x="666750" y="276225"/>
                </a:lnTo>
                <a:lnTo>
                  <a:pt x="676275" y="276225"/>
                </a:lnTo>
                <a:lnTo>
                  <a:pt x="676275" y="266700"/>
                </a:lnTo>
                <a:lnTo>
                  <a:pt x="714375" y="276225"/>
                </a:lnTo>
                <a:lnTo>
                  <a:pt x="714375" y="323850"/>
                </a:lnTo>
                <a:lnTo>
                  <a:pt x="723900" y="323850"/>
                </a:lnTo>
                <a:lnTo>
                  <a:pt x="723900" y="333375"/>
                </a:lnTo>
                <a:lnTo>
                  <a:pt x="733425" y="333375"/>
                </a:lnTo>
                <a:lnTo>
                  <a:pt x="733425" y="323850"/>
                </a:lnTo>
                <a:lnTo>
                  <a:pt x="847725" y="323850"/>
                </a:lnTo>
                <a:lnTo>
                  <a:pt x="847725" y="333375"/>
                </a:lnTo>
                <a:lnTo>
                  <a:pt x="866775" y="333375"/>
                </a:lnTo>
                <a:lnTo>
                  <a:pt x="866775" y="323850"/>
                </a:lnTo>
                <a:lnTo>
                  <a:pt x="981075" y="323850"/>
                </a:lnTo>
                <a:lnTo>
                  <a:pt x="981075" y="285750"/>
                </a:lnTo>
                <a:lnTo>
                  <a:pt x="990600" y="285750"/>
                </a:lnTo>
                <a:lnTo>
                  <a:pt x="1000125" y="266700"/>
                </a:lnTo>
                <a:lnTo>
                  <a:pt x="1019175" y="266700"/>
                </a:lnTo>
                <a:lnTo>
                  <a:pt x="1019175" y="276225"/>
                </a:lnTo>
                <a:lnTo>
                  <a:pt x="1038225" y="285750"/>
                </a:lnTo>
                <a:lnTo>
                  <a:pt x="1038225" y="342900"/>
                </a:lnTo>
                <a:close/>
                <a:moveTo>
                  <a:pt x="838200" y="666750"/>
                </a:moveTo>
                <a:lnTo>
                  <a:pt x="857250" y="666750"/>
                </a:lnTo>
                <a:lnTo>
                  <a:pt x="857250" y="647700"/>
                </a:lnTo>
                <a:lnTo>
                  <a:pt x="876300" y="638175"/>
                </a:lnTo>
                <a:lnTo>
                  <a:pt x="876300" y="628650"/>
                </a:lnTo>
                <a:lnTo>
                  <a:pt x="866775" y="628650"/>
                </a:lnTo>
                <a:lnTo>
                  <a:pt x="828675" y="657225"/>
                </a:lnTo>
                <a:lnTo>
                  <a:pt x="828675" y="666750"/>
                </a:lnTo>
                <a:lnTo>
                  <a:pt x="838200" y="666750"/>
                </a:lnTo>
                <a:close/>
              </a:path>
            </a:pathLst>
          </a:custGeom>
          <a:solidFill xmlns:a="http://schemas.openxmlformats.org/drawingml/2006/main">
            <a:srgbClr val="102536"/>
          </a:solidFill>
          <a:ln xmlns:a="http://schemas.openxmlformats.org/drawingml/2006/main" w="0">
            <a:noFill/>
          </a:ln>
        </p:spPr>
      </p:sp>
      <p:sp>
        <p:nvSpPr>
          <p:cNvPr id="7" name="lab">
            <a:extLst xmlns:a="http://schemas.openxmlformats.org/drawingml/2006/main">
              <a:ext uri="{FF2B5EF4-FFF2-40B4-BE49-F238E27FC236}">
                <a16:creationId xmlns:a16="http://schemas.microsoft.com/office/drawing/2014/main" id="{89D5E416-DF27-47A3-8D89-C4C6364A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52875"/>
            <a:ext cx="3476625" cy="1905000"/>
          </a:xfrm>
          <a:custGeom xmlns:a="http://schemas.openxmlformats.org/drawingml/2006/main">
            <a:pathLst>
              <a:path w="3476625" h="1905000">
                <a:moveTo>
                  <a:pt x="1781175" y="1314450"/>
                </a:moveTo>
                <a:lnTo>
                  <a:pt x="1876425" y="1314450"/>
                </a:lnTo>
                <a:lnTo>
                  <a:pt x="1876425" y="1257300"/>
                </a:lnTo>
                <a:lnTo>
                  <a:pt x="1657350" y="1257300"/>
                </a:lnTo>
                <a:lnTo>
                  <a:pt x="1562100" y="1257300"/>
                </a:lnTo>
                <a:lnTo>
                  <a:pt x="1562100" y="1314450"/>
                </a:lnTo>
                <a:lnTo>
                  <a:pt x="1781175" y="1314450"/>
                </a:lnTo>
                <a:close/>
                <a:moveTo>
                  <a:pt x="2362200" y="1800225"/>
                </a:moveTo>
                <a:lnTo>
                  <a:pt x="2362200" y="1819275"/>
                </a:lnTo>
                <a:lnTo>
                  <a:pt x="2352675" y="1819275"/>
                </a:lnTo>
                <a:lnTo>
                  <a:pt x="2343150" y="1838325"/>
                </a:lnTo>
                <a:lnTo>
                  <a:pt x="2324100" y="1838325"/>
                </a:lnTo>
                <a:lnTo>
                  <a:pt x="2324100" y="1847850"/>
                </a:lnTo>
                <a:lnTo>
                  <a:pt x="2200275" y="1847850"/>
                </a:lnTo>
                <a:lnTo>
                  <a:pt x="2200275" y="1838325"/>
                </a:lnTo>
                <a:lnTo>
                  <a:pt x="2171700" y="1828800"/>
                </a:lnTo>
                <a:lnTo>
                  <a:pt x="2171700" y="1495425"/>
                </a:lnTo>
                <a:lnTo>
                  <a:pt x="2190750" y="1485900"/>
                </a:lnTo>
                <a:lnTo>
                  <a:pt x="2190750" y="1447800"/>
                </a:lnTo>
                <a:lnTo>
                  <a:pt x="2171700" y="1447800"/>
                </a:lnTo>
                <a:lnTo>
                  <a:pt x="2171700" y="1371600"/>
                </a:lnTo>
                <a:lnTo>
                  <a:pt x="2171700" y="1343025"/>
                </a:lnTo>
                <a:lnTo>
                  <a:pt x="2181225" y="1343025"/>
                </a:lnTo>
                <a:lnTo>
                  <a:pt x="2181225" y="1333500"/>
                </a:lnTo>
                <a:lnTo>
                  <a:pt x="2343150" y="1333500"/>
                </a:lnTo>
                <a:lnTo>
                  <a:pt x="2343150" y="1343025"/>
                </a:lnTo>
                <a:lnTo>
                  <a:pt x="2362200" y="1352550"/>
                </a:lnTo>
                <a:lnTo>
                  <a:pt x="2362200" y="1438275"/>
                </a:lnTo>
                <a:lnTo>
                  <a:pt x="2333625" y="1457325"/>
                </a:lnTo>
                <a:lnTo>
                  <a:pt x="2333625" y="1485900"/>
                </a:lnTo>
                <a:lnTo>
                  <a:pt x="2343150" y="1485900"/>
                </a:lnTo>
                <a:lnTo>
                  <a:pt x="2352675" y="1514475"/>
                </a:lnTo>
                <a:lnTo>
                  <a:pt x="2362200" y="1514475"/>
                </a:lnTo>
                <a:lnTo>
                  <a:pt x="2362200" y="1800225"/>
                </a:lnTo>
                <a:close/>
                <a:moveTo>
                  <a:pt x="2743200" y="1809750"/>
                </a:moveTo>
                <a:lnTo>
                  <a:pt x="2828925" y="1809750"/>
                </a:lnTo>
                <a:lnTo>
                  <a:pt x="2828925" y="1609725"/>
                </a:lnTo>
                <a:lnTo>
                  <a:pt x="2838450" y="1609725"/>
                </a:lnTo>
                <a:lnTo>
                  <a:pt x="2828925" y="1590675"/>
                </a:lnTo>
                <a:lnTo>
                  <a:pt x="2838450" y="1590675"/>
                </a:lnTo>
                <a:lnTo>
                  <a:pt x="2838450" y="1514475"/>
                </a:lnTo>
                <a:lnTo>
                  <a:pt x="2809875" y="1504950"/>
                </a:lnTo>
                <a:lnTo>
                  <a:pt x="2714625" y="1504950"/>
                </a:lnTo>
                <a:lnTo>
                  <a:pt x="2714625" y="1514475"/>
                </a:lnTo>
                <a:lnTo>
                  <a:pt x="2705100" y="1514475"/>
                </a:lnTo>
                <a:lnTo>
                  <a:pt x="2705100" y="1800225"/>
                </a:lnTo>
                <a:lnTo>
                  <a:pt x="2714625" y="1800225"/>
                </a:lnTo>
                <a:lnTo>
                  <a:pt x="2714625" y="1809750"/>
                </a:lnTo>
                <a:lnTo>
                  <a:pt x="2743200" y="1809750"/>
                </a:lnTo>
                <a:close/>
                <a:moveTo>
                  <a:pt x="1962150" y="1828800"/>
                </a:moveTo>
                <a:lnTo>
                  <a:pt x="1962150" y="1838325"/>
                </a:lnTo>
                <a:lnTo>
                  <a:pt x="971550" y="1838325"/>
                </a:lnTo>
                <a:lnTo>
                  <a:pt x="971550" y="1847850"/>
                </a:lnTo>
                <a:lnTo>
                  <a:pt x="876300" y="1847850"/>
                </a:lnTo>
                <a:lnTo>
                  <a:pt x="876300" y="1838325"/>
                </a:lnTo>
                <a:lnTo>
                  <a:pt x="838200" y="1838325"/>
                </a:lnTo>
                <a:lnTo>
                  <a:pt x="838200" y="1828800"/>
                </a:lnTo>
                <a:lnTo>
                  <a:pt x="819150" y="1828800"/>
                </a:lnTo>
                <a:lnTo>
                  <a:pt x="819150" y="1819275"/>
                </a:lnTo>
                <a:lnTo>
                  <a:pt x="771525" y="1781175"/>
                </a:lnTo>
                <a:lnTo>
                  <a:pt x="771525" y="1762125"/>
                </a:lnTo>
                <a:lnTo>
                  <a:pt x="762000" y="1762125"/>
                </a:lnTo>
                <a:lnTo>
                  <a:pt x="762000" y="1724025"/>
                </a:lnTo>
                <a:lnTo>
                  <a:pt x="752475" y="1724025"/>
                </a:lnTo>
                <a:lnTo>
                  <a:pt x="752475" y="1076325"/>
                </a:lnTo>
                <a:lnTo>
                  <a:pt x="762000" y="1076325"/>
                </a:lnTo>
                <a:lnTo>
                  <a:pt x="762000" y="1028700"/>
                </a:lnTo>
                <a:lnTo>
                  <a:pt x="781050" y="1019175"/>
                </a:lnTo>
                <a:lnTo>
                  <a:pt x="781050" y="1000125"/>
                </a:lnTo>
                <a:lnTo>
                  <a:pt x="790575" y="1000125"/>
                </a:lnTo>
                <a:lnTo>
                  <a:pt x="809625" y="971550"/>
                </a:lnTo>
                <a:lnTo>
                  <a:pt x="828675" y="971550"/>
                </a:lnTo>
                <a:lnTo>
                  <a:pt x="828675" y="962025"/>
                </a:lnTo>
                <a:lnTo>
                  <a:pt x="847725" y="962025"/>
                </a:lnTo>
                <a:lnTo>
                  <a:pt x="847725" y="952500"/>
                </a:lnTo>
                <a:lnTo>
                  <a:pt x="990600" y="952500"/>
                </a:lnTo>
                <a:lnTo>
                  <a:pt x="1181100" y="952500"/>
                </a:lnTo>
                <a:lnTo>
                  <a:pt x="1181100" y="857250"/>
                </a:lnTo>
                <a:lnTo>
                  <a:pt x="1190625" y="857250"/>
                </a:lnTo>
                <a:lnTo>
                  <a:pt x="1190625" y="828675"/>
                </a:lnTo>
                <a:lnTo>
                  <a:pt x="1200150" y="828675"/>
                </a:lnTo>
                <a:lnTo>
                  <a:pt x="1209675" y="800100"/>
                </a:lnTo>
                <a:lnTo>
                  <a:pt x="1228725" y="800100"/>
                </a:lnTo>
                <a:lnTo>
                  <a:pt x="1228725" y="790575"/>
                </a:lnTo>
                <a:lnTo>
                  <a:pt x="1247775" y="790575"/>
                </a:lnTo>
                <a:lnTo>
                  <a:pt x="1247775" y="781050"/>
                </a:lnTo>
                <a:lnTo>
                  <a:pt x="1552575" y="781050"/>
                </a:lnTo>
                <a:lnTo>
                  <a:pt x="1552575" y="790575"/>
                </a:lnTo>
                <a:lnTo>
                  <a:pt x="1581150" y="790575"/>
                </a:lnTo>
                <a:lnTo>
                  <a:pt x="1581150" y="800100"/>
                </a:lnTo>
                <a:lnTo>
                  <a:pt x="1609725" y="819150"/>
                </a:lnTo>
                <a:lnTo>
                  <a:pt x="1609725" y="838200"/>
                </a:lnTo>
                <a:lnTo>
                  <a:pt x="1619250" y="838200"/>
                </a:lnTo>
                <a:lnTo>
                  <a:pt x="1619250" y="952500"/>
                </a:lnTo>
                <a:lnTo>
                  <a:pt x="1952625" y="952500"/>
                </a:lnTo>
                <a:lnTo>
                  <a:pt x="1952625" y="962025"/>
                </a:lnTo>
                <a:lnTo>
                  <a:pt x="1981200" y="962025"/>
                </a:lnTo>
                <a:lnTo>
                  <a:pt x="1990725" y="981075"/>
                </a:lnTo>
                <a:lnTo>
                  <a:pt x="2009775" y="981075"/>
                </a:lnTo>
                <a:lnTo>
                  <a:pt x="2019300" y="1009650"/>
                </a:lnTo>
                <a:lnTo>
                  <a:pt x="2028825" y="1009650"/>
                </a:lnTo>
                <a:lnTo>
                  <a:pt x="2038350" y="1038225"/>
                </a:lnTo>
                <a:lnTo>
                  <a:pt x="2047875" y="1038225"/>
                </a:lnTo>
                <a:lnTo>
                  <a:pt x="2047875" y="1752600"/>
                </a:lnTo>
                <a:lnTo>
                  <a:pt x="2038350" y="1752600"/>
                </a:lnTo>
                <a:lnTo>
                  <a:pt x="2028825" y="1790700"/>
                </a:lnTo>
                <a:lnTo>
                  <a:pt x="2019300" y="1790700"/>
                </a:lnTo>
                <a:lnTo>
                  <a:pt x="2000250" y="1819275"/>
                </a:lnTo>
                <a:lnTo>
                  <a:pt x="1962150" y="1828800"/>
                </a:lnTo>
                <a:close/>
                <a:moveTo>
                  <a:pt x="190500" y="1390650"/>
                </a:moveTo>
                <a:lnTo>
                  <a:pt x="200025" y="1390650"/>
                </a:lnTo>
                <a:lnTo>
                  <a:pt x="200025" y="1371600"/>
                </a:lnTo>
                <a:lnTo>
                  <a:pt x="209550" y="1371600"/>
                </a:lnTo>
                <a:lnTo>
                  <a:pt x="209550" y="1343025"/>
                </a:lnTo>
                <a:lnTo>
                  <a:pt x="219075" y="1343025"/>
                </a:lnTo>
                <a:lnTo>
                  <a:pt x="219075" y="1323975"/>
                </a:lnTo>
                <a:lnTo>
                  <a:pt x="228600" y="1323975"/>
                </a:lnTo>
                <a:lnTo>
                  <a:pt x="228600" y="1295400"/>
                </a:lnTo>
                <a:lnTo>
                  <a:pt x="238125" y="1295400"/>
                </a:lnTo>
                <a:lnTo>
                  <a:pt x="238125" y="1276350"/>
                </a:lnTo>
                <a:lnTo>
                  <a:pt x="247650" y="1276350"/>
                </a:lnTo>
                <a:lnTo>
                  <a:pt x="247650" y="1247775"/>
                </a:lnTo>
                <a:lnTo>
                  <a:pt x="257175" y="1247775"/>
                </a:lnTo>
                <a:lnTo>
                  <a:pt x="257175" y="1228725"/>
                </a:lnTo>
                <a:lnTo>
                  <a:pt x="266700" y="1228725"/>
                </a:lnTo>
                <a:lnTo>
                  <a:pt x="266700" y="1200150"/>
                </a:lnTo>
                <a:lnTo>
                  <a:pt x="276225" y="1200150"/>
                </a:lnTo>
                <a:lnTo>
                  <a:pt x="276225" y="1181100"/>
                </a:lnTo>
                <a:lnTo>
                  <a:pt x="285750" y="1181100"/>
                </a:lnTo>
                <a:lnTo>
                  <a:pt x="285750" y="1162050"/>
                </a:lnTo>
                <a:lnTo>
                  <a:pt x="295275" y="1162050"/>
                </a:lnTo>
                <a:lnTo>
                  <a:pt x="304800" y="1104900"/>
                </a:lnTo>
                <a:lnTo>
                  <a:pt x="314325" y="1104900"/>
                </a:lnTo>
                <a:lnTo>
                  <a:pt x="314325" y="1085850"/>
                </a:lnTo>
                <a:lnTo>
                  <a:pt x="323850" y="1085850"/>
                </a:lnTo>
                <a:lnTo>
                  <a:pt x="323850" y="1066800"/>
                </a:lnTo>
                <a:lnTo>
                  <a:pt x="333375" y="1066800"/>
                </a:lnTo>
                <a:lnTo>
                  <a:pt x="333375" y="1038225"/>
                </a:lnTo>
                <a:lnTo>
                  <a:pt x="342900" y="1038225"/>
                </a:lnTo>
                <a:lnTo>
                  <a:pt x="342900" y="1019175"/>
                </a:lnTo>
                <a:lnTo>
                  <a:pt x="352425" y="1019175"/>
                </a:lnTo>
                <a:lnTo>
                  <a:pt x="352425" y="990600"/>
                </a:lnTo>
                <a:lnTo>
                  <a:pt x="361950" y="990600"/>
                </a:lnTo>
                <a:lnTo>
                  <a:pt x="361950" y="971550"/>
                </a:lnTo>
                <a:lnTo>
                  <a:pt x="371475" y="971550"/>
                </a:lnTo>
                <a:lnTo>
                  <a:pt x="381000" y="923925"/>
                </a:lnTo>
                <a:lnTo>
                  <a:pt x="352425" y="914400"/>
                </a:lnTo>
                <a:lnTo>
                  <a:pt x="361950" y="885825"/>
                </a:lnTo>
                <a:lnTo>
                  <a:pt x="381000" y="885825"/>
                </a:lnTo>
                <a:lnTo>
                  <a:pt x="381000" y="876300"/>
                </a:lnTo>
                <a:lnTo>
                  <a:pt x="400050" y="876300"/>
                </a:lnTo>
                <a:lnTo>
                  <a:pt x="400050" y="866775"/>
                </a:lnTo>
                <a:lnTo>
                  <a:pt x="419100" y="866775"/>
                </a:lnTo>
                <a:lnTo>
                  <a:pt x="419100" y="857250"/>
                </a:lnTo>
                <a:lnTo>
                  <a:pt x="438150" y="857250"/>
                </a:lnTo>
                <a:lnTo>
                  <a:pt x="438150" y="847725"/>
                </a:lnTo>
                <a:lnTo>
                  <a:pt x="457200" y="847725"/>
                </a:lnTo>
                <a:lnTo>
                  <a:pt x="457200" y="838200"/>
                </a:lnTo>
                <a:lnTo>
                  <a:pt x="476250" y="838200"/>
                </a:lnTo>
                <a:lnTo>
                  <a:pt x="476250" y="828675"/>
                </a:lnTo>
                <a:lnTo>
                  <a:pt x="495300" y="828675"/>
                </a:lnTo>
                <a:lnTo>
                  <a:pt x="495300" y="819150"/>
                </a:lnTo>
                <a:lnTo>
                  <a:pt x="514350" y="819150"/>
                </a:lnTo>
                <a:lnTo>
                  <a:pt x="514350" y="809625"/>
                </a:lnTo>
                <a:lnTo>
                  <a:pt x="533400" y="809625"/>
                </a:lnTo>
                <a:lnTo>
                  <a:pt x="533400" y="800100"/>
                </a:lnTo>
                <a:lnTo>
                  <a:pt x="552450" y="800100"/>
                </a:lnTo>
                <a:lnTo>
                  <a:pt x="552450" y="790575"/>
                </a:lnTo>
                <a:lnTo>
                  <a:pt x="571500" y="790575"/>
                </a:lnTo>
                <a:lnTo>
                  <a:pt x="571500" y="781050"/>
                </a:lnTo>
                <a:lnTo>
                  <a:pt x="628650" y="762000"/>
                </a:lnTo>
                <a:lnTo>
                  <a:pt x="638175" y="742950"/>
                </a:lnTo>
                <a:lnTo>
                  <a:pt x="657225" y="742950"/>
                </a:lnTo>
                <a:lnTo>
                  <a:pt x="657225" y="733425"/>
                </a:lnTo>
                <a:lnTo>
                  <a:pt x="714375" y="714375"/>
                </a:lnTo>
                <a:lnTo>
                  <a:pt x="723900" y="695325"/>
                </a:lnTo>
                <a:lnTo>
                  <a:pt x="781050" y="676275"/>
                </a:lnTo>
                <a:lnTo>
                  <a:pt x="790575" y="657225"/>
                </a:lnTo>
                <a:lnTo>
                  <a:pt x="847725" y="638175"/>
                </a:lnTo>
                <a:lnTo>
                  <a:pt x="857250" y="619125"/>
                </a:lnTo>
                <a:lnTo>
                  <a:pt x="895350" y="609600"/>
                </a:lnTo>
                <a:lnTo>
                  <a:pt x="904875" y="590550"/>
                </a:lnTo>
                <a:lnTo>
                  <a:pt x="923925" y="590550"/>
                </a:lnTo>
                <a:lnTo>
                  <a:pt x="923925" y="581025"/>
                </a:lnTo>
                <a:lnTo>
                  <a:pt x="942975" y="581025"/>
                </a:lnTo>
                <a:lnTo>
                  <a:pt x="952500" y="561975"/>
                </a:lnTo>
                <a:lnTo>
                  <a:pt x="990600" y="552450"/>
                </a:lnTo>
                <a:lnTo>
                  <a:pt x="1000125" y="533400"/>
                </a:lnTo>
                <a:lnTo>
                  <a:pt x="1038225" y="523875"/>
                </a:lnTo>
                <a:lnTo>
                  <a:pt x="1038225" y="514350"/>
                </a:lnTo>
                <a:lnTo>
                  <a:pt x="1066800" y="504825"/>
                </a:lnTo>
                <a:lnTo>
                  <a:pt x="1076325" y="485775"/>
                </a:lnTo>
                <a:lnTo>
                  <a:pt x="1114425" y="476250"/>
                </a:lnTo>
                <a:lnTo>
                  <a:pt x="1114425" y="466725"/>
                </a:lnTo>
                <a:lnTo>
                  <a:pt x="1143000" y="457200"/>
                </a:lnTo>
                <a:lnTo>
                  <a:pt x="1152525" y="438150"/>
                </a:lnTo>
                <a:lnTo>
                  <a:pt x="1190625" y="428625"/>
                </a:lnTo>
                <a:lnTo>
                  <a:pt x="1190625" y="419100"/>
                </a:lnTo>
                <a:lnTo>
                  <a:pt x="1219200" y="409575"/>
                </a:lnTo>
                <a:lnTo>
                  <a:pt x="1228725" y="390525"/>
                </a:lnTo>
                <a:lnTo>
                  <a:pt x="1266825" y="381000"/>
                </a:lnTo>
                <a:lnTo>
                  <a:pt x="1276350" y="361950"/>
                </a:lnTo>
                <a:lnTo>
                  <a:pt x="1295400" y="361950"/>
                </a:lnTo>
                <a:lnTo>
                  <a:pt x="1304925" y="342900"/>
                </a:lnTo>
                <a:lnTo>
                  <a:pt x="1323975" y="342900"/>
                </a:lnTo>
                <a:lnTo>
                  <a:pt x="1323975" y="333375"/>
                </a:lnTo>
                <a:lnTo>
                  <a:pt x="1352550" y="323850"/>
                </a:lnTo>
                <a:lnTo>
                  <a:pt x="1362075" y="304800"/>
                </a:lnTo>
                <a:lnTo>
                  <a:pt x="1400175" y="295275"/>
                </a:lnTo>
                <a:lnTo>
                  <a:pt x="1419225" y="266700"/>
                </a:lnTo>
                <a:lnTo>
                  <a:pt x="1457325" y="257175"/>
                </a:lnTo>
                <a:lnTo>
                  <a:pt x="1476375" y="228600"/>
                </a:lnTo>
                <a:lnTo>
                  <a:pt x="1495425" y="228600"/>
                </a:lnTo>
                <a:lnTo>
                  <a:pt x="1504950" y="209550"/>
                </a:lnTo>
                <a:lnTo>
                  <a:pt x="1543050" y="200025"/>
                </a:lnTo>
                <a:lnTo>
                  <a:pt x="1552575" y="180975"/>
                </a:lnTo>
                <a:lnTo>
                  <a:pt x="1571625" y="180975"/>
                </a:lnTo>
                <a:lnTo>
                  <a:pt x="1590675" y="152400"/>
                </a:lnTo>
                <a:lnTo>
                  <a:pt x="1628775" y="142875"/>
                </a:lnTo>
                <a:lnTo>
                  <a:pt x="1638300" y="123825"/>
                </a:lnTo>
                <a:lnTo>
                  <a:pt x="1657350" y="123825"/>
                </a:lnTo>
                <a:lnTo>
                  <a:pt x="1657350" y="114300"/>
                </a:lnTo>
                <a:lnTo>
                  <a:pt x="1685925" y="104775"/>
                </a:lnTo>
                <a:lnTo>
                  <a:pt x="1695450" y="85725"/>
                </a:lnTo>
                <a:lnTo>
                  <a:pt x="1724025" y="85725"/>
                </a:lnTo>
                <a:lnTo>
                  <a:pt x="1733550" y="104775"/>
                </a:lnTo>
                <a:lnTo>
                  <a:pt x="1771650" y="114300"/>
                </a:lnTo>
                <a:lnTo>
                  <a:pt x="1771650" y="123825"/>
                </a:lnTo>
                <a:lnTo>
                  <a:pt x="1800225" y="133350"/>
                </a:lnTo>
                <a:lnTo>
                  <a:pt x="1809750" y="152400"/>
                </a:lnTo>
                <a:lnTo>
                  <a:pt x="1847850" y="161925"/>
                </a:lnTo>
                <a:lnTo>
                  <a:pt x="1857375" y="180975"/>
                </a:lnTo>
                <a:lnTo>
                  <a:pt x="1876425" y="180975"/>
                </a:lnTo>
                <a:lnTo>
                  <a:pt x="1885950" y="200025"/>
                </a:lnTo>
                <a:lnTo>
                  <a:pt x="1924050" y="209550"/>
                </a:lnTo>
                <a:lnTo>
                  <a:pt x="1933575" y="228600"/>
                </a:lnTo>
                <a:lnTo>
                  <a:pt x="1952625" y="228600"/>
                </a:lnTo>
                <a:lnTo>
                  <a:pt x="1952625" y="238125"/>
                </a:lnTo>
                <a:lnTo>
                  <a:pt x="1981200" y="247650"/>
                </a:lnTo>
                <a:lnTo>
                  <a:pt x="1990725" y="266700"/>
                </a:lnTo>
                <a:lnTo>
                  <a:pt x="2009775" y="266700"/>
                </a:lnTo>
                <a:lnTo>
                  <a:pt x="2009775" y="276225"/>
                </a:lnTo>
                <a:lnTo>
                  <a:pt x="2028825" y="276225"/>
                </a:lnTo>
                <a:lnTo>
                  <a:pt x="2038350" y="295275"/>
                </a:lnTo>
                <a:lnTo>
                  <a:pt x="2076450" y="304800"/>
                </a:lnTo>
                <a:lnTo>
                  <a:pt x="2076450" y="314325"/>
                </a:lnTo>
                <a:lnTo>
                  <a:pt x="2105025" y="323850"/>
                </a:lnTo>
                <a:lnTo>
                  <a:pt x="2114550" y="342900"/>
                </a:lnTo>
                <a:lnTo>
                  <a:pt x="2152650" y="352425"/>
                </a:lnTo>
                <a:lnTo>
                  <a:pt x="2152650" y="361950"/>
                </a:lnTo>
                <a:lnTo>
                  <a:pt x="2181225" y="371475"/>
                </a:lnTo>
                <a:lnTo>
                  <a:pt x="2190750" y="390525"/>
                </a:lnTo>
                <a:lnTo>
                  <a:pt x="2209800" y="390525"/>
                </a:lnTo>
                <a:lnTo>
                  <a:pt x="2209800" y="400050"/>
                </a:lnTo>
                <a:lnTo>
                  <a:pt x="2228850" y="400050"/>
                </a:lnTo>
                <a:lnTo>
                  <a:pt x="2238375" y="419100"/>
                </a:lnTo>
                <a:lnTo>
                  <a:pt x="2276475" y="428625"/>
                </a:lnTo>
                <a:lnTo>
                  <a:pt x="2276475" y="438150"/>
                </a:lnTo>
                <a:lnTo>
                  <a:pt x="2305050" y="447675"/>
                </a:lnTo>
                <a:lnTo>
                  <a:pt x="2314575" y="466725"/>
                </a:lnTo>
                <a:lnTo>
                  <a:pt x="2352675" y="476250"/>
                </a:lnTo>
                <a:lnTo>
                  <a:pt x="2362200" y="495300"/>
                </a:lnTo>
                <a:lnTo>
                  <a:pt x="2400300" y="504825"/>
                </a:lnTo>
                <a:lnTo>
                  <a:pt x="2409825" y="523875"/>
                </a:lnTo>
                <a:lnTo>
                  <a:pt x="2447925" y="533400"/>
                </a:lnTo>
                <a:lnTo>
                  <a:pt x="2457450" y="552450"/>
                </a:lnTo>
                <a:lnTo>
                  <a:pt x="2495550" y="561975"/>
                </a:lnTo>
                <a:lnTo>
                  <a:pt x="2505075" y="581025"/>
                </a:lnTo>
                <a:lnTo>
                  <a:pt x="2543175" y="590550"/>
                </a:lnTo>
                <a:lnTo>
                  <a:pt x="2552700" y="609600"/>
                </a:lnTo>
                <a:lnTo>
                  <a:pt x="2590800" y="619125"/>
                </a:lnTo>
                <a:lnTo>
                  <a:pt x="2600325" y="638175"/>
                </a:lnTo>
                <a:lnTo>
                  <a:pt x="2657475" y="657225"/>
                </a:lnTo>
                <a:lnTo>
                  <a:pt x="2667000" y="676275"/>
                </a:lnTo>
                <a:lnTo>
                  <a:pt x="2705100" y="685800"/>
                </a:lnTo>
                <a:lnTo>
                  <a:pt x="2714625" y="704850"/>
                </a:lnTo>
                <a:lnTo>
                  <a:pt x="2771775" y="723900"/>
                </a:lnTo>
                <a:lnTo>
                  <a:pt x="2781300" y="742950"/>
                </a:lnTo>
                <a:lnTo>
                  <a:pt x="2800350" y="742950"/>
                </a:lnTo>
                <a:lnTo>
                  <a:pt x="2800350" y="752475"/>
                </a:lnTo>
                <a:lnTo>
                  <a:pt x="2857500" y="771525"/>
                </a:lnTo>
                <a:lnTo>
                  <a:pt x="2867025" y="790575"/>
                </a:lnTo>
                <a:lnTo>
                  <a:pt x="2886075" y="790575"/>
                </a:lnTo>
                <a:lnTo>
                  <a:pt x="2886075" y="800100"/>
                </a:lnTo>
                <a:lnTo>
                  <a:pt x="2943225" y="819150"/>
                </a:lnTo>
                <a:lnTo>
                  <a:pt x="2952750" y="838200"/>
                </a:lnTo>
                <a:lnTo>
                  <a:pt x="2971800" y="838200"/>
                </a:lnTo>
                <a:lnTo>
                  <a:pt x="2971800" y="847725"/>
                </a:lnTo>
                <a:lnTo>
                  <a:pt x="2990850" y="847725"/>
                </a:lnTo>
                <a:lnTo>
                  <a:pt x="2990850" y="857250"/>
                </a:lnTo>
                <a:lnTo>
                  <a:pt x="3009900" y="857250"/>
                </a:lnTo>
                <a:lnTo>
                  <a:pt x="3009900" y="866775"/>
                </a:lnTo>
                <a:lnTo>
                  <a:pt x="3028950" y="866775"/>
                </a:lnTo>
                <a:lnTo>
                  <a:pt x="3028950" y="876300"/>
                </a:lnTo>
                <a:lnTo>
                  <a:pt x="3048000" y="876300"/>
                </a:lnTo>
                <a:lnTo>
                  <a:pt x="3048000" y="885825"/>
                </a:lnTo>
                <a:lnTo>
                  <a:pt x="3067050" y="895350"/>
                </a:lnTo>
                <a:lnTo>
                  <a:pt x="3067050" y="914400"/>
                </a:lnTo>
                <a:lnTo>
                  <a:pt x="3038475" y="923925"/>
                </a:lnTo>
                <a:lnTo>
                  <a:pt x="3048000" y="971550"/>
                </a:lnTo>
                <a:lnTo>
                  <a:pt x="3057525" y="971550"/>
                </a:lnTo>
                <a:lnTo>
                  <a:pt x="3057525" y="1000125"/>
                </a:lnTo>
                <a:lnTo>
                  <a:pt x="3067050" y="1000125"/>
                </a:lnTo>
                <a:lnTo>
                  <a:pt x="3076575" y="1047750"/>
                </a:lnTo>
                <a:lnTo>
                  <a:pt x="3086100" y="1047750"/>
                </a:lnTo>
                <a:lnTo>
                  <a:pt x="3086100" y="1066800"/>
                </a:lnTo>
                <a:lnTo>
                  <a:pt x="3095625" y="1066800"/>
                </a:lnTo>
                <a:lnTo>
                  <a:pt x="3095625" y="1085850"/>
                </a:lnTo>
                <a:lnTo>
                  <a:pt x="3105150" y="1085850"/>
                </a:lnTo>
                <a:lnTo>
                  <a:pt x="3114675" y="1143000"/>
                </a:lnTo>
                <a:lnTo>
                  <a:pt x="3124200" y="1143000"/>
                </a:lnTo>
                <a:lnTo>
                  <a:pt x="3133725" y="1190625"/>
                </a:lnTo>
                <a:lnTo>
                  <a:pt x="3143250" y="1190625"/>
                </a:lnTo>
                <a:lnTo>
                  <a:pt x="3143250" y="1209675"/>
                </a:lnTo>
                <a:lnTo>
                  <a:pt x="3152775" y="1209675"/>
                </a:lnTo>
                <a:lnTo>
                  <a:pt x="3152775" y="1228725"/>
                </a:lnTo>
                <a:lnTo>
                  <a:pt x="3162300" y="1228725"/>
                </a:lnTo>
                <a:lnTo>
                  <a:pt x="3162300" y="1257300"/>
                </a:lnTo>
                <a:lnTo>
                  <a:pt x="3171825" y="1257300"/>
                </a:lnTo>
                <a:lnTo>
                  <a:pt x="3171825" y="1276350"/>
                </a:lnTo>
                <a:lnTo>
                  <a:pt x="3181350" y="1276350"/>
                </a:lnTo>
                <a:lnTo>
                  <a:pt x="3181350" y="1304925"/>
                </a:lnTo>
                <a:lnTo>
                  <a:pt x="3190875" y="1304925"/>
                </a:lnTo>
                <a:lnTo>
                  <a:pt x="3190875" y="1323975"/>
                </a:lnTo>
                <a:lnTo>
                  <a:pt x="3200400" y="1323975"/>
                </a:lnTo>
                <a:lnTo>
                  <a:pt x="3200400" y="1352550"/>
                </a:lnTo>
                <a:lnTo>
                  <a:pt x="3209925" y="1352550"/>
                </a:lnTo>
                <a:lnTo>
                  <a:pt x="3209925" y="1371600"/>
                </a:lnTo>
                <a:lnTo>
                  <a:pt x="3219450" y="1371600"/>
                </a:lnTo>
                <a:lnTo>
                  <a:pt x="3219450" y="1400175"/>
                </a:lnTo>
                <a:lnTo>
                  <a:pt x="3228975" y="1400175"/>
                </a:lnTo>
                <a:lnTo>
                  <a:pt x="3228975" y="1419225"/>
                </a:lnTo>
                <a:lnTo>
                  <a:pt x="3238500" y="1419225"/>
                </a:lnTo>
                <a:lnTo>
                  <a:pt x="3238500" y="1447800"/>
                </a:lnTo>
                <a:lnTo>
                  <a:pt x="3248025" y="1447800"/>
                </a:lnTo>
                <a:lnTo>
                  <a:pt x="3248025" y="1466850"/>
                </a:lnTo>
                <a:lnTo>
                  <a:pt x="3257550" y="1466850"/>
                </a:lnTo>
                <a:lnTo>
                  <a:pt x="3257550" y="1495425"/>
                </a:lnTo>
                <a:lnTo>
                  <a:pt x="3267075" y="1495425"/>
                </a:lnTo>
                <a:lnTo>
                  <a:pt x="3267075" y="1514475"/>
                </a:lnTo>
                <a:lnTo>
                  <a:pt x="3276600" y="1514475"/>
                </a:lnTo>
                <a:lnTo>
                  <a:pt x="3276600" y="1543050"/>
                </a:lnTo>
                <a:lnTo>
                  <a:pt x="3286125" y="1543050"/>
                </a:lnTo>
                <a:lnTo>
                  <a:pt x="3286125" y="1562100"/>
                </a:lnTo>
                <a:lnTo>
                  <a:pt x="3295650" y="1562100"/>
                </a:lnTo>
                <a:lnTo>
                  <a:pt x="3295650" y="1590675"/>
                </a:lnTo>
                <a:lnTo>
                  <a:pt x="3305175" y="1590675"/>
                </a:lnTo>
                <a:lnTo>
                  <a:pt x="3305175" y="1609725"/>
                </a:lnTo>
                <a:lnTo>
                  <a:pt x="3314700" y="1609725"/>
                </a:lnTo>
                <a:lnTo>
                  <a:pt x="3314700" y="1638300"/>
                </a:lnTo>
                <a:lnTo>
                  <a:pt x="3324225" y="1638300"/>
                </a:lnTo>
                <a:lnTo>
                  <a:pt x="3324225" y="1657350"/>
                </a:lnTo>
                <a:lnTo>
                  <a:pt x="3333750" y="1657350"/>
                </a:lnTo>
                <a:lnTo>
                  <a:pt x="3333750" y="1685925"/>
                </a:lnTo>
                <a:lnTo>
                  <a:pt x="3343275" y="1685925"/>
                </a:lnTo>
                <a:lnTo>
                  <a:pt x="3343275" y="1704975"/>
                </a:lnTo>
                <a:lnTo>
                  <a:pt x="3352800" y="1704975"/>
                </a:lnTo>
                <a:lnTo>
                  <a:pt x="3352800" y="1724025"/>
                </a:lnTo>
                <a:lnTo>
                  <a:pt x="3362325" y="1724025"/>
                </a:lnTo>
                <a:lnTo>
                  <a:pt x="3362325" y="1752600"/>
                </a:lnTo>
                <a:lnTo>
                  <a:pt x="3371850" y="1752600"/>
                </a:lnTo>
                <a:lnTo>
                  <a:pt x="3371850" y="1771650"/>
                </a:lnTo>
                <a:lnTo>
                  <a:pt x="3381375" y="1771650"/>
                </a:lnTo>
                <a:lnTo>
                  <a:pt x="3390900" y="1828800"/>
                </a:lnTo>
                <a:lnTo>
                  <a:pt x="3362325" y="1838325"/>
                </a:lnTo>
                <a:lnTo>
                  <a:pt x="3352800" y="1809750"/>
                </a:lnTo>
                <a:lnTo>
                  <a:pt x="3343275" y="1809750"/>
                </a:lnTo>
                <a:lnTo>
                  <a:pt x="3343275" y="1781175"/>
                </a:lnTo>
                <a:lnTo>
                  <a:pt x="3333750" y="1781175"/>
                </a:lnTo>
                <a:lnTo>
                  <a:pt x="3324225" y="1733550"/>
                </a:lnTo>
                <a:lnTo>
                  <a:pt x="3314700" y="1733550"/>
                </a:lnTo>
                <a:lnTo>
                  <a:pt x="3314700" y="1714500"/>
                </a:lnTo>
                <a:lnTo>
                  <a:pt x="3305175" y="1714500"/>
                </a:lnTo>
                <a:lnTo>
                  <a:pt x="3305175" y="1695450"/>
                </a:lnTo>
                <a:lnTo>
                  <a:pt x="3295650" y="1695450"/>
                </a:lnTo>
                <a:lnTo>
                  <a:pt x="3286125" y="1638300"/>
                </a:lnTo>
                <a:lnTo>
                  <a:pt x="3276600" y="1638300"/>
                </a:lnTo>
                <a:lnTo>
                  <a:pt x="3267075" y="1590675"/>
                </a:lnTo>
                <a:lnTo>
                  <a:pt x="3257550" y="1590675"/>
                </a:lnTo>
                <a:lnTo>
                  <a:pt x="3257550" y="1571625"/>
                </a:lnTo>
                <a:lnTo>
                  <a:pt x="3248025" y="1571625"/>
                </a:lnTo>
                <a:lnTo>
                  <a:pt x="3248025" y="1552575"/>
                </a:lnTo>
                <a:lnTo>
                  <a:pt x="3238500" y="1552575"/>
                </a:lnTo>
                <a:lnTo>
                  <a:pt x="3238500" y="1524000"/>
                </a:lnTo>
                <a:lnTo>
                  <a:pt x="3228975" y="1524000"/>
                </a:lnTo>
                <a:lnTo>
                  <a:pt x="3228975" y="1504950"/>
                </a:lnTo>
                <a:lnTo>
                  <a:pt x="3219450" y="1504950"/>
                </a:lnTo>
                <a:lnTo>
                  <a:pt x="3219450" y="1476375"/>
                </a:lnTo>
                <a:lnTo>
                  <a:pt x="3209925" y="1476375"/>
                </a:lnTo>
                <a:lnTo>
                  <a:pt x="3209925" y="1457325"/>
                </a:lnTo>
                <a:lnTo>
                  <a:pt x="3200400" y="1457325"/>
                </a:lnTo>
                <a:lnTo>
                  <a:pt x="3200400" y="1428750"/>
                </a:lnTo>
                <a:lnTo>
                  <a:pt x="3190875" y="1428750"/>
                </a:lnTo>
                <a:lnTo>
                  <a:pt x="3190875" y="1409700"/>
                </a:lnTo>
                <a:lnTo>
                  <a:pt x="3181350" y="1409700"/>
                </a:lnTo>
                <a:lnTo>
                  <a:pt x="3181350" y="1381125"/>
                </a:lnTo>
                <a:lnTo>
                  <a:pt x="3171825" y="1381125"/>
                </a:lnTo>
                <a:lnTo>
                  <a:pt x="3171825" y="1362075"/>
                </a:lnTo>
                <a:lnTo>
                  <a:pt x="3162300" y="1362075"/>
                </a:lnTo>
                <a:lnTo>
                  <a:pt x="3162300" y="1333500"/>
                </a:lnTo>
                <a:lnTo>
                  <a:pt x="3152775" y="1333500"/>
                </a:lnTo>
                <a:lnTo>
                  <a:pt x="3152775" y="1314450"/>
                </a:lnTo>
                <a:lnTo>
                  <a:pt x="3143250" y="1314450"/>
                </a:lnTo>
                <a:lnTo>
                  <a:pt x="3143250" y="1285875"/>
                </a:lnTo>
                <a:lnTo>
                  <a:pt x="3133725" y="1285875"/>
                </a:lnTo>
                <a:lnTo>
                  <a:pt x="3133725" y="1266825"/>
                </a:lnTo>
                <a:lnTo>
                  <a:pt x="3124200" y="1266825"/>
                </a:lnTo>
                <a:lnTo>
                  <a:pt x="3124200" y="1238250"/>
                </a:lnTo>
                <a:lnTo>
                  <a:pt x="3114675" y="1238250"/>
                </a:lnTo>
                <a:lnTo>
                  <a:pt x="3114675" y="1219200"/>
                </a:lnTo>
                <a:lnTo>
                  <a:pt x="3105150" y="1219200"/>
                </a:lnTo>
                <a:lnTo>
                  <a:pt x="3095625" y="1162050"/>
                </a:lnTo>
                <a:lnTo>
                  <a:pt x="3086100" y="1162050"/>
                </a:lnTo>
                <a:lnTo>
                  <a:pt x="3086100" y="1143000"/>
                </a:lnTo>
                <a:lnTo>
                  <a:pt x="3076575" y="1143000"/>
                </a:lnTo>
                <a:lnTo>
                  <a:pt x="3076575" y="1123950"/>
                </a:lnTo>
                <a:lnTo>
                  <a:pt x="3067050" y="1123950"/>
                </a:lnTo>
                <a:lnTo>
                  <a:pt x="3057525" y="1066800"/>
                </a:lnTo>
                <a:lnTo>
                  <a:pt x="3048000" y="1066800"/>
                </a:lnTo>
                <a:lnTo>
                  <a:pt x="3048000" y="1047750"/>
                </a:lnTo>
                <a:lnTo>
                  <a:pt x="3038475" y="1047750"/>
                </a:lnTo>
                <a:lnTo>
                  <a:pt x="3038475" y="1028700"/>
                </a:lnTo>
                <a:lnTo>
                  <a:pt x="3028950" y="1028700"/>
                </a:lnTo>
                <a:lnTo>
                  <a:pt x="3028950" y="990600"/>
                </a:lnTo>
                <a:lnTo>
                  <a:pt x="3019425" y="990600"/>
                </a:lnTo>
                <a:lnTo>
                  <a:pt x="3019425" y="1828800"/>
                </a:lnTo>
                <a:lnTo>
                  <a:pt x="3009900" y="1828800"/>
                </a:lnTo>
                <a:lnTo>
                  <a:pt x="3009900" y="1838325"/>
                </a:lnTo>
                <a:lnTo>
                  <a:pt x="2981325" y="1838325"/>
                </a:lnTo>
                <a:lnTo>
                  <a:pt x="2981325" y="1743075"/>
                </a:lnTo>
                <a:lnTo>
                  <a:pt x="2971800" y="1743075"/>
                </a:lnTo>
                <a:lnTo>
                  <a:pt x="2971800" y="1714500"/>
                </a:lnTo>
                <a:lnTo>
                  <a:pt x="2981325" y="1714500"/>
                </a:lnTo>
                <a:lnTo>
                  <a:pt x="2981325" y="1600200"/>
                </a:lnTo>
                <a:lnTo>
                  <a:pt x="2971800" y="1600200"/>
                </a:lnTo>
                <a:lnTo>
                  <a:pt x="2981325" y="1343025"/>
                </a:lnTo>
                <a:lnTo>
                  <a:pt x="2971800" y="1343025"/>
                </a:lnTo>
                <a:lnTo>
                  <a:pt x="2971800" y="1276350"/>
                </a:lnTo>
                <a:lnTo>
                  <a:pt x="2971800" y="1238250"/>
                </a:lnTo>
                <a:lnTo>
                  <a:pt x="2981325" y="1238250"/>
                </a:lnTo>
                <a:lnTo>
                  <a:pt x="2981325" y="1171575"/>
                </a:lnTo>
                <a:lnTo>
                  <a:pt x="2971800" y="1171575"/>
                </a:lnTo>
                <a:lnTo>
                  <a:pt x="2971800" y="1123950"/>
                </a:lnTo>
                <a:lnTo>
                  <a:pt x="2981325" y="1123950"/>
                </a:lnTo>
                <a:lnTo>
                  <a:pt x="2981325" y="1095375"/>
                </a:lnTo>
                <a:lnTo>
                  <a:pt x="2971800" y="1095375"/>
                </a:lnTo>
                <a:lnTo>
                  <a:pt x="2971800" y="1057275"/>
                </a:lnTo>
                <a:lnTo>
                  <a:pt x="2981325" y="1057275"/>
                </a:lnTo>
                <a:lnTo>
                  <a:pt x="2971800" y="904875"/>
                </a:lnTo>
                <a:lnTo>
                  <a:pt x="2981325" y="904875"/>
                </a:lnTo>
                <a:lnTo>
                  <a:pt x="2981325" y="895350"/>
                </a:lnTo>
                <a:lnTo>
                  <a:pt x="2971800" y="895350"/>
                </a:lnTo>
                <a:lnTo>
                  <a:pt x="2962275" y="876300"/>
                </a:lnTo>
                <a:lnTo>
                  <a:pt x="2905125" y="857250"/>
                </a:lnTo>
                <a:lnTo>
                  <a:pt x="2895600" y="838200"/>
                </a:lnTo>
                <a:lnTo>
                  <a:pt x="2876550" y="838200"/>
                </a:lnTo>
                <a:lnTo>
                  <a:pt x="2876550" y="828675"/>
                </a:lnTo>
                <a:lnTo>
                  <a:pt x="2819400" y="809625"/>
                </a:lnTo>
                <a:lnTo>
                  <a:pt x="2809875" y="790575"/>
                </a:lnTo>
                <a:lnTo>
                  <a:pt x="2790825" y="790575"/>
                </a:lnTo>
                <a:lnTo>
                  <a:pt x="2790825" y="781050"/>
                </a:lnTo>
                <a:lnTo>
                  <a:pt x="2733675" y="762000"/>
                </a:lnTo>
                <a:lnTo>
                  <a:pt x="2724150" y="742950"/>
                </a:lnTo>
                <a:lnTo>
                  <a:pt x="2667000" y="723900"/>
                </a:lnTo>
                <a:lnTo>
                  <a:pt x="2657475" y="704850"/>
                </a:lnTo>
                <a:lnTo>
                  <a:pt x="2600325" y="685800"/>
                </a:lnTo>
                <a:lnTo>
                  <a:pt x="2590800" y="666750"/>
                </a:lnTo>
                <a:lnTo>
                  <a:pt x="2552700" y="657225"/>
                </a:lnTo>
                <a:lnTo>
                  <a:pt x="2543175" y="638175"/>
                </a:lnTo>
                <a:lnTo>
                  <a:pt x="2505075" y="628650"/>
                </a:lnTo>
                <a:lnTo>
                  <a:pt x="2495550" y="609600"/>
                </a:lnTo>
                <a:lnTo>
                  <a:pt x="2476500" y="609600"/>
                </a:lnTo>
                <a:lnTo>
                  <a:pt x="2476500" y="600075"/>
                </a:lnTo>
                <a:lnTo>
                  <a:pt x="2457450" y="600075"/>
                </a:lnTo>
                <a:lnTo>
                  <a:pt x="2447925" y="581025"/>
                </a:lnTo>
                <a:lnTo>
                  <a:pt x="2409825" y="571500"/>
                </a:lnTo>
                <a:lnTo>
                  <a:pt x="2400300" y="552450"/>
                </a:lnTo>
                <a:lnTo>
                  <a:pt x="2362200" y="542925"/>
                </a:lnTo>
                <a:lnTo>
                  <a:pt x="2362200" y="533400"/>
                </a:lnTo>
                <a:lnTo>
                  <a:pt x="2333625" y="523875"/>
                </a:lnTo>
                <a:lnTo>
                  <a:pt x="2324100" y="504825"/>
                </a:lnTo>
                <a:lnTo>
                  <a:pt x="2305050" y="504825"/>
                </a:lnTo>
                <a:lnTo>
                  <a:pt x="2305050" y="495300"/>
                </a:lnTo>
                <a:lnTo>
                  <a:pt x="2286000" y="495300"/>
                </a:lnTo>
                <a:lnTo>
                  <a:pt x="2276475" y="476250"/>
                </a:lnTo>
                <a:lnTo>
                  <a:pt x="2238375" y="466725"/>
                </a:lnTo>
                <a:lnTo>
                  <a:pt x="2238375" y="457200"/>
                </a:lnTo>
                <a:lnTo>
                  <a:pt x="2209800" y="447675"/>
                </a:lnTo>
                <a:lnTo>
                  <a:pt x="2200275" y="428625"/>
                </a:lnTo>
                <a:lnTo>
                  <a:pt x="2162175" y="419100"/>
                </a:lnTo>
                <a:lnTo>
                  <a:pt x="2152650" y="400050"/>
                </a:lnTo>
                <a:lnTo>
                  <a:pt x="2114550" y="390525"/>
                </a:lnTo>
                <a:lnTo>
                  <a:pt x="2114550" y="381000"/>
                </a:lnTo>
                <a:lnTo>
                  <a:pt x="2085975" y="371475"/>
                </a:lnTo>
                <a:lnTo>
                  <a:pt x="2076450" y="352425"/>
                </a:lnTo>
                <a:lnTo>
                  <a:pt x="2038350" y="342900"/>
                </a:lnTo>
                <a:lnTo>
                  <a:pt x="2028825" y="323850"/>
                </a:lnTo>
                <a:lnTo>
                  <a:pt x="1990725" y="314325"/>
                </a:lnTo>
                <a:lnTo>
                  <a:pt x="1981200" y="295275"/>
                </a:lnTo>
                <a:lnTo>
                  <a:pt x="1962150" y="295275"/>
                </a:lnTo>
                <a:lnTo>
                  <a:pt x="1962150" y="285750"/>
                </a:lnTo>
                <a:lnTo>
                  <a:pt x="1933575" y="276225"/>
                </a:lnTo>
                <a:lnTo>
                  <a:pt x="1924050" y="257175"/>
                </a:lnTo>
                <a:lnTo>
                  <a:pt x="1885950" y="247650"/>
                </a:lnTo>
                <a:lnTo>
                  <a:pt x="1876425" y="228600"/>
                </a:lnTo>
                <a:lnTo>
                  <a:pt x="1857375" y="228600"/>
                </a:lnTo>
                <a:lnTo>
                  <a:pt x="1857375" y="219075"/>
                </a:lnTo>
                <a:lnTo>
                  <a:pt x="1828800" y="209550"/>
                </a:lnTo>
                <a:lnTo>
                  <a:pt x="1819275" y="190500"/>
                </a:lnTo>
                <a:lnTo>
                  <a:pt x="1800225" y="190500"/>
                </a:lnTo>
                <a:lnTo>
                  <a:pt x="1800225" y="180975"/>
                </a:lnTo>
                <a:lnTo>
                  <a:pt x="1781175" y="180975"/>
                </a:lnTo>
                <a:lnTo>
                  <a:pt x="1771650" y="161925"/>
                </a:lnTo>
                <a:lnTo>
                  <a:pt x="1752600" y="161925"/>
                </a:lnTo>
                <a:lnTo>
                  <a:pt x="1743075" y="142875"/>
                </a:lnTo>
                <a:lnTo>
                  <a:pt x="1724025" y="142875"/>
                </a:lnTo>
                <a:lnTo>
                  <a:pt x="1724025" y="552450"/>
                </a:lnTo>
                <a:lnTo>
                  <a:pt x="1714500" y="552450"/>
                </a:lnTo>
                <a:lnTo>
                  <a:pt x="1714500" y="561975"/>
                </a:lnTo>
                <a:lnTo>
                  <a:pt x="1685925" y="552450"/>
                </a:lnTo>
                <a:lnTo>
                  <a:pt x="1685925" y="152400"/>
                </a:lnTo>
                <a:lnTo>
                  <a:pt x="1666875" y="152400"/>
                </a:lnTo>
                <a:lnTo>
                  <a:pt x="1666875" y="161925"/>
                </a:lnTo>
                <a:lnTo>
                  <a:pt x="1647825" y="161925"/>
                </a:lnTo>
                <a:lnTo>
                  <a:pt x="1638300" y="180975"/>
                </a:lnTo>
                <a:lnTo>
                  <a:pt x="1619250" y="180975"/>
                </a:lnTo>
                <a:lnTo>
                  <a:pt x="1609725" y="200025"/>
                </a:lnTo>
                <a:lnTo>
                  <a:pt x="1590675" y="200025"/>
                </a:lnTo>
                <a:lnTo>
                  <a:pt x="1571625" y="228600"/>
                </a:lnTo>
                <a:lnTo>
                  <a:pt x="1533525" y="238125"/>
                </a:lnTo>
                <a:lnTo>
                  <a:pt x="1524000" y="257175"/>
                </a:lnTo>
                <a:lnTo>
                  <a:pt x="1504950" y="257175"/>
                </a:lnTo>
                <a:lnTo>
                  <a:pt x="1495425" y="276225"/>
                </a:lnTo>
                <a:lnTo>
                  <a:pt x="1476375" y="276225"/>
                </a:lnTo>
                <a:lnTo>
                  <a:pt x="1466850" y="295275"/>
                </a:lnTo>
                <a:lnTo>
                  <a:pt x="1447800" y="295275"/>
                </a:lnTo>
                <a:lnTo>
                  <a:pt x="1438275" y="314325"/>
                </a:lnTo>
                <a:lnTo>
                  <a:pt x="1419225" y="314325"/>
                </a:lnTo>
                <a:lnTo>
                  <a:pt x="1409700" y="333375"/>
                </a:lnTo>
                <a:lnTo>
                  <a:pt x="1390650" y="333375"/>
                </a:lnTo>
                <a:lnTo>
                  <a:pt x="1381125" y="352425"/>
                </a:lnTo>
                <a:lnTo>
                  <a:pt x="1362075" y="352425"/>
                </a:lnTo>
                <a:lnTo>
                  <a:pt x="1352550" y="371475"/>
                </a:lnTo>
                <a:lnTo>
                  <a:pt x="1333500" y="371475"/>
                </a:lnTo>
                <a:lnTo>
                  <a:pt x="1323975" y="390525"/>
                </a:lnTo>
                <a:lnTo>
                  <a:pt x="1304925" y="390525"/>
                </a:lnTo>
                <a:lnTo>
                  <a:pt x="1295400" y="409575"/>
                </a:lnTo>
                <a:lnTo>
                  <a:pt x="1257300" y="419100"/>
                </a:lnTo>
                <a:lnTo>
                  <a:pt x="1247775" y="438150"/>
                </a:lnTo>
                <a:lnTo>
                  <a:pt x="1228725" y="438150"/>
                </a:lnTo>
                <a:lnTo>
                  <a:pt x="1228725" y="447675"/>
                </a:lnTo>
                <a:lnTo>
                  <a:pt x="1200150" y="457200"/>
                </a:lnTo>
                <a:lnTo>
                  <a:pt x="1190625" y="476250"/>
                </a:lnTo>
                <a:lnTo>
                  <a:pt x="1171575" y="476250"/>
                </a:lnTo>
                <a:lnTo>
                  <a:pt x="1171575" y="485775"/>
                </a:lnTo>
                <a:lnTo>
                  <a:pt x="1152525" y="485775"/>
                </a:lnTo>
                <a:lnTo>
                  <a:pt x="1143000" y="504825"/>
                </a:lnTo>
                <a:lnTo>
                  <a:pt x="1123950" y="504825"/>
                </a:lnTo>
                <a:lnTo>
                  <a:pt x="1114425" y="523875"/>
                </a:lnTo>
                <a:lnTo>
                  <a:pt x="1076325" y="533400"/>
                </a:lnTo>
                <a:lnTo>
                  <a:pt x="1066800" y="552450"/>
                </a:lnTo>
                <a:lnTo>
                  <a:pt x="1028700" y="561975"/>
                </a:lnTo>
                <a:lnTo>
                  <a:pt x="1019175" y="581025"/>
                </a:lnTo>
                <a:lnTo>
                  <a:pt x="981075" y="590550"/>
                </a:lnTo>
                <a:lnTo>
                  <a:pt x="971550" y="609600"/>
                </a:lnTo>
                <a:lnTo>
                  <a:pt x="933450" y="619125"/>
                </a:lnTo>
                <a:lnTo>
                  <a:pt x="923925" y="638175"/>
                </a:lnTo>
                <a:lnTo>
                  <a:pt x="885825" y="647700"/>
                </a:lnTo>
                <a:lnTo>
                  <a:pt x="876300" y="666750"/>
                </a:lnTo>
                <a:lnTo>
                  <a:pt x="819150" y="685800"/>
                </a:lnTo>
                <a:lnTo>
                  <a:pt x="809625" y="704850"/>
                </a:lnTo>
                <a:lnTo>
                  <a:pt x="752475" y="723900"/>
                </a:lnTo>
                <a:lnTo>
                  <a:pt x="742950" y="742950"/>
                </a:lnTo>
                <a:lnTo>
                  <a:pt x="723900" y="742950"/>
                </a:lnTo>
                <a:lnTo>
                  <a:pt x="723900" y="752475"/>
                </a:lnTo>
                <a:lnTo>
                  <a:pt x="704850" y="752475"/>
                </a:lnTo>
                <a:lnTo>
                  <a:pt x="704850" y="762000"/>
                </a:lnTo>
                <a:lnTo>
                  <a:pt x="647700" y="781050"/>
                </a:lnTo>
                <a:lnTo>
                  <a:pt x="638175" y="800100"/>
                </a:lnTo>
                <a:lnTo>
                  <a:pt x="619125" y="800100"/>
                </a:lnTo>
                <a:lnTo>
                  <a:pt x="619125" y="809625"/>
                </a:lnTo>
                <a:lnTo>
                  <a:pt x="600075" y="809625"/>
                </a:lnTo>
                <a:lnTo>
                  <a:pt x="600075" y="819150"/>
                </a:lnTo>
                <a:lnTo>
                  <a:pt x="581025" y="819150"/>
                </a:lnTo>
                <a:lnTo>
                  <a:pt x="581025" y="828675"/>
                </a:lnTo>
                <a:lnTo>
                  <a:pt x="523875" y="847725"/>
                </a:lnTo>
                <a:lnTo>
                  <a:pt x="514350" y="866775"/>
                </a:lnTo>
                <a:lnTo>
                  <a:pt x="476250" y="876300"/>
                </a:lnTo>
                <a:lnTo>
                  <a:pt x="476250" y="1828800"/>
                </a:lnTo>
                <a:lnTo>
                  <a:pt x="466725" y="1828800"/>
                </a:lnTo>
                <a:lnTo>
                  <a:pt x="466725" y="1838325"/>
                </a:lnTo>
                <a:lnTo>
                  <a:pt x="438150" y="1838325"/>
                </a:lnTo>
                <a:lnTo>
                  <a:pt x="438150" y="1828800"/>
                </a:lnTo>
                <a:lnTo>
                  <a:pt x="428625" y="1828800"/>
                </a:lnTo>
                <a:lnTo>
                  <a:pt x="428625" y="933450"/>
                </a:lnTo>
                <a:lnTo>
                  <a:pt x="419100" y="933450"/>
                </a:lnTo>
                <a:lnTo>
                  <a:pt x="419100" y="952500"/>
                </a:lnTo>
                <a:lnTo>
                  <a:pt x="409575" y="952500"/>
                </a:lnTo>
                <a:lnTo>
                  <a:pt x="409575" y="981075"/>
                </a:lnTo>
                <a:lnTo>
                  <a:pt x="400050" y="981075"/>
                </a:lnTo>
                <a:lnTo>
                  <a:pt x="400050" y="1000125"/>
                </a:lnTo>
                <a:lnTo>
                  <a:pt x="390525" y="1000125"/>
                </a:lnTo>
                <a:lnTo>
                  <a:pt x="390525" y="1028700"/>
                </a:lnTo>
                <a:lnTo>
                  <a:pt x="381000" y="1028700"/>
                </a:lnTo>
                <a:lnTo>
                  <a:pt x="381000" y="1047750"/>
                </a:lnTo>
                <a:lnTo>
                  <a:pt x="371475" y="1047750"/>
                </a:lnTo>
                <a:lnTo>
                  <a:pt x="371475" y="1076325"/>
                </a:lnTo>
                <a:lnTo>
                  <a:pt x="361950" y="1076325"/>
                </a:lnTo>
                <a:lnTo>
                  <a:pt x="361950" y="1095375"/>
                </a:lnTo>
                <a:lnTo>
                  <a:pt x="352425" y="1095375"/>
                </a:lnTo>
                <a:lnTo>
                  <a:pt x="352425" y="1114425"/>
                </a:lnTo>
                <a:lnTo>
                  <a:pt x="342900" y="1114425"/>
                </a:lnTo>
                <a:lnTo>
                  <a:pt x="333375" y="1171575"/>
                </a:lnTo>
                <a:lnTo>
                  <a:pt x="323850" y="1171575"/>
                </a:lnTo>
                <a:lnTo>
                  <a:pt x="323850" y="1190625"/>
                </a:lnTo>
                <a:lnTo>
                  <a:pt x="314325" y="1190625"/>
                </a:lnTo>
                <a:lnTo>
                  <a:pt x="314325" y="1209675"/>
                </a:lnTo>
                <a:lnTo>
                  <a:pt x="304800" y="1209675"/>
                </a:lnTo>
                <a:lnTo>
                  <a:pt x="304800" y="1238250"/>
                </a:lnTo>
                <a:lnTo>
                  <a:pt x="295275" y="1238250"/>
                </a:lnTo>
                <a:lnTo>
                  <a:pt x="295275" y="1257300"/>
                </a:lnTo>
                <a:lnTo>
                  <a:pt x="285750" y="1257300"/>
                </a:lnTo>
                <a:lnTo>
                  <a:pt x="285750" y="1285875"/>
                </a:lnTo>
                <a:lnTo>
                  <a:pt x="276225" y="1285875"/>
                </a:lnTo>
                <a:lnTo>
                  <a:pt x="276225" y="1304925"/>
                </a:lnTo>
                <a:lnTo>
                  <a:pt x="266700" y="1304925"/>
                </a:lnTo>
                <a:lnTo>
                  <a:pt x="266700" y="1333500"/>
                </a:lnTo>
                <a:lnTo>
                  <a:pt x="257175" y="1333500"/>
                </a:lnTo>
                <a:lnTo>
                  <a:pt x="257175" y="1352550"/>
                </a:lnTo>
                <a:lnTo>
                  <a:pt x="247650" y="1352550"/>
                </a:lnTo>
                <a:lnTo>
                  <a:pt x="247650" y="1371600"/>
                </a:lnTo>
                <a:lnTo>
                  <a:pt x="238125" y="1371600"/>
                </a:lnTo>
                <a:lnTo>
                  <a:pt x="238125" y="1400175"/>
                </a:lnTo>
                <a:lnTo>
                  <a:pt x="228600" y="1400175"/>
                </a:lnTo>
                <a:lnTo>
                  <a:pt x="228600" y="1419225"/>
                </a:lnTo>
                <a:lnTo>
                  <a:pt x="219075" y="1419225"/>
                </a:lnTo>
                <a:lnTo>
                  <a:pt x="209550" y="1476375"/>
                </a:lnTo>
                <a:lnTo>
                  <a:pt x="200025" y="1476375"/>
                </a:lnTo>
                <a:lnTo>
                  <a:pt x="200025" y="1495425"/>
                </a:lnTo>
                <a:lnTo>
                  <a:pt x="190500" y="1495425"/>
                </a:lnTo>
                <a:lnTo>
                  <a:pt x="190500" y="1514475"/>
                </a:lnTo>
                <a:lnTo>
                  <a:pt x="180975" y="1514475"/>
                </a:lnTo>
                <a:lnTo>
                  <a:pt x="180975" y="1543050"/>
                </a:lnTo>
                <a:lnTo>
                  <a:pt x="171450" y="1543050"/>
                </a:lnTo>
                <a:lnTo>
                  <a:pt x="171450" y="1562100"/>
                </a:lnTo>
                <a:lnTo>
                  <a:pt x="161925" y="1562100"/>
                </a:lnTo>
                <a:lnTo>
                  <a:pt x="161925" y="1590675"/>
                </a:lnTo>
                <a:lnTo>
                  <a:pt x="152400" y="1590675"/>
                </a:lnTo>
                <a:lnTo>
                  <a:pt x="152400" y="1609725"/>
                </a:lnTo>
                <a:lnTo>
                  <a:pt x="142875" y="1609725"/>
                </a:lnTo>
                <a:lnTo>
                  <a:pt x="142875" y="1638300"/>
                </a:lnTo>
                <a:lnTo>
                  <a:pt x="133350" y="1638300"/>
                </a:lnTo>
                <a:lnTo>
                  <a:pt x="133350" y="1657350"/>
                </a:lnTo>
                <a:lnTo>
                  <a:pt x="123825" y="1657350"/>
                </a:lnTo>
                <a:lnTo>
                  <a:pt x="123825" y="1685925"/>
                </a:lnTo>
                <a:lnTo>
                  <a:pt x="114300" y="1685925"/>
                </a:lnTo>
                <a:lnTo>
                  <a:pt x="114300" y="1704975"/>
                </a:lnTo>
                <a:lnTo>
                  <a:pt x="104775" y="1704975"/>
                </a:lnTo>
                <a:lnTo>
                  <a:pt x="104775" y="1733550"/>
                </a:lnTo>
                <a:lnTo>
                  <a:pt x="95250" y="1733550"/>
                </a:lnTo>
                <a:lnTo>
                  <a:pt x="95250" y="1752600"/>
                </a:lnTo>
                <a:lnTo>
                  <a:pt x="85725" y="1752600"/>
                </a:lnTo>
                <a:lnTo>
                  <a:pt x="85725" y="1781175"/>
                </a:lnTo>
                <a:lnTo>
                  <a:pt x="76200" y="1781175"/>
                </a:lnTo>
                <a:lnTo>
                  <a:pt x="76200" y="1800225"/>
                </a:lnTo>
                <a:lnTo>
                  <a:pt x="66675" y="1800225"/>
                </a:lnTo>
                <a:lnTo>
                  <a:pt x="66675" y="1828800"/>
                </a:lnTo>
                <a:lnTo>
                  <a:pt x="57150" y="1828800"/>
                </a:lnTo>
                <a:lnTo>
                  <a:pt x="57150" y="1838325"/>
                </a:lnTo>
                <a:lnTo>
                  <a:pt x="28575" y="1838325"/>
                </a:lnTo>
                <a:lnTo>
                  <a:pt x="19050" y="1819275"/>
                </a:lnTo>
                <a:lnTo>
                  <a:pt x="28575" y="1819275"/>
                </a:lnTo>
                <a:lnTo>
                  <a:pt x="28575" y="1790700"/>
                </a:lnTo>
                <a:lnTo>
                  <a:pt x="38100" y="1790700"/>
                </a:lnTo>
                <a:lnTo>
                  <a:pt x="47625" y="1743075"/>
                </a:lnTo>
                <a:lnTo>
                  <a:pt x="57150" y="1743075"/>
                </a:lnTo>
                <a:lnTo>
                  <a:pt x="57150" y="1724025"/>
                </a:lnTo>
                <a:lnTo>
                  <a:pt x="66675" y="1724025"/>
                </a:lnTo>
                <a:lnTo>
                  <a:pt x="66675" y="1695450"/>
                </a:lnTo>
                <a:lnTo>
                  <a:pt x="76200" y="1695450"/>
                </a:lnTo>
                <a:lnTo>
                  <a:pt x="76200" y="1676400"/>
                </a:lnTo>
                <a:lnTo>
                  <a:pt x="85725" y="1676400"/>
                </a:lnTo>
                <a:lnTo>
                  <a:pt x="85725" y="1657350"/>
                </a:lnTo>
                <a:lnTo>
                  <a:pt x="95250" y="1657350"/>
                </a:lnTo>
                <a:lnTo>
                  <a:pt x="95250" y="1628775"/>
                </a:lnTo>
                <a:lnTo>
                  <a:pt x="104775" y="1628775"/>
                </a:lnTo>
                <a:lnTo>
                  <a:pt x="104775" y="1609725"/>
                </a:lnTo>
                <a:lnTo>
                  <a:pt x="114300" y="1609725"/>
                </a:lnTo>
                <a:lnTo>
                  <a:pt x="114300" y="1581150"/>
                </a:lnTo>
                <a:lnTo>
                  <a:pt x="123825" y="1581150"/>
                </a:lnTo>
                <a:lnTo>
                  <a:pt x="123825" y="1562100"/>
                </a:lnTo>
                <a:lnTo>
                  <a:pt x="133350" y="1562100"/>
                </a:lnTo>
                <a:lnTo>
                  <a:pt x="133350" y="1533525"/>
                </a:lnTo>
                <a:lnTo>
                  <a:pt x="142875" y="1533525"/>
                </a:lnTo>
                <a:lnTo>
                  <a:pt x="142875" y="1504950"/>
                </a:lnTo>
                <a:lnTo>
                  <a:pt x="152400" y="1504950"/>
                </a:lnTo>
                <a:lnTo>
                  <a:pt x="152400" y="1485900"/>
                </a:lnTo>
                <a:lnTo>
                  <a:pt x="161925" y="1485900"/>
                </a:lnTo>
                <a:lnTo>
                  <a:pt x="161925" y="1466850"/>
                </a:lnTo>
                <a:lnTo>
                  <a:pt x="171450" y="1466850"/>
                </a:lnTo>
                <a:lnTo>
                  <a:pt x="171450" y="1438275"/>
                </a:lnTo>
                <a:lnTo>
                  <a:pt x="180975" y="1438275"/>
                </a:lnTo>
                <a:lnTo>
                  <a:pt x="190500" y="1390650"/>
                </a:lnTo>
                <a:close/>
                <a:moveTo>
                  <a:pt x="2676525" y="1790700"/>
                </a:moveTo>
                <a:lnTo>
                  <a:pt x="2676525" y="1504950"/>
                </a:lnTo>
                <a:lnTo>
                  <a:pt x="2686050" y="1504950"/>
                </a:lnTo>
                <a:lnTo>
                  <a:pt x="2686050" y="1485900"/>
                </a:lnTo>
                <a:lnTo>
                  <a:pt x="2705100" y="1476375"/>
                </a:lnTo>
                <a:lnTo>
                  <a:pt x="2705100" y="1457325"/>
                </a:lnTo>
                <a:lnTo>
                  <a:pt x="2676525" y="1447800"/>
                </a:lnTo>
                <a:lnTo>
                  <a:pt x="2676525" y="1343025"/>
                </a:lnTo>
                <a:lnTo>
                  <a:pt x="2686050" y="1343025"/>
                </a:lnTo>
                <a:lnTo>
                  <a:pt x="2686050" y="1333500"/>
                </a:lnTo>
                <a:lnTo>
                  <a:pt x="2857500" y="1333500"/>
                </a:lnTo>
                <a:lnTo>
                  <a:pt x="2857500" y="1343025"/>
                </a:lnTo>
                <a:lnTo>
                  <a:pt x="2867025" y="1343025"/>
                </a:lnTo>
                <a:lnTo>
                  <a:pt x="2867025" y="1390650"/>
                </a:lnTo>
                <a:lnTo>
                  <a:pt x="2867025" y="1447800"/>
                </a:lnTo>
                <a:lnTo>
                  <a:pt x="2838450" y="1457325"/>
                </a:lnTo>
                <a:lnTo>
                  <a:pt x="2838450" y="1485900"/>
                </a:lnTo>
                <a:lnTo>
                  <a:pt x="2867025" y="1504950"/>
                </a:lnTo>
                <a:lnTo>
                  <a:pt x="2867025" y="1828800"/>
                </a:lnTo>
                <a:lnTo>
                  <a:pt x="2838450" y="1838325"/>
                </a:lnTo>
                <a:lnTo>
                  <a:pt x="2838450" y="1847850"/>
                </a:lnTo>
                <a:lnTo>
                  <a:pt x="2705100" y="1847850"/>
                </a:lnTo>
                <a:lnTo>
                  <a:pt x="2705100" y="1838325"/>
                </a:lnTo>
                <a:lnTo>
                  <a:pt x="2676525" y="1828800"/>
                </a:lnTo>
                <a:lnTo>
                  <a:pt x="2676525" y="1790700"/>
                </a:lnTo>
                <a:close/>
                <a:moveTo>
                  <a:pt x="2562225" y="1809750"/>
                </a:moveTo>
                <a:lnTo>
                  <a:pt x="2581275" y="1809750"/>
                </a:lnTo>
                <a:lnTo>
                  <a:pt x="2581275" y="1514475"/>
                </a:lnTo>
                <a:lnTo>
                  <a:pt x="2571750" y="1514475"/>
                </a:lnTo>
                <a:lnTo>
                  <a:pt x="2571750" y="1504950"/>
                </a:lnTo>
                <a:lnTo>
                  <a:pt x="2476500" y="1504950"/>
                </a:lnTo>
                <a:lnTo>
                  <a:pt x="2457450" y="1504950"/>
                </a:lnTo>
                <a:lnTo>
                  <a:pt x="2457450" y="1809750"/>
                </a:lnTo>
                <a:lnTo>
                  <a:pt x="2562225" y="1809750"/>
                </a:lnTo>
                <a:close/>
                <a:moveTo>
                  <a:pt x="1524000" y="1333500"/>
                </a:moveTo>
                <a:lnTo>
                  <a:pt x="1524000" y="1219200"/>
                </a:lnTo>
                <a:lnTo>
                  <a:pt x="1914525" y="1219200"/>
                </a:lnTo>
                <a:lnTo>
                  <a:pt x="1914525" y="1228725"/>
                </a:lnTo>
                <a:lnTo>
                  <a:pt x="1924050" y="1228725"/>
                </a:lnTo>
                <a:lnTo>
                  <a:pt x="1924050" y="1343025"/>
                </a:lnTo>
                <a:lnTo>
                  <a:pt x="1924050" y="1447800"/>
                </a:lnTo>
                <a:lnTo>
                  <a:pt x="1914525" y="1447800"/>
                </a:lnTo>
                <a:lnTo>
                  <a:pt x="1914525" y="1457325"/>
                </a:lnTo>
                <a:lnTo>
                  <a:pt x="1533525" y="1457325"/>
                </a:lnTo>
                <a:lnTo>
                  <a:pt x="1533525" y="1447800"/>
                </a:lnTo>
                <a:lnTo>
                  <a:pt x="1524000" y="1447800"/>
                </a:lnTo>
                <a:lnTo>
                  <a:pt x="1524000" y="1333500"/>
                </a:lnTo>
                <a:close/>
                <a:moveTo>
                  <a:pt x="1562100" y="1371600"/>
                </a:moveTo>
                <a:lnTo>
                  <a:pt x="1562100" y="1409700"/>
                </a:lnTo>
                <a:lnTo>
                  <a:pt x="1876425" y="1409700"/>
                </a:lnTo>
                <a:lnTo>
                  <a:pt x="1876425" y="1381125"/>
                </a:lnTo>
                <a:lnTo>
                  <a:pt x="1876425" y="1343025"/>
                </a:lnTo>
                <a:lnTo>
                  <a:pt x="1562100" y="1343025"/>
                </a:lnTo>
                <a:lnTo>
                  <a:pt x="1562100" y="1371600"/>
                </a:lnTo>
                <a:close/>
                <a:moveTo>
                  <a:pt x="2457450" y="1847850"/>
                </a:moveTo>
                <a:lnTo>
                  <a:pt x="2428875" y="1838325"/>
                </a:lnTo>
                <a:lnTo>
                  <a:pt x="2428875" y="1819275"/>
                </a:lnTo>
                <a:lnTo>
                  <a:pt x="2419350" y="1819275"/>
                </a:lnTo>
                <a:lnTo>
                  <a:pt x="2419350" y="1504950"/>
                </a:lnTo>
                <a:lnTo>
                  <a:pt x="2447925" y="1485900"/>
                </a:lnTo>
                <a:lnTo>
                  <a:pt x="2447925" y="1457325"/>
                </a:lnTo>
                <a:lnTo>
                  <a:pt x="2419350" y="1447800"/>
                </a:lnTo>
                <a:lnTo>
                  <a:pt x="2419350" y="1352550"/>
                </a:lnTo>
                <a:lnTo>
                  <a:pt x="2428875" y="1352550"/>
                </a:lnTo>
                <a:lnTo>
                  <a:pt x="2428875" y="1333500"/>
                </a:lnTo>
                <a:lnTo>
                  <a:pt x="2562225" y="1333500"/>
                </a:lnTo>
                <a:lnTo>
                  <a:pt x="2600325" y="1333500"/>
                </a:lnTo>
                <a:lnTo>
                  <a:pt x="2600325" y="1343025"/>
                </a:lnTo>
                <a:lnTo>
                  <a:pt x="2609850" y="1343025"/>
                </a:lnTo>
                <a:lnTo>
                  <a:pt x="2609850" y="1447800"/>
                </a:lnTo>
                <a:lnTo>
                  <a:pt x="2590800" y="1447800"/>
                </a:lnTo>
                <a:lnTo>
                  <a:pt x="2590800" y="1485900"/>
                </a:lnTo>
                <a:lnTo>
                  <a:pt x="2609850" y="1495425"/>
                </a:lnTo>
                <a:lnTo>
                  <a:pt x="2609850" y="1828800"/>
                </a:lnTo>
                <a:lnTo>
                  <a:pt x="2581275" y="1838325"/>
                </a:lnTo>
                <a:lnTo>
                  <a:pt x="2581275" y="1847850"/>
                </a:lnTo>
                <a:lnTo>
                  <a:pt x="2457450" y="1847850"/>
                </a:lnTo>
                <a:close/>
                <a:moveTo>
                  <a:pt x="1247775" y="838200"/>
                </a:moveTo>
                <a:lnTo>
                  <a:pt x="1247775" y="847725"/>
                </a:lnTo>
                <a:lnTo>
                  <a:pt x="1238250" y="847725"/>
                </a:lnTo>
                <a:lnTo>
                  <a:pt x="1238250" y="952500"/>
                </a:lnTo>
                <a:lnTo>
                  <a:pt x="1571625" y="952500"/>
                </a:lnTo>
                <a:lnTo>
                  <a:pt x="1571625" y="866775"/>
                </a:lnTo>
                <a:lnTo>
                  <a:pt x="1562100" y="866775"/>
                </a:lnTo>
                <a:lnTo>
                  <a:pt x="1562100" y="847725"/>
                </a:lnTo>
                <a:lnTo>
                  <a:pt x="1533525" y="838200"/>
                </a:lnTo>
                <a:lnTo>
                  <a:pt x="1533525" y="828675"/>
                </a:lnTo>
                <a:lnTo>
                  <a:pt x="1266825" y="828675"/>
                </a:lnTo>
                <a:lnTo>
                  <a:pt x="1266825" y="838200"/>
                </a:lnTo>
                <a:lnTo>
                  <a:pt x="1247775" y="838200"/>
                </a:lnTo>
                <a:close/>
                <a:moveTo>
                  <a:pt x="1028700" y="1000125"/>
                </a:moveTo>
                <a:lnTo>
                  <a:pt x="866775" y="1000125"/>
                </a:lnTo>
                <a:lnTo>
                  <a:pt x="866775" y="1009650"/>
                </a:lnTo>
                <a:lnTo>
                  <a:pt x="847725" y="1009650"/>
                </a:lnTo>
                <a:lnTo>
                  <a:pt x="847725" y="1019175"/>
                </a:lnTo>
                <a:lnTo>
                  <a:pt x="819150" y="1028700"/>
                </a:lnTo>
                <a:lnTo>
                  <a:pt x="819150" y="1047750"/>
                </a:lnTo>
                <a:lnTo>
                  <a:pt x="809625" y="1047750"/>
                </a:lnTo>
                <a:lnTo>
                  <a:pt x="809625" y="1085850"/>
                </a:lnTo>
                <a:lnTo>
                  <a:pt x="800100" y="1085850"/>
                </a:lnTo>
                <a:lnTo>
                  <a:pt x="809625" y="1104900"/>
                </a:lnTo>
                <a:lnTo>
                  <a:pt x="1438275" y="1104900"/>
                </a:lnTo>
                <a:lnTo>
                  <a:pt x="1438275" y="1095375"/>
                </a:lnTo>
                <a:lnTo>
                  <a:pt x="1514475" y="1095375"/>
                </a:lnTo>
                <a:lnTo>
                  <a:pt x="1514475" y="1104900"/>
                </a:lnTo>
                <a:lnTo>
                  <a:pt x="1771650" y="1104900"/>
                </a:lnTo>
                <a:lnTo>
                  <a:pt x="1857375" y="1104900"/>
                </a:lnTo>
                <a:lnTo>
                  <a:pt x="1857375" y="1095375"/>
                </a:lnTo>
                <a:lnTo>
                  <a:pt x="1990725" y="1095375"/>
                </a:lnTo>
                <a:lnTo>
                  <a:pt x="1990725" y="1104900"/>
                </a:lnTo>
                <a:lnTo>
                  <a:pt x="2000250" y="1104900"/>
                </a:lnTo>
                <a:lnTo>
                  <a:pt x="2000250" y="1047750"/>
                </a:lnTo>
                <a:lnTo>
                  <a:pt x="1981200" y="1038225"/>
                </a:lnTo>
                <a:lnTo>
                  <a:pt x="1981200" y="1019175"/>
                </a:lnTo>
                <a:lnTo>
                  <a:pt x="1962150" y="1019175"/>
                </a:lnTo>
                <a:lnTo>
                  <a:pt x="1962150" y="1009650"/>
                </a:lnTo>
                <a:lnTo>
                  <a:pt x="1943100" y="1009650"/>
                </a:lnTo>
                <a:lnTo>
                  <a:pt x="1943100" y="1000125"/>
                </a:lnTo>
                <a:lnTo>
                  <a:pt x="1028700" y="1000125"/>
                </a:lnTo>
                <a:close/>
                <a:moveTo>
                  <a:pt x="800100" y="1171575"/>
                </a:moveTo>
                <a:lnTo>
                  <a:pt x="800100" y="1714500"/>
                </a:lnTo>
                <a:lnTo>
                  <a:pt x="809625" y="1714500"/>
                </a:lnTo>
                <a:lnTo>
                  <a:pt x="809625" y="1743075"/>
                </a:lnTo>
                <a:lnTo>
                  <a:pt x="819150" y="1743075"/>
                </a:lnTo>
                <a:lnTo>
                  <a:pt x="819150" y="1762125"/>
                </a:lnTo>
                <a:lnTo>
                  <a:pt x="828675" y="1762125"/>
                </a:lnTo>
                <a:lnTo>
                  <a:pt x="838200" y="1781175"/>
                </a:lnTo>
                <a:lnTo>
                  <a:pt x="885825" y="1790700"/>
                </a:lnTo>
                <a:lnTo>
                  <a:pt x="885825" y="1800225"/>
                </a:lnTo>
                <a:lnTo>
                  <a:pt x="1009650" y="1800225"/>
                </a:lnTo>
                <a:lnTo>
                  <a:pt x="1009650" y="1790700"/>
                </a:lnTo>
                <a:lnTo>
                  <a:pt x="1200150" y="1790700"/>
                </a:lnTo>
                <a:lnTo>
                  <a:pt x="1200150" y="1800225"/>
                </a:lnTo>
                <a:lnTo>
                  <a:pt x="1228725" y="1800225"/>
                </a:lnTo>
                <a:lnTo>
                  <a:pt x="1228725" y="1790700"/>
                </a:lnTo>
                <a:lnTo>
                  <a:pt x="1257300" y="1790700"/>
                </a:lnTo>
                <a:lnTo>
                  <a:pt x="1257300" y="1800225"/>
                </a:lnTo>
                <a:lnTo>
                  <a:pt x="1514475" y="1800225"/>
                </a:lnTo>
                <a:lnTo>
                  <a:pt x="1514475" y="1790700"/>
                </a:lnTo>
                <a:lnTo>
                  <a:pt x="1628775" y="1790700"/>
                </a:lnTo>
                <a:lnTo>
                  <a:pt x="1628775" y="1800225"/>
                </a:lnTo>
                <a:lnTo>
                  <a:pt x="1685925" y="1800225"/>
                </a:lnTo>
                <a:lnTo>
                  <a:pt x="1685925" y="1790700"/>
                </a:lnTo>
                <a:lnTo>
                  <a:pt x="1704975" y="1790700"/>
                </a:lnTo>
                <a:lnTo>
                  <a:pt x="1704975" y="1800225"/>
                </a:lnTo>
                <a:lnTo>
                  <a:pt x="1762125" y="1800225"/>
                </a:lnTo>
                <a:lnTo>
                  <a:pt x="1762125" y="1790700"/>
                </a:lnTo>
                <a:lnTo>
                  <a:pt x="1952625" y="1790700"/>
                </a:lnTo>
                <a:lnTo>
                  <a:pt x="1952625" y="1781175"/>
                </a:lnTo>
                <a:lnTo>
                  <a:pt x="1971675" y="1781175"/>
                </a:lnTo>
                <a:lnTo>
                  <a:pt x="1971675" y="1771650"/>
                </a:lnTo>
                <a:lnTo>
                  <a:pt x="1990725" y="1762125"/>
                </a:lnTo>
                <a:lnTo>
                  <a:pt x="1990725" y="1743075"/>
                </a:lnTo>
                <a:lnTo>
                  <a:pt x="2000250" y="1743075"/>
                </a:lnTo>
                <a:lnTo>
                  <a:pt x="2000250" y="1143000"/>
                </a:lnTo>
                <a:lnTo>
                  <a:pt x="809625" y="1143000"/>
                </a:lnTo>
                <a:lnTo>
                  <a:pt x="800100" y="1171575"/>
                </a:lnTo>
                <a:close/>
                <a:moveTo>
                  <a:pt x="2324100" y="1800225"/>
                </a:moveTo>
                <a:lnTo>
                  <a:pt x="2324100" y="1514475"/>
                </a:lnTo>
                <a:lnTo>
                  <a:pt x="2314575" y="1514475"/>
                </a:lnTo>
                <a:lnTo>
                  <a:pt x="2314575" y="1504950"/>
                </a:lnTo>
                <a:lnTo>
                  <a:pt x="2209800" y="1504950"/>
                </a:lnTo>
                <a:lnTo>
                  <a:pt x="2209800" y="1514475"/>
                </a:lnTo>
                <a:lnTo>
                  <a:pt x="2200275" y="1514475"/>
                </a:lnTo>
                <a:lnTo>
                  <a:pt x="2200275" y="1809750"/>
                </a:lnTo>
                <a:lnTo>
                  <a:pt x="2324100" y="1809750"/>
                </a:lnTo>
                <a:lnTo>
                  <a:pt x="2324100" y="1800225"/>
                </a:lnTo>
                <a:close/>
                <a:moveTo>
                  <a:pt x="2809875" y="1466850"/>
                </a:moveTo>
                <a:lnTo>
                  <a:pt x="2809875" y="1447800"/>
                </a:lnTo>
                <a:lnTo>
                  <a:pt x="2800350" y="1447800"/>
                </a:lnTo>
                <a:lnTo>
                  <a:pt x="2800350" y="1457325"/>
                </a:lnTo>
                <a:lnTo>
                  <a:pt x="2743200" y="1457325"/>
                </a:lnTo>
                <a:lnTo>
                  <a:pt x="2743200" y="1447800"/>
                </a:lnTo>
                <a:lnTo>
                  <a:pt x="2733675" y="1447800"/>
                </a:lnTo>
                <a:lnTo>
                  <a:pt x="2733675" y="1476375"/>
                </a:lnTo>
                <a:lnTo>
                  <a:pt x="2809875" y="1476375"/>
                </a:lnTo>
                <a:lnTo>
                  <a:pt x="2809875" y="1466850"/>
                </a:lnTo>
                <a:close/>
                <a:moveTo>
                  <a:pt x="1743075" y="1590675"/>
                </a:moveTo>
                <a:lnTo>
                  <a:pt x="1752600" y="1590675"/>
                </a:lnTo>
                <a:lnTo>
                  <a:pt x="1771650" y="1562100"/>
                </a:lnTo>
                <a:lnTo>
                  <a:pt x="1800225" y="1562100"/>
                </a:lnTo>
                <a:lnTo>
                  <a:pt x="1800225" y="1552575"/>
                </a:lnTo>
                <a:lnTo>
                  <a:pt x="1809750" y="1552575"/>
                </a:lnTo>
                <a:lnTo>
                  <a:pt x="1809750" y="1562100"/>
                </a:lnTo>
                <a:lnTo>
                  <a:pt x="1838325" y="1562100"/>
                </a:lnTo>
                <a:lnTo>
                  <a:pt x="1838325" y="1571625"/>
                </a:lnTo>
                <a:lnTo>
                  <a:pt x="1866900" y="1590675"/>
                </a:lnTo>
                <a:lnTo>
                  <a:pt x="1866900" y="1657350"/>
                </a:lnTo>
                <a:lnTo>
                  <a:pt x="1857375" y="1657350"/>
                </a:lnTo>
                <a:lnTo>
                  <a:pt x="1838325" y="1685925"/>
                </a:lnTo>
                <a:lnTo>
                  <a:pt x="1809750" y="1685925"/>
                </a:lnTo>
                <a:lnTo>
                  <a:pt x="1809750" y="1695450"/>
                </a:lnTo>
                <a:lnTo>
                  <a:pt x="1771650" y="1685925"/>
                </a:lnTo>
                <a:lnTo>
                  <a:pt x="1771650" y="1676400"/>
                </a:lnTo>
                <a:lnTo>
                  <a:pt x="1743075" y="1657350"/>
                </a:lnTo>
                <a:lnTo>
                  <a:pt x="1743075" y="1638300"/>
                </a:lnTo>
                <a:lnTo>
                  <a:pt x="1733550" y="1638300"/>
                </a:lnTo>
                <a:lnTo>
                  <a:pt x="1743075" y="1590675"/>
                </a:lnTo>
                <a:close/>
                <a:moveTo>
                  <a:pt x="1781175" y="1600200"/>
                </a:moveTo>
                <a:lnTo>
                  <a:pt x="1781175" y="1619250"/>
                </a:lnTo>
                <a:lnTo>
                  <a:pt x="1771650" y="1619250"/>
                </a:lnTo>
                <a:lnTo>
                  <a:pt x="1781175" y="1647825"/>
                </a:lnTo>
                <a:lnTo>
                  <a:pt x="1819275" y="1647825"/>
                </a:lnTo>
                <a:lnTo>
                  <a:pt x="1819275" y="1638300"/>
                </a:lnTo>
                <a:lnTo>
                  <a:pt x="1828800" y="1638300"/>
                </a:lnTo>
                <a:lnTo>
                  <a:pt x="1828800" y="1600200"/>
                </a:lnTo>
                <a:lnTo>
                  <a:pt x="1809750" y="1600200"/>
                </a:lnTo>
                <a:lnTo>
                  <a:pt x="1809750" y="1590675"/>
                </a:lnTo>
                <a:lnTo>
                  <a:pt x="1781175" y="1600200"/>
                </a:lnTo>
                <a:close/>
                <a:moveTo>
                  <a:pt x="2486025" y="1476375"/>
                </a:moveTo>
                <a:lnTo>
                  <a:pt x="2552700" y="1476375"/>
                </a:lnTo>
                <a:lnTo>
                  <a:pt x="2552700" y="1466850"/>
                </a:lnTo>
                <a:lnTo>
                  <a:pt x="2562225" y="1466850"/>
                </a:lnTo>
                <a:lnTo>
                  <a:pt x="2552700" y="1447800"/>
                </a:lnTo>
                <a:lnTo>
                  <a:pt x="2476500" y="1447800"/>
                </a:lnTo>
                <a:lnTo>
                  <a:pt x="2476500" y="1476375"/>
                </a:lnTo>
                <a:lnTo>
                  <a:pt x="2486025" y="1476375"/>
                </a:lnTo>
                <a:close/>
                <a:moveTo>
                  <a:pt x="2295525" y="1447800"/>
                </a:moveTo>
                <a:lnTo>
                  <a:pt x="2228850" y="1447800"/>
                </a:lnTo>
                <a:lnTo>
                  <a:pt x="2228850" y="1457325"/>
                </a:lnTo>
                <a:lnTo>
                  <a:pt x="2219325" y="1457325"/>
                </a:lnTo>
                <a:lnTo>
                  <a:pt x="2228850" y="1476375"/>
                </a:lnTo>
                <a:lnTo>
                  <a:pt x="2305050" y="1476375"/>
                </a:lnTo>
                <a:lnTo>
                  <a:pt x="2305050" y="1447800"/>
                </a:lnTo>
                <a:lnTo>
                  <a:pt x="2295525" y="1447800"/>
                </a:lnTo>
                <a:close/>
              </a:path>
            </a:pathLst>
          </a:custGeom>
          <a:solidFill xmlns:a="http://schemas.openxmlformats.org/drawingml/2006/main">
            <a:srgbClr val="102536"/>
          </a:solidFill>
          <a:ln xmlns:a="http://schemas.openxmlformats.org/drawingml/2006/main" w="0">
            <a:noFill/>
          </a:ln>
        </p:spPr>
      </p:sp>
      <p:sp>
        <p:nvSpPr>
          <p:cNvPr id="8" name="lab">
            <a:extLst xmlns:a="http://schemas.openxmlformats.org/drawingml/2006/main">
              <a:ext uri="{FF2B5EF4-FFF2-40B4-BE49-F238E27FC236}">
                <a16:creationId xmlns:a16="http://schemas.microsoft.com/office/drawing/2014/main" id="{16C5BE52-1031-4AF3-949C-C05AB10E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52875"/>
            <a:ext cx="3476625" cy="1905000"/>
          </a:xfrm>
          <a:custGeom xmlns:a="http://schemas.openxmlformats.org/drawingml/2006/main">
            <a:pathLst>
              <a:path w="3476625" h="1905000">
                <a:moveTo>
                  <a:pt x="3209925" y="790575"/>
                </a:moveTo>
                <a:lnTo>
                  <a:pt x="3209925" y="752475"/>
                </a:lnTo>
                <a:lnTo>
                  <a:pt x="3219450" y="752475"/>
                </a:lnTo>
                <a:lnTo>
                  <a:pt x="3219450" y="514350"/>
                </a:lnTo>
                <a:lnTo>
                  <a:pt x="3228975" y="514350"/>
                </a:lnTo>
                <a:lnTo>
                  <a:pt x="3228975" y="419100"/>
                </a:lnTo>
                <a:lnTo>
                  <a:pt x="3257550" y="419100"/>
                </a:lnTo>
                <a:lnTo>
                  <a:pt x="3257550" y="428625"/>
                </a:lnTo>
                <a:lnTo>
                  <a:pt x="3276600" y="428625"/>
                </a:lnTo>
                <a:lnTo>
                  <a:pt x="3286125" y="447675"/>
                </a:lnTo>
                <a:lnTo>
                  <a:pt x="3305175" y="447675"/>
                </a:lnTo>
                <a:lnTo>
                  <a:pt x="3305175" y="457200"/>
                </a:lnTo>
                <a:lnTo>
                  <a:pt x="3362325" y="476250"/>
                </a:lnTo>
                <a:lnTo>
                  <a:pt x="3362325" y="457200"/>
                </a:lnTo>
                <a:lnTo>
                  <a:pt x="3381375" y="447675"/>
                </a:lnTo>
                <a:lnTo>
                  <a:pt x="3381375" y="428625"/>
                </a:lnTo>
                <a:lnTo>
                  <a:pt x="3390900" y="428625"/>
                </a:lnTo>
                <a:lnTo>
                  <a:pt x="3390900" y="409575"/>
                </a:lnTo>
                <a:lnTo>
                  <a:pt x="3400425" y="409575"/>
                </a:lnTo>
                <a:lnTo>
                  <a:pt x="3400425" y="390525"/>
                </a:lnTo>
                <a:lnTo>
                  <a:pt x="3409950" y="390525"/>
                </a:lnTo>
                <a:lnTo>
                  <a:pt x="3409950" y="371475"/>
                </a:lnTo>
                <a:lnTo>
                  <a:pt x="3419475" y="371475"/>
                </a:lnTo>
                <a:lnTo>
                  <a:pt x="3419475" y="352425"/>
                </a:lnTo>
                <a:lnTo>
                  <a:pt x="3429000" y="352425"/>
                </a:lnTo>
                <a:lnTo>
                  <a:pt x="3429000" y="323850"/>
                </a:lnTo>
                <a:lnTo>
                  <a:pt x="3438525" y="323850"/>
                </a:lnTo>
                <a:lnTo>
                  <a:pt x="3438525" y="304800"/>
                </a:lnTo>
                <a:lnTo>
                  <a:pt x="3448050" y="304800"/>
                </a:lnTo>
                <a:lnTo>
                  <a:pt x="3448050" y="285750"/>
                </a:lnTo>
                <a:lnTo>
                  <a:pt x="3457575" y="285750"/>
                </a:lnTo>
                <a:lnTo>
                  <a:pt x="3457575" y="266700"/>
                </a:lnTo>
                <a:lnTo>
                  <a:pt x="3467100" y="266700"/>
                </a:lnTo>
                <a:lnTo>
                  <a:pt x="3467100" y="238125"/>
                </a:lnTo>
                <a:lnTo>
                  <a:pt x="3476625" y="238125"/>
                </a:lnTo>
                <a:lnTo>
                  <a:pt x="3476625" y="704850"/>
                </a:lnTo>
                <a:lnTo>
                  <a:pt x="3438525" y="714375"/>
                </a:lnTo>
                <a:lnTo>
                  <a:pt x="3429000" y="733425"/>
                </a:lnTo>
                <a:lnTo>
                  <a:pt x="3390900" y="742950"/>
                </a:lnTo>
                <a:lnTo>
                  <a:pt x="3381375" y="762000"/>
                </a:lnTo>
                <a:lnTo>
                  <a:pt x="3343275" y="771525"/>
                </a:lnTo>
                <a:lnTo>
                  <a:pt x="3333750" y="790575"/>
                </a:lnTo>
                <a:lnTo>
                  <a:pt x="3295650" y="800100"/>
                </a:lnTo>
                <a:lnTo>
                  <a:pt x="3286125" y="819150"/>
                </a:lnTo>
                <a:lnTo>
                  <a:pt x="3248025" y="828675"/>
                </a:lnTo>
                <a:lnTo>
                  <a:pt x="3238500" y="847725"/>
                </a:lnTo>
                <a:lnTo>
                  <a:pt x="3209925" y="847725"/>
                </a:lnTo>
                <a:lnTo>
                  <a:pt x="3209925" y="790575"/>
                </a:lnTo>
                <a:close/>
                <a:moveTo>
                  <a:pt x="2457450" y="1676400"/>
                </a:moveTo>
                <a:lnTo>
                  <a:pt x="2457450" y="1581150"/>
                </a:lnTo>
                <a:lnTo>
                  <a:pt x="2571750" y="1581150"/>
                </a:lnTo>
                <a:lnTo>
                  <a:pt x="2571750" y="1590675"/>
                </a:lnTo>
                <a:lnTo>
                  <a:pt x="2581275" y="1590675"/>
                </a:lnTo>
                <a:lnTo>
                  <a:pt x="2581275" y="1619250"/>
                </a:lnTo>
                <a:lnTo>
                  <a:pt x="2571750" y="1619250"/>
                </a:lnTo>
                <a:lnTo>
                  <a:pt x="2571750" y="1704975"/>
                </a:lnTo>
                <a:lnTo>
                  <a:pt x="2581275" y="1704975"/>
                </a:lnTo>
                <a:lnTo>
                  <a:pt x="2581275" y="1809750"/>
                </a:lnTo>
                <a:lnTo>
                  <a:pt x="2457450" y="1809750"/>
                </a:lnTo>
                <a:lnTo>
                  <a:pt x="2457450" y="1676400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9" name="lab">
            <a:extLst xmlns:a="http://schemas.openxmlformats.org/drawingml/2006/main">
              <a:ext uri="{FF2B5EF4-FFF2-40B4-BE49-F238E27FC236}">
                <a16:creationId xmlns:a16="http://schemas.microsoft.com/office/drawing/2014/main" id="{389D1604-AEB6-4D3E-A118-A88C98E3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52875"/>
            <a:ext cx="3476625" cy="1905000"/>
          </a:xfrm>
          <a:custGeom xmlns:a="http://schemas.openxmlformats.org/drawingml/2006/main">
            <a:pathLst>
              <a:path w="3476625" h="1905000">
                <a:moveTo>
                  <a:pt x="2705100" y="1666875"/>
                </a:moveTo>
                <a:lnTo>
                  <a:pt x="2705100" y="1581150"/>
                </a:lnTo>
                <a:lnTo>
                  <a:pt x="2838450" y="1581150"/>
                </a:lnTo>
                <a:lnTo>
                  <a:pt x="2838450" y="1590675"/>
                </a:lnTo>
                <a:lnTo>
                  <a:pt x="2828925" y="1590675"/>
                </a:lnTo>
                <a:lnTo>
                  <a:pt x="2828925" y="1600200"/>
                </a:lnTo>
                <a:lnTo>
                  <a:pt x="2838450" y="1600200"/>
                </a:lnTo>
                <a:lnTo>
                  <a:pt x="2838450" y="1609725"/>
                </a:lnTo>
                <a:lnTo>
                  <a:pt x="2828925" y="1609725"/>
                </a:lnTo>
                <a:lnTo>
                  <a:pt x="2828925" y="1704975"/>
                </a:lnTo>
                <a:lnTo>
                  <a:pt x="2828925" y="1809750"/>
                </a:lnTo>
                <a:lnTo>
                  <a:pt x="2714625" y="1809750"/>
                </a:lnTo>
                <a:lnTo>
                  <a:pt x="2714625" y="1800225"/>
                </a:lnTo>
                <a:lnTo>
                  <a:pt x="2705100" y="1800225"/>
                </a:lnTo>
                <a:lnTo>
                  <a:pt x="2705100" y="1666875"/>
                </a:lnTo>
                <a:close/>
              </a:path>
            </a:pathLst>
          </a:custGeom>
          <a:solidFill xmlns:a="http://schemas.openxmlformats.org/drawingml/2006/main">
            <a:srgbClr val="A13DAA"/>
          </a:solidFill>
          <a:ln xmlns:a="http://schemas.openxmlformats.org/drawingml/2006/main" w="0">
            <a:noFill/>
          </a:ln>
        </p:spPr>
      </p:sp>
      <p:sp>
        <p:nvSpPr>
          <p:cNvPr id="10" name="lab">
            <a:extLst xmlns:a="http://schemas.openxmlformats.org/drawingml/2006/main">
              <a:ext uri="{FF2B5EF4-FFF2-40B4-BE49-F238E27FC236}">
                <a16:creationId xmlns:a16="http://schemas.microsoft.com/office/drawing/2014/main" id="{63D9149E-B792-41DB-9E73-0CA9E2AF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52875"/>
            <a:ext cx="3476625" cy="1905000"/>
          </a:xfrm>
          <a:custGeom xmlns:a="http://schemas.openxmlformats.org/drawingml/2006/main">
            <a:pathLst>
              <a:path w="3476625" h="1905000">
                <a:moveTo>
                  <a:pt x="2257425" y="1809750"/>
                </a:moveTo>
                <a:lnTo>
                  <a:pt x="2200275" y="1809750"/>
                </a:lnTo>
                <a:lnTo>
                  <a:pt x="2200275" y="1590675"/>
                </a:lnTo>
                <a:lnTo>
                  <a:pt x="2209800" y="1590675"/>
                </a:lnTo>
                <a:lnTo>
                  <a:pt x="2209800" y="1581150"/>
                </a:lnTo>
                <a:lnTo>
                  <a:pt x="2266950" y="1581150"/>
                </a:lnTo>
                <a:lnTo>
                  <a:pt x="2314575" y="1581150"/>
                </a:lnTo>
                <a:lnTo>
                  <a:pt x="2314575" y="1590675"/>
                </a:lnTo>
                <a:lnTo>
                  <a:pt x="2324100" y="1590675"/>
                </a:lnTo>
                <a:lnTo>
                  <a:pt x="2324100" y="1809750"/>
                </a:lnTo>
                <a:lnTo>
                  <a:pt x="2257425" y="1809750"/>
                </a:lnTo>
                <a:close/>
              </a:path>
            </a:pathLst>
          </a:custGeom>
          <a:solidFill xmlns:a="http://schemas.openxmlformats.org/drawingml/2006/main">
            <a:srgbClr val="179DD0"/>
          </a:solidFill>
          <a:ln xmlns:a="http://schemas.openxmlformats.org/drawingml/2006/main" w="0">
            <a:noFill/>
          </a:ln>
        </p:spPr>
      </p:sp>
      <p:sp>
        <p:nvSpPr>
          <p:cNvPr id="11" name="delivery">
            <a:extLst xmlns:a="http://schemas.openxmlformats.org/drawingml/2006/main">
              <a:ext uri="{FF2B5EF4-FFF2-40B4-BE49-F238E27FC236}">
                <a16:creationId xmlns:a16="http://schemas.microsoft.com/office/drawing/2014/main" id="{D6096E02-9543-4083-8B95-66DCE7CE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43375"/>
            <a:ext cx="2952750" cy="1809750"/>
          </a:xfrm>
          <a:custGeom xmlns:a="http://schemas.openxmlformats.org/drawingml/2006/main">
            <a:pathLst>
              <a:path w="2952750" h="1809750">
                <a:moveTo>
                  <a:pt x="2162175" y="1104900"/>
                </a:moveTo>
                <a:lnTo>
                  <a:pt x="2000250" y="1104900"/>
                </a:lnTo>
                <a:lnTo>
                  <a:pt x="2000250" y="1095375"/>
                </a:lnTo>
                <a:lnTo>
                  <a:pt x="1914525" y="1095375"/>
                </a:lnTo>
                <a:lnTo>
                  <a:pt x="1905000" y="1076325"/>
                </a:lnTo>
                <a:lnTo>
                  <a:pt x="1866900" y="1066800"/>
                </a:lnTo>
                <a:lnTo>
                  <a:pt x="1857375" y="1047750"/>
                </a:lnTo>
                <a:lnTo>
                  <a:pt x="1838325" y="1047750"/>
                </a:lnTo>
                <a:lnTo>
                  <a:pt x="1828800" y="1028700"/>
                </a:lnTo>
                <a:lnTo>
                  <a:pt x="1809750" y="1028700"/>
                </a:lnTo>
                <a:lnTo>
                  <a:pt x="1790700" y="1000125"/>
                </a:lnTo>
                <a:lnTo>
                  <a:pt x="1771650" y="1000125"/>
                </a:lnTo>
                <a:lnTo>
                  <a:pt x="1771650" y="990600"/>
                </a:lnTo>
                <a:lnTo>
                  <a:pt x="1762125" y="990600"/>
                </a:lnTo>
                <a:lnTo>
                  <a:pt x="1733550" y="952500"/>
                </a:lnTo>
                <a:lnTo>
                  <a:pt x="1714500" y="952500"/>
                </a:lnTo>
                <a:lnTo>
                  <a:pt x="1714500" y="942975"/>
                </a:lnTo>
                <a:lnTo>
                  <a:pt x="1676400" y="942975"/>
                </a:lnTo>
                <a:lnTo>
                  <a:pt x="1676400" y="952500"/>
                </a:lnTo>
                <a:lnTo>
                  <a:pt x="1685925" y="952500"/>
                </a:lnTo>
                <a:lnTo>
                  <a:pt x="1685925" y="962025"/>
                </a:lnTo>
                <a:lnTo>
                  <a:pt x="1676400" y="962025"/>
                </a:lnTo>
                <a:lnTo>
                  <a:pt x="1676400" y="990600"/>
                </a:lnTo>
                <a:lnTo>
                  <a:pt x="1685925" y="990600"/>
                </a:lnTo>
                <a:lnTo>
                  <a:pt x="1685925" y="1000125"/>
                </a:lnTo>
                <a:lnTo>
                  <a:pt x="1714500" y="1009650"/>
                </a:lnTo>
                <a:lnTo>
                  <a:pt x="1752600" y="1057275"/>
                </a:lnTo>
                <a:lnTo>
                  <a:pt x="1771650" y="1057275"/>
                </a:lnTo>
                <a:lnTo>
                  <a:pt x="1790700" y="1085850"/>
                </a:lnTo>
                <a:lnTo>
                  <a:pt x="1809750" y="1085850"/>
                </a:lnTo>
                <a:lnTo>
                  <a:pt x="1828800" y="1114425"/>
                </a:lnTo>
                <a:lnTo>
                  <a:pt x="1847850" y="1114425"/>
                </a:lnTo>
                <a:lnTo>
                  <a:pt x="1857375" y="1133475"/>
                </a:lnTo>
                <a:lnTo>
                  <a:pt x="1876425" y="1133475"/>
                </a:lnTo>
                <a:lnTo>
                  <a:pt x="1876425" y="1143000"/>
                </a:lnTo>
                <a:lnTo>
                  <a:pt x="1895475" y="1143000"/>
                </a:lnTo>
                <a:lnTo>
                  <a:pt x="1895475" y="1152525"/>
                </a:lnTo>
                <a:lnTo>
                  <a:pt x="2057400" y="1152525"/>
                </a:lnTo>
                <a:lnTo>
                  <a:pt x="2057400" y="1143000"/>
                </a:lnTo>
                <a:lnTo>
                  <a:pt x="2114550" y="1143000"/>
                </a:lnTo>
                <a:lnTo>
                  <a:pt x="2114550" y="1133475"/>
                </a:lnTo>
                <a:lnTo>
                  <a:pt x="2171700" y="1123950"/>
                </a:lnTo>
                <a:lnTo>
                  <a:pt x="2181225" y="1104900"/>
                </a:lnTo>
                <a:lnTo>
                  <a:pt x="2162175" y="1104900"/>
                </a:lnTo>
                <a:close/>
                <a:moveTo>
                  <a:pt x="2066925" y="628650"/>
                </a:moveTo>
                <a:lnTo>
                  <a:pt x="2076450" y="628650"/>
                </a:lnTo>
                <a:lnTo>
                  <a:pt x="2105025" y="590550"/>
                </a:lnTo>
                <a:lnTo>
                  <a:pt x="2124075" y="590550"/>
                </a:lnTo>
                <a:lnTo>
                  <a:pt x="2124075" y="581025"/>
                </a:lnTo>
                <a:lnTo>
                  <a:pt x="2143125" y="581025"/>
                </a:lnTo>
                <a:lnTo>
                  <a:pt x="2143125" y="571500"/>
                </a:lnTo>
                <a:lnTo>
                  <a:pt x="2162175" y="571500"/>
                </a:lnTo>
                <a:lnTo>
                  <a:pt x="2162175" y="561975"/>
                </a:lnTo>
                <a:lnTo>
                  <a:pt x="2190750" y="561975"/>
                </a:lnTo>
                <a:lnTo>
                  <a:pt x="2190750" y="552450"/>
                </a:lnTo>
                <a:lnTo>
                  <a:pt x="2305050" y="552450"/>
                </a:lnTo>
                <a:lnTo>
                  <a:pt x="2305050" y="561975"/>
                </a:lnTo>
                <a:lnTo>
                  <a:pt x="2333625" y="561975"/>
                </a:lnTo>
                <a:lnTo>
                  <a:pt x="2333625" y="571500"/>
                </a:lnTo>
                <a:lnTo>
                  <a:pt x="2371725" y="581025"/>
                </a:lnTo>
                <a:lnTo>
                  <a:pt x="2381250" y="600075"/>
                </a:lnTo>
                <a:lnTo>
                  <a:pt x="2400300" y="600075"/>
                </a:lnTo>
                <a:lnTo>
                  <a:pt x="2400300" y="609600"/>
                </a:lnTo>
                <a:lnTo>
                  <a:pt x="2419350" y="619125"/>
                </a:lnTo>
                <a:lnTo>
                  <a:pt x="2419350" y="638175"/>
                </a:lnTo>
                <a:lnTo>
                  <a:pt x="2447925" y="657225"/>
                </a:lnTo>
                <a:lnTo>
                  <a:pt x="2457450" y="704850"/>
                </a:lnTo>
                <a:lnTo>
                  <a:pt x="2466975" y="704850"/>
                </a:lnTo>
                <a:lnTo>
                  <a:pt x="2466975" y="742950"/>
                </a:lnTo>
                <a:lnTo>
                  <a:pt x="2476500" y="742950"/>
                </a:lnTo>
                <a:lnTo>
                  <a:pt x="2466975" y="847725"/>
                </a:lnTo>
                <a:lnTo>
                  <a:pt x="2457450" y="847725"/>
                </a:lnTo>
                <a:lnTo>
                  <a:pt x="2438400" y="904875"/>
                </a:lnTo>
                <a:lnTo>
                  <a:pt x="2428875" y="904875"/>
                </a:lnTo>
                <a:lnTo>
                  <a:pt x="2428875" y="914400"/>
                </a:lnTo>
                <a:lnTo>
                  <a:pt x="2419350" y="914400"/>
                </a:lnTo>
                <a:lnTo>
                  <a:pt x="2371725" y="971550"/>
                </a:lnTo>
                <a:lnTo>
                  <a:pt x="2352675" y="971550"/>
                </a:lnTo>
                <a:lnTo>
                  <a:pt x="2352675" y="981075"/>
                </a:lnTo>
                <a:lnTo>
                  <a:pt x="2295525" y="1000125"/>
                </a:lnTo>
                <a:lnTo>
                  <a:pt x="2295525" y="1038225"/>
                </a:lnTo>
                <a:lnTo>
                  <a:pt x="2333625" y="1038225"/>
                </a:lnTo>
                <a:lnTo>
                  <a:pt x="2333625" y="1047750"/>
                </a:lnTo>
                <a:lnTo>
                  <a:pt x="2352675" y="1047750"/>
                </a:lnTo>
                <a:lnTo>
                  <a:pt x="2352675" y="1057275"/>
                </a:lnTo>
                <a:lnTo>
                  <a:pt x="2390775" y="1085850"/>
                </a:lnTo>
                <a:lnTo>
                  <a:pt x="2390775" y="1104900"/>
                </a:lnTo>
                <a:lnTo>
                  <a:pt x="2400300" y="1104900"/>
                </a:lnTo>
                <a:lnTo>
                  <a:pt x="2400300" y="1123950"/>
                </a:lnTo>
                <a:lnTo>
                  <a:pt x="2409825" y="1123950"/>
                </a:lnTo>
                <a:lnTo>
                  <a:pt x="2409825" y="1143000"/>
                </a:lnTo>
                <a:lnTo>
                  <a:pt x="2419350" y="1143000"/>
                </a:lnTo>
                <a:lnTo>
                  <a:pt x="2419350" y="1162050"/>
                </a:lnTo>
                <a:lnTo>
                  <a:pt x="2428875" y="1162050"/>
                </a:lnTo>
                <a:lnTo>
                  <a:pt x="2428875" y="1190625"/>
                </a:lnTo>
                <a:lnTo>
                  <a:pt x="2438400" y="1190625"/>
                </a:lnTo>
                <a:lnTo>
                  <a:pt x="2428875" y="1038225"/>
                </a:lnTo>
                <a:lnTo>
                  <a:pt x="2438400" y="1038225"/>
                </a:lnTo>
                <a:lnTo>
                  <a:pt x="2438400" y="1019175"/>
                </a:lnTo>
                <a:lnTo>
                  <a:pt x="2466975" y="1009650"/>
                </a:lnTo>
                <a:lnTo>
                  <a:pt x="2466975" y="1000125"/>
                </a:lnTo>
                <a:lnTo>
                  <a:pt x="2514600" y="1000125"/>
                </a:lnTo>
                <a:lnTo>
                  <a:pt x="2514600" y="990600"/>
                </a:lnTo>
                <a:lnTo>
                  <a:pt x="2609850" y="990600"/>
                </a:lnTo>
                <a:lnTo>
                  <a:pt x="2609850" y="981075"/>
                </a:lnTo>
                <a:lnTo>
                  <a:pt x="2733675" y="981075"/>
                </a:lnTo>
                <a:lnTo>
                  <a:pt x="2733675" y="990600"/>
                </a:lnTo>
                <a:lnTo>
                  <a:pt x="2752725" y="990600"/>
                </a:lnTo>
                <a:lnTo>
                  <a:pt x="2762250" y="1009650"/>
                </a:lnTo>
                <a:lnTo>
                  <a:pt x="2781300" y="1009650"/>
                </a:lnTo>
                <a:lnTo>
                  <a:pt x="2790825" y="1038225"/>
                </a:lnTo>
                <a:lnTo>
                  <a:pt x="2809875" y="1047750"/>
                </a:lnTo>
                <a:lnTo>
                  <a:pt x="2809875" y="1076325"/>
                </a:lnTo>
                <a:lnTo>
                  <a:pt x="2819400" y="1076325"/>
                </a:lnTo>
                <a:lnTo>
                  <a:pt x="2819400" y="1143000"/>
                </a:lnTo>
                <a:lnTo>
                  <a:pt x="2828925" y="1143000"/>
                </a:lnTo>
                <a:lnTo>
                  <a:pt x="2828925" y="1219200"/>
                </a:lnTo>
                <a:lnTo>
                  <a:pt x="2838450" y="1219200"/>
                </a:lnTo>
                <a:lnTo>
                  <a:pt x="2838450" y="1314450"/>
                </a:lnTo>
                <a:lnTo>
                  <a:pt x="2847975" y="1314450"/>
                </a:lnTo>
                <a:lnTo>
                  <a:pt x="2847975" y="1409700"/>
                </a:lnTo>
                <a:lnTo>
                  <a:pt x="2838450" y="1409700"/>
                </a:lnTo>
                <a:lnTo>
                  <a:pt x="2828925" y="1447800"/>
                </a:lnTo>
                <a:lnTo>
                  <a:pt x="2819400" y="1447800"/>
                </a:lnTo>
                <a:lnTo>
                  <a:pt x="2800350" y="1476375"/>
                </a:lnTo>
                <a:lnTo>
                  <a:pt x="2762250" y="1485900"/>
                </a:lnTo>
                <a:lnTo>
                  <a:pt x="2762250" y="1495425"/>
                </a:lnTo>
                <a:lnTo>
                  <a:pt x="2619375" y="1504950"/>
                </a:lnTo>
                <a:lnTo>
                  <a:pt x="2619375" y="1514475"/>
                </a:lnTo>
                <a:lnTo>
                  <a:pt x="2533650" y="1514475"/>
                </a:lnTo>
                <a:lnTo>
                  <a:pt x="2533650" y="1524000"/>
                </a:lnTo>
                <a:lnTo>
                  <a:pt x="2486025" y="1514475"/>
                </a:lnTo>
                <a:lnTo>
                  <a:pt x="2486025" y="1524000"/>
                </a:lnTo>
                <a:lnTo>
                  <a:pt x="2466975" y="1533525"/>
                </a:lnTo>
                <a:lnTo>
                  <a:pt x="2466975" y="1552575"/>
                </a:lnTo>
                <a:lnTo>
                  <a:pt x="2438400" y="1571625"/>
                </a:lnTo>
                <a:lnTo>
                  <a:pt x="2438400" y="1590675"/>
                </a:lnTo>
                <a:lnTo>
                  <a:pt x="2409825" y="1609725"/>
                </a:lnTo>
                <a:lnTo>
                  <a:pt x="2409825" y="1628775"/>
                </a:lnTo>
                <a:lnTo>
                  <a:pt x="2381250" y="1647825"/>
                </a:lnTo>
                <a:lnTo>
                  <a:pt x="2381250" y="1666875"/>
                </a:lnTo>
                <a:lnTo>
                  <a:pt x="2352675" y="1685925"/>
                </a:lnTo>
                <a:lnTo>
                  <a:pt x="2352675" y="1704975"/>
                </a:lnTo>
                <a:lnTo>
                  <a:pt x="2324100" y="1724025"/>
                </a:lnTo>
                <a:lnTo>
                  <a:pt x="2324100" y="1733550"/>
                </a:lnTo>
                <a:lnTo>
                  <a:pt x="2390775" y="1733550"/>
                </a:lnTo>
                <a:lnTo>
                  <a:pt x="2390775" y="1724025"/>
                </a:lnTo>
                <a:lnTo>
                  <a:pt x="2457450" y="1724025"/>
                </a:lnTo>
                <a:lnTo>
                  <a:pt x="2457450" y="1714500"/>
                </a:lnTo>
                <a:lnTo>
                  <a:pt x="2533650" y="1714500"/>
                </a:lnTo>
                <a:lnTo>
                  <a:pt x="2533650" y="1704975"/>
                </a:lnTo>
                <a:lnTo>
                  <a:pt x="2600325" y="1704975"/>
                </a:lnTo>
                <a:lnTo>
                  <a:pt x="2600325" y="1695450"/>
                </a:lnTo>
                <a:lnTo>
                  <a:pt x="2705100" y="1685925"/>
                </a:lnTo>
                <a:lnTo>
                  <a:pt x="2705100" y="1695450"/>
                </a:lnTo>
                <a:lnTo>
                  <a:pt x="2724150" y="1704975"/>
                </a:lnTo>
                <a:lnTo>
                  <a:pt x="2724150" y="1724025"/>
                </a:lnTo>
                <a:lnTo>
                  <a:pt x="2733675" y="1724025"/>
                </a:lnTo>
                <a:lnTo>
                  <a:pt x="2733675" y="1752600"/>
                </a:lnTo>
                <a:lnTo>
                  <a:pt x="2743200" y="1752600"/>
                </a:lnTo>
                <a:lnTo>
                  <a:pt x="2752725" y="1781175"/>
                </a:lnTo>
                <a:lnTo>
                  <a:pt x="2762250" y="1781175"/>
                </a:lnTo>
                <a:lnTo>
                  <a:pt x="2752725" y="1809750"/>
                </a:lnTo>
                <a:lnTo>
                  <a:pt x="2705100" y="1809750"/>
                </a:lnTo>
                <a:lnTo>
                  <a:pt x="2705100" y="1790700"/>
                </a:lnTo>
                <a:lnTo>
                  <a:pt x="2695575" y="1790700"/>
                </a:lnTo>
                <a:lnTo>
                  <a:pt x="2695575" y="1771650"/>
                </a:lnTo>
                <a:lnTo>
                  <a:pt x="2686050" y="1771650"/>
                </a:lnTo>
                <a:lnTo>
                  <a:pt x="2676525" y="1743075"/>
                </a:lnTo>
                <a:lnTo>
                  <a:pt x="2657475" y="1743075"/>
                </a:lnTo>
                <a:lnTo>
                  <a:pt x="2657475" y="1752600"/>
                </a:lnTo>
                <a:lnTo>
                  <a:pt x="2590800" y="1752600"/>
                </a:lnTo>
                <a:lnTo>
                  <a:pt x="2590800" y="1762125"/>
                </a:lnTo>
                <a:lnTo>
                  <a:pt x="2533650" y="1762125"/>
                </a:lnTo>
                <a:lnTo>
                  <a:pt x="2533650" y="1771650"/>
                </a:lnTo>
                <a:lnTo>
                  <a:pt x="2466975" y="1771650"/>
                </a:lnTo>
                <a:lnTo>
                  <a:pt x="2466975" y="1781175"/>
                </a:lnTo>
                <a:lnTo>
                  <a:pt x="2343150" y="1790700"/>
                </a:lnTo>
                <a:lnTo>
                  <a:pt x="2343150" y="1800225"/>
                </a:lnTo>
                <a:lnTo>
                  <a:pt x="2266950" y="1800225"/>
                </a:lnTo>
                <a:lnTo>
                  <a:pt x="2266950" y="1790700"/>
                </a:lnTo>
                <a:lnTo>
                  <a:pt x="2247900" y="1781175"/>
                </a:lnTo>
                <a:lnTo>
                  <a:pt x="2247900" y="1733550"/>
                </a:lnTo>
                <a:lnTo>
                  <a:pt x="2266950" y="1724025"/>
                </a:lnTo>
                <a:lnTo>
                  <a:pt x="2266950" y="1704975"/>
                </a:lnTo>
                <a:lnTo>
                  <a:pt x="2295525" y="1685925"/>
                </a:lnTo>
                <a:lnTo>
                  <a:pt x="2295525" y="1666875"/>
                </a:lnTo>
                <a:lnTo>
                  <a:pt x="2324100" y="1647825"/>
                </a:lnTo>
                <a:lnTo>
                  <a:pt x="2324100" y="1628775"/>
                </a:lnTo>
                <a:lnTo>
                  <a:pt x="2352675" y="1609725"/>
                </a:lnTo>
                <a:lnTo>
                  <a:pt x="2352675" y="1590675"/>
                </a:lnTo>
                <a:lnTo>
                  <a:pt x="2381250" y="1571625"/>
                </a:lnTo>
                <a:lnTo>
                  <a:pt x="2381250" y="1552575"/>
                </a:lnTo>
                <a:lnTo>
                  <a:pt x="2390775" y="1552575"/>
                </a:lnTo>
                <a:lnTo>
                  <a:pt x="2390775" y="1543050"/>
                </a:lnTo>
                <a:lnTo>
                  <a:pt x="2419350" y="1524000"/>
                </a:lnTo>
                <a:lnTo>
                  <a:pt x="2419350" y="1504950"/>
                </a:lnTo>
                <a:lnTo>
                  <a:pt x="2438400" y="1495425"/>
                </a:lnTo>
                <a:lnTo>
                  <a:pt x="2438400" y="1485900"/>
                </a:lnTo>
                <a:lnTo>
                  <a:pt x="2428875" y="1485900"/>
                </a:lnTo>
                <a:lnTo>
                  <a:pt x="2428875" y="1381125"/>
                </a:lnTo>
                <a:lnTo>
                  <a:pt x="2419350" y="1381125"/>
                </a:lnTo>
                <a:lnTo>
                  <a:pt x="2409825" y="1276350"/>
                </a:lnTo>
                <a:lnTo>
                  <a:pt x="2400300" y="1276350"/>
                </a:lnTo>
                <a:lnTo>
                  <a:pt x="2400300" y="1238250"/>
                </a:lnTo>
                <a:lnTo>
                  <a:pt x="2390775" y="1238250"/>
                </a:lnTo>
                <a:lnTo>
                  <a:pt x="2381250" y="1181100"/>
                </a:lnTo>
                <a:lnTo>
                  <a:pt x="2371725" y="1181100"/>
                </a:lnTo>
                <a:lnTo>
                  <a:pt x="2371725" y="1162050"/>
                </a:lnTo>
                <a:lnTo>
                  <a:pt x="2362200" y="1162050"/>
                </a:lnTo>
                <a:lnTo>
                  <a:pt x="2362200" y="1133475"/>
                </a:lnTo>
                <a:lnTo>
                  <a:pt x="2333625" y="1114425"/>
                </a:lnTo>
                <a:lnTo>
                  <a:pt x="2333625" y="1123950"/>
                </a:lnTo>
                <a:lnTo>
                  <a:pt x="2314575" y="1123950"/>
                </a:lnTo>
                <a:lnTo>
                  <a:pt x="2305050" y="1143000"/>
                </a:lnTo>
                <a:lnTo>
                  <a:pt x="2286000" y="1143000"/>
                </a:lnTo>
                <a:lnTo>
                  <a:pt x="2286000" y="1152525"/>
                </a:lnTo>
                <a:lnTo>
                  <a:pt x="2266950" y="1152525"/>
                </a:lnTo>
                <a:lnTo>
                  <a:pt x="2266950" y="1162050"/>
                </a:lnTo>
                <a:lnTo>
                  <a:pt x="2219325" y="1171575"/>
                </a:lnTo>
                <a:lnTo>
                  <a:pt x="2228850" y="1333500"/>
                </a:lnTo>
                <a:lnTo>
                  <a:pt x="2238375" y="1333500"/>
                </a:lnTo>
                <a:lnTo>
                  <a:pt x="2238375" y="1390650"/>
                </a:lnTo>
                <a:lnTo>
                  <a:pt x="2247900" y="1390650"/>
                </a:lnTo>
                <a:lnTo>
                  <a:pt x="2247900" y="1438275"/>
                </a:lnTo>
                <a:lnTo>
                  <a:pt x="2257425" y="1438275"/>
                </a:lnTo>
                <a:lnTo>
                  <a:pt x="2257425" y="1476375"/>
                </a:lnTo>
                <a:lnTo>
                  <a:pt x="2266950" y="1476375"/>
                </a:lnTo>
                <a:lnTo>
                  <a:pt x="2266950" y="1533525"/>
                </a:lnTo>
                <a:lnTo>
                  <a:pt x="2257425" y="1533525"/>
                </a:lnTo>
                <a:lnTo>
                  <a:pt x="2257425" y="1543050"/>
                </a:lnTo>
                <a:lnTo>
                  <a:pt x="2209800" y="1543050"/>
                </a:lnTo>
                <a:lnTo>
                  <a:pt x="2209800" y="1533525"/>
                </a:lnTo>
                <a:lnTo>
                  <a:pt x="2181225" y="1533525"/>
                </a:lnTo>
                <a:lnTo>
                  <a:pt x="2181225" y="1524000"/>
                </a:lnTo>
                <a:lnTo>
                  <a:pt x="2152650" y="1524000"/>
                </a:lnTo>
                <a:lnTo>
                  <a:pt x="2152650" y="1514475"/>
                </a:lnTo>
                <a:lnTo>
                  <a:pt x="2124075" y="1514475"/>
                </a:lnTo>
                <a:lnTo>
                  <a:pt x="2124075" y="1504950"/>
                </a:lnTo>
                <a:lnTo>
                  <a:pt x="2095500" y="1504950"/>
                </a:lnTo>
                <a:lnTo>
                  <a:pt x="2095500" y="1495425"/>
                </a:lnTo>
                <a:lnTo>
                  <a:pt x="2076450" y="1495425"/>
                </a:lnTo>
                <a:lnTo>
                  <a:pt x="2076450" y="1485900"/>
                </a:lnTo>
                <a:lnTo>
                  <a:pt x="2047875" y="1485900"/>
                </a:lnTo>
                <a:lnTo>
                  <a:pt x="2047875" y="1476375"/>
                </a:lnTo>
                <a:lnTo>
                  <a:pt x="2019300" y="1476375"/>
                </a:lnTo>
                <a:lnTo>
                  <a:pt x="2019300" y="1466850"/>
                </a:lnTo>
                <a:lnTo>
                  <a:pt x="1990725" y="1466850"/>
                </a:lnTo>
                <a:lnTo>
                  <a:pt x="1990725" y="1457325"/>
                </a:lnTo>
                <a:lnTo>
                  <a:pt x="1962150" y="1457325"/>
                </a:lnTo>
                <a:lnTo>
                  <a:pt x="1962150" y="1447800"/>
                </a:lnTo>
                <a:lnTo>
                  <a:pt x="1924050" y="1438275"/>
                </a:lnTo>
                <a:lnTo>
                  <a:pt x="1924050" y="1485900"/>
                </a:lnTo>
                <a:lnTo>
                  <a:pt x="1933575" y="1485900"/>
                </a:lnTo>
                <a:lnTo>
                  <a:pt x="1933575" y="1533525"/>
                </a:lnTo>
                <a:lnTo>
                  <a:pt x="1943100" y="1533525"/>
                </a:lnTo>
                <a:lnTo>
                  <a:pt x="1943100" y="1581150"/>
                </a:lnTo>
                <a:lnTo>
                  <a:pt x="1952625" y="1581150"/>
                </a:lnTo>
                <a:lnTo>
                  <a:pt x="1952625" y="1628775"/>
                </a:lnTo>
                <a:lnTo>
                  <a:pt x="1962150" y="1628775"/>
                </a:lnTo>
                <a:lnTo>
                  <a:pt x="1962150" y="1685925"/>
                </a:lnTo>
                <a:lnTo>
                  <a:pt x="1971675" y="1685925"/>
                </a:lnTo>
                <a:lnTo>
                  <a:pt x="1971675" y="1733550"/>
                </a:lnTo>
                <a:lnTo>
                  <a:pt x="1981200" y="1733550"/>
                </a:lnTo>
                <a:lnTo>
                  <a:pt x="1981200" y="1790700"/>
                </a:lnTo>
                <a:lnTo>
                  <a:pt x="1971675" y="1790700"/>
                </a:lnTo>
                <a:lnTo>
                  <a:pt x="1971675" y="1800225"/>
                </a:lnTo>
                <a:lnTo>
                  <a:pt x="1933575" y="1800225"/>
                </a:lnTo>
                <a:lnTo>
                  <a:pt x="1933575" y="1781175"/>
                </a:lnTo>
                <a:lnTo>
                  <a:pt x="1924050" y="1781175"/>
                </a:lnTo>
                <a:lnTo>
                  <a:pt x="1924050" y="1733550"/>
                </a:lnTo>
                <a:lnTo>
                  <a:pt x="1914525" y="1733550"/>
                </a:lnTo>
                <a:lnTo>
                  <a:pt x="1914525" y="1685925"/>
                </a:lnTo>
                <a:lnTo>
                  <a:pt x="1905000" y="1685925"/>
                </a:lnTo>
                <a:lnTo>
                  <a:pt x="1905000" y="1638300"/>
                </a:lnTo>
                <a:lnTo>
                  <a:pt x="1895475" y="1638300"/>
                </a:lnTo>
                <a:lnTo>
                  <a:pt x="1895475" y="1590675"/>
                </a:lnTo>
                <a:lnTo>
                  <a:pt x="1885950" y="1590675"/>
                </a:lnTo>
                <a:lnTo>
                  <a:pt x="1885950" y="1543050"/>
                </a:lnTo>
                <a:lnTo>
                  <a:pt x="1876425" y="1543050"/>
                </a:lnTo>
                <a:lnTo>
                  <a:pt x="1876425" y="1495425"/>
                </a:lnTo>
                <a:lnTo>
                  <a:pt x="1866900" y="1495425"/>
                </a:lnTo>
                <a:lnTo>
                  <a:pt x="1866900" y="1447800"/>
                </a:lnTo>
                <a:lnTo>
                  <a:pt x="1857375" y="1447800"/>
                </a:lnTo>
                <a:lnTo>
                  <a:pt x="1857375" y="1400175"/>
                </a:lnTo>
                <a:lnTo>
                  <a:pt x="1866900" y="1400175"/>
                </a:lnTo>
                <a:lnTo>
                  <a:pt x="1876425" y="1381125"/>
                </a:lnTo>
                <a:lnTo>
                  <a:pt x="1905000" y="1381125"/>
                </a:lnTo>
                <a:lnTo>
                  <a:pt x="1905000" y="1371600"/>
                </a:lnTo>
                <a:lnTo>
                  <a:pt x="1914525" y="1371600"/>
                </a:lnTo>
                <a:lnTo>
                  <a:pt x="1914525" y="1381125"/>
                </a:lnTo>
                <a:lnTo>
                  <a:pt x="1943100" y="1381125"/>
                </a:lnTo>
                <a:lnTo>
                  <a:pt x="1943100" y="1390650"/>
                </a:lnTo>
                <a:lnTo>
                  <a:pt x="1971675" y="1390650"/>
                </a:lnTo>
                <a:lnTo>
                  <a:pt x="1971675" y="1400175"/>
                </a:lnTo>
                <a:lnTo>
                  <a:pt x="2000250" y="1400175"/>
                </a:lnTo>
                <a:lnTo>
                  <a:pt x="2000250" y="1409700"/>
                </a:lnTo>
                <a:lnTo>
                  <a:pt x="2028825" y="1409700"/>
                </a:lnTo>
                <a:lnTo>
                  <a:pt x="2028825" y="1419225"/>
                </a:lnTo>
                <a:lnTo>
                  <a:pt x="2085975" y="1428750"/>
                </a:lnTo>
                <a:lnTo>
                  <a:pt x="2085975" y="1438275"/>
                </a:lnTo>
                <a:lnTo>
                  <a:pt x="2105025" y="1438275"/>
                </a:lnTo>
                <a:lnTo>
                  <a:pt x="2105025" y="1447800"/>
                </a:lnTo>
                <a:lnTo>
                  <a:pt x="2133600" y="1447800"/>
                </a:lnTo>
                <a:lnTo>
                  <a:pt x="2133600" y="1457325"/>
                </a:lnTo>
                <a:lnTo>
                  <a:pt x="2162175" y="1457325"/>
                </a:lnTo>
                <a:lnTo>
                  <a:pt x="2162175" y="1466850"/>
                </a:lnTo>
                <a:lnTo>
                  <a:pt x="2209800" y="1476375"/>
                </a:lnTo>
                <a:lnTo>
                  <a:pt x="2209800" y="1466850"/>
                </a:lnTo>
                <a:lnTo>
                  <a:pt x="2200275" y="1466850"/>
                </a:lnTo>
                <a:lnTo>
                  <a:pt x="2200275" y="1428750"/>
                </a:lnTo>
                <a:lnTo>
                  <a:pt x="2190750" y="1428750"/>
                </a:lnTo>
                <a:lnTo>
                  <a:pt x="2190750" y="1381125"/>
                </a:lnTo>
                <a:lnTo>
                  <a:pt x="2181225" y="1381125"/>
                </a:lnTo>
                <a:lnTo>
                  <a:pt x="2181225" y="1314450"/>
                </a:lnTo>
                <a:lnTo>
                  <a:pt x="2171700" y="1314450"/>
                </a:lnTo>
                <a:lnTo>
                  <a:pt x="2171700" y="1190625"/>
                </a:lnTo>
                <a:lnTo>
                  <a:pt x="2152650" y="1181100"/>
                </a:lnTo>
                <a:lnTo>
                  <a:pt x="2152650" y="1190625"/>
                </a:lnTo>
                <a:lnTo>
                  <a:pt x="2066925" y="1200150"/>
                </a:lnTo>
                <a:lnTo>
                  <a:pt x="2066925" y="1209675"/>
                </a:lnTo>
                <a:lnTo>
                  <a:pt x="1876425" y="1209675"/>
                </a:lnTo>
                <a:lnTo>
                  <a:pt x="1876425" y="1200150"/>
                </a:lnTo>
                <a:lnTo>
                  <a:pt x="1838325" y="1190625"/>
                </a:lnTo>
                <a:lnTo>
                  <a:pt x="1828800" y="1171575"/>
                </a:lnTo>
                <a:lnTo>
                  <a:pt x="1809750" y="1171575"/>
                </a:lnTo>
                <a:lnTo>
                  <a:pt x="1809750" y="1162050"/>
                </a:lnTo>
                <a:lnTo>
                  <a:pt x="1800225" y="1162050"/>
                </a:lnTo>
                <a:lnTo>
                  <a:pt x="1790700" y="1143000"/>
                </a:lnTo>
                <a:lnTo>
                  <a:pt x="1771650" y="1143000"/>
                </a:lnTo>
                <a:lnTo>
                  <a:pt x="1762125" y="1123950"/>
                </a:lnTo>
                <a:lnTo>
                  <a:pt x="1743075" y="1123950"/>
                </a:lnTo>
                <a:lnTo>
                  <a:pt x="1743075" y="1114425"/>
                </a:lnTo>
                <a:lnTo>
                  <a:pt x="1733550" y="1114425"/>
                </a:lnTo>
                <a:lnTo>
                  <a:pt x="1695450" y="1066800"/>
                </a:lnTo>
                <a:lnTo>
                  <a:pt x="1676400" y="1066800"/>
                </a:lnTo>
                <a:lnTo>
                  <a:pt x="1638300" y="1019175"/>
                </a:lnTo>
                <a:lnTo>
                  <a:pt x="1590675" y="1009650"/>
                </a:lnTo>
                <a:lnTo>
                  <a:pt x="1581150" y="981075"/>
                </a:lnTo>
                <a:lnTo>
                  <a:pt x="1552575" y="962025"/>
                </a:lnTo>
                <a:lnTo>
                  <a:pt x="1543050" y="923925"/>
                </a:lnTo>
                <a:lnTo>
                  <a:pt x="1524000" y="914400"/>
                </a:lnTo>
                <a:lnTo>
                  <a:pt x="1524000" y="885825"/>
                </a:lnTo>
                <a:lnTo>
                  <a:pt x="1533525" y="885825"/>
                </a:lnTo>
                <a:lnTo>
                  <a:pt x="1543050" y="866775"/>
                </a:lnTo>
                <a:lnTo>
                  <a:pt x="1571625" y="866775"/>
                </a:lnTo>
                <a:lnTo>
                  <a:pt x="1571625" y="876300"/>
                </a:lnTo>
                <a:lnTo>
                  <a:pt x="1619250" y="914400"/>
                </a:lnTo>
                <a:lnTo>
                  <a:pt x="1619250" y="933450"/>
                </a:lnTo>
                <a:lnTo>
                  <a:pt x="1638300" y="942975"/>
                </a:lnTo>
                <a:lnTo>
                  <a:pt x="1638300" y="933450"/>
                </a:lnTo>
                <a:lnTo>
                  <a:pt x="1647825" y="933450"/>
                </a:lnTo>
                <a:lnTo>
                  <a:pt x="1657350" y="914400"/>
                </a:lnTo>
                <a:lnTo>
                  <a:pt x="1676400" y="914400"/>
                </a:lnTo>
                <a:lnTo>
                  <a:pt x="1676400" y="904875"/>
                </a:lnTo>
                <a:lnTo>
                  <a:pt x="1638300" y="876300"/>
                </a:lnTo>
                <a:lnTo>
                  <a:pt x="1628775" y="838200"/>
                </a:lnTo>
                <a:lnTo>
                  <a:pt x="1638300" y="838200"/>
                </a:lnTo>
                <a:lnTo>
                  <a:pt x="1638300" y="819150"/>
                </a:lnTo>
                <a:lnTo>
                  <a:pt x="1666875" y="819150"/>
                </a:lnTo>
                <a:lnTo>
                  <a:pt x="1666875" y="828675"/>
                </a:lnTo>
                <a:lnTo>
                  <a:pt x="1695450" y="838200"/>
                </a:lnTo>
                <a:lnTo>
                  <a:pt x="1695450" y="857250"/>
                </a:lnTo>
                <a:lnTo>
                  <a:pt x="1743075" y="857250"/>
                </a:lnTo>
                <a:lnTo>
                  <a:pt x="1752600" y="904875"/>
                </a:lnTo>
                <a:lnTo>
                  <a:pt x="1762125" y="904875"/>
                </a:lnTo>
                <a:lnTo>
                  <a:pt x="1800225" y="952500"/>
                </a:lnTo>
                <a:lnTo>
                  <a:pt x="1819275" y="952500"/>
                </a:lnTo>
                <a:lnTo>
                  <a:pt x="1838325" y="981075"/>
                </a:lnTo>
                <a:lnTo>
                  <a:pt x="1857375" y="981075"/>
                </a:lnTo>
                <a:lnTo>
                  <a:pt x="1866900" y="1000125"/>
                </a:lnTo>
                <a:lnTo>
                  <a:pt x="1885950" y="1000125"/>
                </a:lnTo>
                <a:lnTo>
                  <a:pt x="1895475" y="1019175"/>
                </a:lnTo>
                <a:lnTo>
                  <a:pt x="1914525" y="1019175"/>
                </a:lnTo>
                <a:lnTo>
                  <a:pt x="1924050" y="1038225"/>
                </a:lnTo>
                <a:lnTo>
                  <a:pt x="1971675" y="1038225"/>
                </a:lnTo>
                <a:lnTo>
                  <a:pt x="1971675" y="1047750"/>
                </a:lnTo>
                <a:lnTo>
                  <a:pt x="2228850" y="1047750"/>
                </a:lnTo>
                <a:lnTo>
                  <a:pt x="2228850" y="1038225"/>
                </a:lnTo>
                <a:lnTo>
                  <a:pt x="2247900" y="1028700"/>
                </a:lnTo>
                <a:lnTo>
                  <a:pt x="2238375" y="1000125"/>
                </a:lnTo>
                <a:lnTo>
                  <a:pt x="2171700" y="1000125"/>
                </a:lnTo>
                <a:lnTo>
                  <a:pt x="2171700" y="990600"/>
                </a:lnTo>
                <a:lnTo>
                  <a:pt x="2114550" y="971550"/>
                </a:lnTo>
                <a:lnTo>
                  <a:pt x="2114550" y="962025"/>
                </a:lnTo>
                <a:lnTo>
                  <a:pt x="2105025" y="962025"/>
                </a:lnTo>
                <a:lnTo>
                  <a:pt x="2105025" y="952500"/>
                </a:lnTo>
                <a:lnTo>
                  <a:pt x="2047875" y="904875"/>
                </a:lnTo>
                <a:lnTo>
                  <a:pt x="2047875" y="885825"/>
                </a:lnTo>
                <a:lnTo>
                  <a:pt x="2038350" y="885825"/>
                </a:lnTo>
                <a:lnTo>
                  <a:pt x="2038350" y="866775"/>
                </a:lnTo>
                <a:lnTo>
                  <a:pt x="2028825" y="866775"/>
                </a:lnTo>
                <a:lnTo>
                  <a:pt x="2028825" y="838200"/>
                </a:lnTo>
                <a:lnTo>
                  <a:pt x="2019300" y="838200"/>
                </a:lnTo>
                <a:lnTo>
                  <a:pt x="2019300" y="723900"/>
                </a:lnTo>
                <a:lnTo>
                  <a:pt x="2028825" y="723900"/>
                </a:lnTo>
                <a:lnTo>
                  <a:pt x="2028825" y="695325"/>
                </a:lnTo>
                <a:lnTo>
                  <a:pt x="2038350" y="695325"/>
                </a:lnTo>
                <a:lnTo>
                  <a:pt x="2047875" y="657225"/>
                </a:lnTo>
                <a:lnTo>
                  <a:pt x="2066925" y="647700"/>
                </a:lnTo>
                <a:lnTo>
                  <a:pt x="2066925" y="628650"/>
                </a:lnTo>
                <a:close/>
                <a:moveTo>
                  <a:pt x="2066925" y="790575"/>
                </a:moveTo>
                <a:lnTo>
                  <a:pt x="2066925" y="809625"/>
                </a:lnTo>
                <a:lnTo>
                  <a:pt x="2076450" y="809625"/>
                </a:lnTo>
                <a:lnTo>
                  <a:pt x="2076450" y="847725"/>
                </a:lnTo>
                <a:lnTo>
                  <a:pt x="2085975" y="847725"/>
                </a:lnTo>
                <a:lnTo>
                  <a:pt x="2085975" y="866775"/>
                </a:lnTo>
                <a:lnTo>
                  <a:pt x="2105025" y="876300"/>
                </a:lnTo>
                <a:lnTo>
                  <a:pt x="2105025" y="895350"/>
                </a:lnTo>
                <a:lnTo>
                  <a:pt x="2114550" y="895350"/>
                </a:lnTo>
                <a:lnTo>
                  <a:pt x="2124075" y="914400"/>
                </a:lnTo>
                <a:lnTo>
                  <a:pt x="2143125" y="914400"/>
                </a:lnTo>
                <a:lnTo>
                  <a:pt x="2152650" y="933450"/>
                </a:lnTo>
                <a:lnTo>
                  <a:pt x="2171700" y="933450"/>
                </a:lnTo>
                <a:lnTo>
                  <a:pt x="2171700" y="942975"/>
                </a:lnTo>
                <a:lnTo>
                  <a:pt x="2190750" y="942975"/>
                </a:lnTo>
                <a:lnTo>
                  <a:pt x="2190750" y="952500"/>
                </a:lnTo>
                <a:lnTo>
                  <a:pt x="2295525" y="952500"/>
                </a:lnTo>
                <a:lnTo>
                  <a:pt x="2295525" y="942975"/>
                </a:lnTo>
                <a:lnTo>
                  <a:pt x="2352675" y="923925"/>
                </a:lnTo>
                <a:lnTo>
                  <a:pt x="2352675" y="914400"/>
                </a:lnTo>
                <a:lnTo>
                  <a:pt x="2390775" y="885825"/>
                </a:lnTo>
                <a:lnTo>
                  <a:pt x="2390775" y="866775"/>
                </a:lnTo>
                <a:lnTo>
                  <a:pt x="2400300" y="866775"/>
                </a:lnTo>
                <a:lnTo>
                  <a:pt x="2400300" y="847725"/>
                </a:lnTo>
                <a:lnTo>
                  <a:pt x="2409825" y="847725"/>
                </a:lnTo>
                <a:lnTo>
                  <a:pt x="2409825" y="828675"/>
                </a:lnTo>
                <a:lnTo>
                  <a:pt x="2419350" y="828675"/>
                </a:lnTo>
                <a:lnTo>
                  <a:pt x="2419350" y="762000"/>
                </a:lnTo>
                <a:lnTo>
                  <a:pt x="2419350" y="723900"/>
                </a:lnTo>
                <a:lnTo>
                  <a:pt x="2409825" y="723900"/>
                </a:lnTo>
                <a:lnTo>
                  <a:pt x="2390775" y="666750"/>
                </a:lnTo>
                <a:lnTo>
                  <a:pt x="2381250" y="666750"/>
                </a:lnTo>
                <a:lnTo>
                  <a:pt x="2362200" y="638175"/>
                </a:lnTo>
                <a:lnTo>
                  <a:pt x="2343150" y="638175"/>
                </a:lnTo>
                <a:lnTo>
                  <a:pt x="2333625" y="619125"/>
                </a:lnTo>
                <a:lnTo>
                  <a:pt x="2286000" y="609600"/>
                </a:lnTo>
                <a:lnTo>
                  <a:pt x="2286000" y="600075"/>
                </a:lnTo>
                <a:lnTo>
                  <a:pt x="2209800" y="600075"/>
                </a:lnTo>
                <a:lnTo>
                  <a:pt x="2209800" y="609600"/>
                </a:lnTo>
                <a:lnTo>
                  <a:pt x="2181225" y="609600"/>
                </a:lnTo>
                <a:lnTo>
                  <a:pt x="2181225" y="619125"/>
                </a:lnTo>
                <a:lnTo>
                  <a:pt x="2143125" y="628650"/>
                </a:lnTo>
                <a:lnTo>
                  <a:pt x="2143125" y="638175"/>
                </a:lnTo>
                <a:lnTo>
                  <a:pt x="2095500" y="676275"/>
                </a:lnTo>
                <a:lnTo>
                  <a:pt x="2095500" y="695325"/>
                </a:lnTo>
                <a:lnTo>
                  <a:pt x="2085975" y="695325"/>
                </a:lnTo>
                <a:lnTo>
                  <a:pt x="2085975" y="714375"/>
                </a:lnTo>
                <a:lnTo>
                  <a:pt x="2076450" y="714375"/>
                </a:lnTo>
                <a:lnTo>
                  <a:pt x="2076450" y="742950"/>
                </a:lnTo>
                <a:lnTo>
                  <a:pt x="2066925" y="742950"/>
                </a:lnTo>
                <a:lnTo>
                  <a:pt x="2066925" y="790575"/>
                </a:lnTo>
                <a:close/>
                <a:moveTo>
                  <a:pt x="695325" y="323850"/>
                </a:moveTo>
                <a:lnTo>
                  <a:pt x="714375" y="323850"/>
                </a:lnTo>
                <a:lnTo>
                  <a:pt x="714375" y="333375"/>
                </a:lnTo>
                <a:lnTo>
                  <a:pt x="723900" y="333375"/>
                </a:lnTo>
                <a:lnTo>
                  <a:pt x="742950" y="361950"/>
                </a:lnTo>
                <a:lnTo>
                  <a:pt x="762000" y="361950"/>
                </a:lnTo>
                <a:lnTo>
                  <a:pt x="762000" y="371475"/>
                </a:lnTo>
                <a:lnTo>
                  <a:pt x="1076325" y="361950"/>
                </a:lnTo>
                <a:lnTo>
                  <a:pt x="1114425" y="314325"/>
                </a:lnTo>
                <a:lnTo>
                  <a:pt x="1190625" y="304800"/>
                </a:lnTo>
                <a:lnTo>
                  <a:pt x="1190625" y="295275"/>
                </a:lnTo>
                <a:lnTo>
                  <a:pt x="1238250" y="295275"/>
                </a:lnTo>
                <a:lnTo>
                  <a:pt x="1238250" y="285750"/>
                </a:lnTo>
                <a:lnTo>
                  <a:pt x="1295400" y="285750"/>
                </a:lnTo>
                <a:lnTo>
                  <a:pt x="1304925" y="266700"/>
                </a:lnTo>
                <a:lnTo>
                  <a:pt x="1171575" y="266700"/>
                </a:lnTo>
                <a:lnTo>
                  <a:pt x="933450" y="266700"/>
                </a:lnTo>
                <a:lnTo>
                  <a:pt x="933450" y="276225"/>
                </a:lnTo>
                <a:lnTo>
                  <a:pt x="514350" y="285750"/>
                </a:lnTo>
                <a:lnTo>
                  <a:pt x="514350" y="304800"/>
                </a:lnTo>
                <a:lnTo>
                  <a:pt x="590550" y="304800"/>
                </a:lnTo>
                <a:lnTo>
                  <a:pt x="590550" y="314325"/>
                </a:lnTo>
                <a:lnTo>
                  <a:pt x="695325" y="323850"/>
                </a:lnTo>
                <a:close/>
                <a:moveTo>
                  <a:pt x="866775" y="228600"/>
                </a:moveTo>
                <a:lnTo>
                  <a:pt x="933450" y="228600"/>
                </a:lnTo>
                <a:lnTo>
                  <a:pt x="933450" y="219075"/>
                </a:lnTo>
                <a:lnTo>
                  <a:pt x="1133475" y="219075"/>
                </a:lnTo>
                <a:lnTo>
                  <a:pt x="1133475" y="228600"/>
                </a:lnTo>
                <a:lnTo>
                  <a:pt x="1247775" y="228600"/>
                </a:lnTo>
                <a:lnTo>
                  <a:pt x="1247775" y="219075"/>
                </a:lnTo>
                <a:lnTo>
                  <a:pt x="1295400" y="219075"/>
                </a:lnTo>
                <a:lnTo>
                  <a:pt x="1295400" y="228600"/>
                </a:lnTo>
                <a:lnTo>
                  <a:pt x="1304925" y="228600"/>
                </a:lnTo>
                <a:lnTo>
                  <a:pt x="1304925" y="209550"/>
                </a:lnTo>
                <a:lnTo>
                  <a:pt x="1314450" y="209550"/>
                </a:lnTo>
                <a:lnTo>
                  <a:pt x="1323975" y="180975"/>
                </a:lnTo>
                <a:lnTo>
                  <a:pt x="1381125" y="180975"/>
                </a:lnTo>
                <a:lnTo>
                  <a:pt x="1381125" y="133350"/>
                </a:lnTo>
                <a:lnTo>
                  <a:pt x="1362075" y="133350"/>
                </a:lnTo>
                <a:lnTo>
                  <a:pt x="1362075" y="142875"/>
                </a:lnTo>
                <a:lnTo>
                  <a:pt x="1095375" y="142875"/>
                </a:lnTo>
                <a:lnTo>
                  <a:pt x="1095375" y="133350"/>
                </a:lnTo>
                <a:lnTo>
                  <a:pt x="1085850" y="133350"/>
                </a:lnTo>
                <a:lnTo>
                  <a:pt x="1085850" y="104775"/>
                </a:lnTo>
                <a:lnTo>
                  <a:pt x="1095375" y="104775"/>
                </a:lnTo>
                <a:lnTo>
                  <a:pt x="1095375" y="95250"/>
                </a:lnTo>
                <a:lnTo>
                  <a:pt x="1238250" y="95250"/>
                </a:lnTo>
                <a:lnTo>
                  <a:pt x="1238250" y="85725"/>
                </a:lnTo>
                <a:lnTo>
                  <a:pt x="1352550" y="85725"/>
                </a:lnTo>
                <a:lnTo>
                  <a:pt x="1352550" y="95250"/>
                </a:lnTo>
                <a:lnTo>
                  <a:pt x="1381125" y="95250"/>
                </a:lnTo>
                <a:lnTo>
                  <a:pt x="1390650" y="76200"/>
                </a:lnTo>
                <a:lnTo>
                  <a:pt x="1409700" y="76200"/>
                </a:lnTo>
                <a:lnTo>
                  <a:pt x="1419225" y="104775"/>
                </a:lnTo>
                <a:lnTo>
                  <a:pt x="1447800" y="95250"/>
                </a:lnTo>
                <a:lnTo>
                  <a:pt x="1447800" y="85725"/>
                </a:lnTo>
                <a:lnTo>
                  <a:pt x="1724025" y="85725"/>
                </a:lnTo>
                <a:lnTo>
                  <a:pt x="1724025" y="95250"/>
                </a:lnTo>
                <a:lnTo>
                  <a:pt x="1733550" y="95250"/>
                </a:lnTo>
                <a:lnTo>
                  <a:pt x="1733550" y="133350"/>
                </a:lnTo>
                <a:lnTo>
                  <a:pt x="1657350" y="133350"/>
                </a:lnTo>
                <a:lnTo>
                  <a:pt x="1657350" y="142875"/>
                </a:lnTo>
                <a:lnTo>
                  <a:pt x="1438275" y="142875"/>
                </a:lnTo>
                <a:lnTo>
                  <a:pt x="1438275" y="133350"/>
                </a:lnTo>
                <a:lnTo>
                  <a:pt x="1419225" y="123825"/>
                </a:lnTo>
                <a:lnTo>
                  <a:pt x="1419225" y="180975"/>
                </a:lnTo>
                <a:lnTo>
                  <a:pt x="1485900" y="180975"/>
                </a:lnTo>
                <a:lnTo>
                  <a:pt x="1485900" y="200025"/>
                </a:lnTo>
                <a:lnTo>
                  <a:pt x="1495425" y="200025"/>
                </a:lnTo>
                <a:lnTo>
                  <a:pt x="1495425" y="304800"/>
                </a:lnTo>
                <a:lnTo>
                  <a:pt x="1485900" y="304800"/>
                </a:lnTo>
                <a:lnTo>
                  <a:pt x="1457325" y="342900"/>
                </a:lnTo>
                <a:lnTo>
                  <a:pt x="1343025" y="342900"/>
                </a:lnTo>
                <a:lnTo>
                  <a:pt x="1333500" y="323850"/>
                </a:lnTo>
                <a:lnTo>
                  <a:pt x="1285875" y="323850"/>
                </a:lnTo>
                <a:lnTo>
                  <a:pt x="1285875" y="333375"/>
                </a:lnTo>
                <a:lnTo>
                  <a:pt x="1238250" y="333375"/>
                </a:lnTo>
                <a:lnTo>
                  <a:pt x="1238250" y="342900"/>
                </a:lnTo>
                <a:lnTo>
                  <a:pt x="1143000" y="352425"/>
                </a:lnTo>
                <a:lnTo>
                  <a:pt x="1143000" y="361950"/>
                </a:lnTo>
                <a:lnTo>
                  <a:pt x="1114425" y="381000"/>
                </a:lnTo>
                <a:lnTo>
                  <a:pt x="1114425" y="400050"/>
                </a:lnTo>
                <a:lnTo>
                  <a:pt x="1123950" y="400050"/>
                </a:lnTo>
                <a:lnTo>
                  <a:pt x="1133475" y="447675"/>
                </a:lnTo>
                <a:lnTo>
                  <a:pt x="1143000" y="447675"/>
                </a:lnTo>
                <a:lnTo>
                  <a:pt x="1143000" y="466725"/>
                </a:lnTo>
                <a:lnTo>
                  <a:pt x="1152525" y="466725"/>
                </a:lnTo>
                <a:lnTo>
                  <a:pt x="1152525" y="495300"/>
                </a:lnTo>
                <a:lnTo>
                  <a:pt x="1162050" y="495300"/>
                </a:lnTo>
                <a:lnTo>
                  <a:pt x="1162050" y="514350"/>
                </a:lnTo>
                <a:lnTo>
                  <a:pt x="1171575" y="514350"/>
                </a:lnTo>
                <a:lnTo>
                  <a:pt x="1181100" y="571500"/>
                </a:lnTo>
                <a:lnTo>
                  <a:pt x="1200150" y="571500"/>
                </a:lnTo>
                <a:lnTo>
                  <a:pt x="1200150" y="581025"/>
                </a:lnTo>
                <a:lnTo>
                  <a:pt x="1219200" y="590550"/>
                </a:lnTo>
                <a:lnTo>
                  <a:pt x="1219200" y="619125"/>
                </a:lnTo>
                <a:lnTo>
                  <a:pt x="1190625" y="628650"/>
                </a:lnTo>
                <a:lnTo>
                  <a:pt x="1190625" y="638175"/>
                </a:lnTo>
                <a:lnTo>
                  <a:pt x="1152525" y="638175"/>
                </a:lnTo>
                <a:lnTo>
                  <a:pt x="1152525" y="647700"/>
                </a:lnTo>
                <a:lnTo>
                  <a:pt x="1143000" y="647700"/>
                </a:lnTo>
                <a:lnTo>
                  <a:pt x="1143000" y="638175"/>
                </a:lnTo>
                <a:lnTo>
                  <a:pt x="1123950" y="628650"/>
                </a:lnTo>
                <a:lnTo>
                  <a:pt x="1133475" y="561975"/>
                </a:lnTo>
                <a:lnTo>
                  <a:pt x="1123950" y="561975"/>
                </a:lnTo>
                <a:lnTo>
                  <a:pt x="1123950" y="542925"/>
                </a:lnTo>
                <a:lnTo>
                  <a:pt x="1114425" y="542925"/>
                </a:lnTo>
                <a:lnTo>
                  <a:pt x="1104900" y="485775"/>
                </a:lnTo>
                <a:lnTo>
                  <a:pt x="1095375" y="485775"/>
                </a:lnTo>
                <a:lnTo>
                  <a:pt x="1095375" y="466725"/>
                </a:lnTo>
                <a:lnTo>
                  <a:pt x="1085850" y="466725"/>
                </a:lnTo>
                <a:lnTo>
                  <a:pt x="1066800" y="409575"/>
                </a:lnTo>
                <a:lnTo>
                  <a:pt x="933450" y="409575"/>
                </a:lnTo>
                <a:lnTo>
                  <a:pt x="933450" y="561975"/>
                </a:lnTo>
                <a:lnTo>
                  <a:pt x="1000125" y="561975"/>
                </a:lnTo>
                <a:lnTo>
                  <a:pt x="1000125" y="571500"/>
                </a:lnTo>
                <a:lnTo>
                  <a:pt x="1009650" y="571500"/>
                </a:lnTo>
                <a:lnTo>
                  <a:pt x="1009650" y="638175"/>
                </a:lnTo>
                <a:lnTo>
                  <a:pt x="1000125" y="638175"/>
                </a:lnTo>
                <a:lnTo>
                  <a:pt x="1000125" y="657225"/>
                </a:lnTo>
                <a:lnTo>
                  <a:pt x="1066800" y="657225"/>
                </a:lnTo>
                <a:lnTo>
                  <a:pt x="1066800" y="666750"/>
                </a:lnTo>
                <a:lnTo>
                  <a:pt x="1085850" y="676275"/>
                </a:lnTo>
                <a:lnTo>
                  <a:pt x="1085850" y="695325"/>
                </a:lnTo>
                <a:lnTo>
                  <a:pt x="1095375" y="695325"/>
                </a:lnTo>
                <a:lnTo>
                  <a:pt x="1095375" y="1047750"/>
                </a:lnTo>
                <a:lnTo>
                  <a:pt x="1085850" y="1047750"/>
                </a:lnTo>
                <a:lnTo>
                  <a:pt x="1085850" y="1066800"/>
                </a:lnTo>
                <a:lnTo>
                  <a:pt x="1076325" y="1066800"/>
                </a:lnTo>
                <a:lnTo>
                  <a:pt x="1066800" y="1085850"/>
                </a:lnTo>
                <a:lnTo>
                  <a:pt x="1047750" y="1085850"/>
                </a:lnTo>
                <a:lnTo>
                  <a:pt x="1047750" y="1095375"/>
                </a:lnTo>
                <a:lnTo>
                  <a:pt x="981075" y="1095375"/>
                </a:lnTo>
                <a:lnTo>
                  <a:pt x="971550" y="1095375"/>
                </a:lnTo>
                <a:lnTo>
                  <a:pt x="971550" y="1085850"/>
                </a:lnTo>
                <a:lnTo>
                  <a:pt x="790575" y="1095375"/>
                </a:lnTo>
                <a:lnTo>
                  <a:pt x="790575" y="1085850"/>
                </a:lnTo>
                <a:lnTo>
                  <a:pt x="771525" y="1085850"/>
                </a:lnTo>
                <a:lnTo>
                  <a:pt x="771525" y="1076325"/>
                </a:lnTo>
                <a:lnTo>
                  <a:pt x="752475" y="1066800"/>
                </a:lnTo>
                <a:lnTo>
                  <a:pt x="752475" y="685800"/>
                </a:lnTo>
                <a:lnTo>
                  <a:pt x="762000" y="685800"/>
                </a:lnTo>
                <a:lnTo>
                  <a:pt x="781050" y="657225"/>
                </a:lnTo>
                <a:lnTo>
                  <a:pt x="838200" y="657225"/>
                </a:lnTo>
                <a:lnTo>
                  <a:pt x="838200" y="638175"/>
                </a:lnTo>
                <a:lnTo>
                  <a:pt x="828675" y="638175"/>
                </a:lnTo>
                <a:lnTo>
                  <a:pt x="828675" y="571500"/>
                </a:lnTo>
                <a:lnTo>
                  <a:pt x="838200" y="571500"/>
                </a:lnTo>
                <a:lnTo>
                  <a:pt x="838200" y="561975"/>
                </a:lnTo>
                <a:lnTo>
                  <a:pt x="895350" y="561975"/>
                </a:lnTo>
                <a:lnTo>
                  <a:pt x="895350" y="552450"/>
                </a:lnTo>
                <a:lnTo>
                  <a:pt x="904875" y="552450"/>
                </a:lnTo>
                <a:lnTo>
                  <a:pt x="904875" y="419100"/>
                </a:lnTo>
                <a:lnTo>
                  <a:pt x="762000" y="419100"/>
                </a:lnTo>
                <a:lnTo>
                  <a:pt x="752475" y="447675"/>
                </a:lnTo>
                <a:lnTo>
                  <a:pt x="742950" y="447675"/>
                </a:lnTo>
                <a:lnTo>
                  <a:pt x="742950" y="466725"/>
                </a:lnTo>
                <a:lnTo>
                  <a:pt x="733425" y="466725"/>
                </a:lnTo>
                <a:lnTo>
                  <a:pt x="733425" y="504825"/>
                </a:lnTo>
                <a:lnTo>
                  <a:pt x="723900" y="504825"/>
                </a:lnTo>
                <a:lnTo>
                  <a:pt x="723900" y="533400"/>
                </a:lnTo>
                <a:lnTo>
                  <a:pt x="714375" y="533400"/>
                </a:lnTo>
                <a:lnTo>
                  <a:pt x="714375" y="552450"/>
                </a:lnTo>
                <a:lnTo>
                  <a:pt x="704850" y="552450"/>
                </a:lnTo>
                <a:lnTo>
                  <a:pt x="704850" y="581025"/>
                </a:lnTo>
                <a:lnTo>
                  <a:pt x="695325" y="581025"/>
                </a:lnTo>
                <a:lnTo>
                  <a:pt x="695325" y="600075"/>
                </a:lnTo>
                <a:lnTo>
                  <a:pt x="714375" y="609600"/>
                </a:lnTo>
                <a:lnTo>
                  <a:pt x="714375" y="638175"/>
                </a:lnTo>
                <a:lnTo>
                  <a:pt x="704850" y="638175"/>
                </a:lnTo>
                <a:lnTo>
                  <a:pt x="704850" y="647700"/>
                </a:lnTo>
                <a:lnTo>
                  <a:pt x="638175" y="647700"/>
                </a:lnTo>
                <a:lnTo>
                  <a:pt x="638175" y="638175"/>
                </a:lnTo>
                <a:lnTo>
                  <a:pt x="619125" y="628650"/>
                </a:lnTo>
                <a:lnTo>
                  <a:pt x="619125" y="590550"/>
                </a:lnTo>
                <a:lnTo>
                  <a:pt x="638175" y="590550"/>
                </a:lnTo>
                <a:lnTo>
                  <a:pt x="638175" y="581025"/>
                </a:lnTo>
                <a:lnTo>
                  <a:pt x="657225" y="571500"/>
                </a:lnTo>
                <a:lnTo>
                  <a:pt x="657225" y="542925"/>
                </a:lnTo>
                <a:lnTo>
                  <a:pt x="666750" y="542925"/>
                </a:lnTo>
                <a:lnTo>
                  <a:pt x="666750" y="514350"/>
                </a:lnTo>
                <a:lnTo>
                  <a:pt x="676275" y="514350"/>
                </a:lnTo>
                <a:lnTo>
                  <a:pt x="685800" y="457200"/>
                </a:lnTo>
                <a:lnTo>
                  <a:pt x="695325" y="457200"/>
                </a:lnTo>
                <a:lnTo>
                  <a:pt x="704850" y="409575"/>
                </a:lnTo>
                <a:lnTo>
                  <a:pt x="714375" y="409575"/>
                </a:lnTo>
                <a:lnTo>
                  <a:pt x="714375" y="390525"/>
                </a:lnTo>
                <a:lnTo>
                  <a:pt x="695325" y="390525"/>
                </a:lnTo>
                <a:lnTo>
                  <a:pt x="685800" y="361950"/>
                </a:lnTo>
                <a:lnTo>
                  <a:pt x="600075" y="361950"/>
                </a:lnTo>
                <a:lnTo>
                  <a:pt x="600075" y="352425"/>
                </a:lnTo>
                <a:lnTo>
                  <a:pt x="495300" y="342900"/>
                </a:lnTo>
                <a:lnTo>
                  <a:pt x="495300" y="352425"/>
                </a:lnTo>
                <a:lnTo>
                  <a:pt x="466725" y="361950"/>
                </a:lnTo>
                <a:lnTo>
                  <a:pt x="466725" y="371475"/>
                </a:lnTo>
                <a:lnTo>
                  <a:pt x="371475" y="371475"/>
                </a:lnTo>
                <a:lnTo>
                  <a:pt x="371475" y="361950"/>
                </a:lnTo>
                <a:lnTo>
                  <a:pt x="352425" y="361950"/>
                </a:lnTo>
                <a:lnTo>
                  <a:pt x="352425" y="352425"/>
                </a:lnTo>
                <a:lnTo>
                  <a:pt x="333375" y="342900"/>
                </a:lnTo>
                <a:lnTo>
                  <a:pt x="333375" y="323850"/>
                </a:lnTo>
                <a:lnTo>
                  <a:pt x="323850" y="323850"/>
                </a:lnTo>
                <a:lnTo>
                  <a:pt x="323850" y="238125"/>
                </a:lnTo>
                <a:lnTo>
                  <a:pt x="333375" y="238125"/>
                </a:lnTo>
                <a:lnTo>
                  <a:pt x="342900" y="209550"/>
                </a:lnTo>
                <a:lnTo>
                  <a:pt x="400050" y="200025"/>
                </a:lnTo>
                <a:lnTo>
                  <a:pt x="400050" y="161925"/>
                </a:lnTo>
                <a:lnTo>
                  <a:pt x="381000" y="161925"/>
                </a:lnTo>
                <a:lnTo>
                  <a:pt x="381000" y="171450"/>
                </a:lnTo>
                <a:lnTo>
                  <a:pt x="85725" y="171450"/>
                </a:lnTo>
                <a:lnTo>
                  <a:pt x="85725" y="133350"/>
                </a:lnTo>
                <a:lnTo>
                  <a:pt x="95250" y="133350"/>
                </a:lnTo>
                <a:lnTo>
                  <a:pt x="95250" y="123825"/>
                </a:lnTo>
                <a:lnTo>
                  <a:pt x="257175" y="123825"/>
                </a:lnTo>
                <a:lnTo>
                  <a:pt x="257175" y="114300"/>
                </a:lnTo>
                <a:lnTo>
                  <a:pt x="371475" y="114300"/>
                </a:lnTo>
                <a:lnTo>
                  <a:pt x="371475" y="123825"/>
                </a:lnTo>
                <a:lnTo>
                  <a:pt x="400050" y="123825"/>
                </a:lnTo>
                <a:lnTo>
                  <a:pt x="400050" y="104775"/>
                </a:lnTo>
                <a:lnTo>
                  <a:pt x="428625" y="104775"/>
                </a:lnTo>
                <a:lnTo>
                  <a:pt x="438150" y="123825"/>
                </a:lnTo>
                <a:lnTo>
                  <a:pt x="457200" y="123825"/>
                </a:lnTo>
                <a:lnTo>
                  <a:pt x="457200" y="114300"/>
                </a:lnTo>
                <a:lnTo>
                  <a:pt x="733425" y="114300"/>
                </a:lnTo>
                <a:lnTo>
                  <a:pt x="742950" y="142875"/>
                </a:lnTo>
                <a:lnTo>
                  <a:pt x="733425" y="142875"/>
                </a:lnTo>
                <a:lnTo>
                  <a:pt x="723900" y="161925"/>
                </a:lnTo>
                <a:lnTo>
                  <a:pt x="457200" y="171450"/>
                </a:lnTo>
                <a:lnTo>
                  <a:pt x="457200" y="161925"/>
                </a:lnTo>
                <a:lnTo>
                  <a:pt x="438150" y="152400"/>
                </a:lnTo>
                <a:lnTo>
                  <a:pt x="438150" y="200025"/>
                </a:lnTo>
                <a:lnTo>
                  <a:pt x="485775" y="200025"/>
                </a:lnTo>
                <a:lnTo>
                  <a:pt x="485775" y="209550"/>
                </a:lnTo>
                <a:lnTo>
                  <a:pt x="504825" y="209550"/>
                </a:lnTo>
                <a:lnTo>
                  <a:pt x="514350" y="247650"/>
                </a:lnTo>
                <a:lnTo>
                  <a:pt x="542925" y="247650"/>
                </a:lnTo>
                <a:lnTo>
                  <a:pt x="542925" y="238125"/>
                </a:lnTo>
                <a:lnTo>
                  <a:pt x="704850" y="238125"/>
                </a:lnTo>
                <a:lnTo>
                  <a:pt x="704850" y="228600"/>
                </a:lnTo>
                <a:lnTo>
                  <a:pt x="866775" y="228600"/>
                </a:lnTo>
                <a:close/>
                <a:moveTo>
                  <a:pt x="1047750" y="714375"/>
                </a:moveTo>
                <a:lnTo>
                  <a:pt x="1047750" y="704850"/>
                </a:lnTo>
                <a:lnTo>
                  <a:pt x="800100" y="704850"/>
                </a:lnTo>
                <a:lnTo>
                  <a:pt x="800100" y="1038225"/>
                </a:lnTo>
                <a:lnTo>
                  <a:pt x="809625" y="1038225"/>
                </a:lnTo>
                <a:lnTo>
                  <a:pt x="809625" y="1047750"/>
                </a:lnTo>
                <a:lnTo>
                  <a:pt x="1028700" y="1047750"/>
                </a:lnTo>
                <a:lnTo>
                  <a:pt x="1028700" y="1038225"/>
                </a:lnTo>
                <a:lnTo>
                  <a:pt x="1047750" y="1028700"/>
                </a:lnTo>
                <a:lnTo>
                  <a:pt x="1047750" y="714375"/>
                </a:lnTo>
                <a:close/>
                <a:moveTo>
                  <a:pt x="923925" y="1323975"/>
                </a:moveTo>
                <a:lnTo>
                  <a:pt x="923925" y="1333500"/>
                </a:lnTo>
                <a:lnTo>
                  <a:pt x="914400" y="1333500"/>
                </a:lnTo>
                <a:lnTo>
                  <a:pt x="914400" y="1323975"/>
                </a:lnTo>
                <a:lnTo>
                  <a:pt x="895350" y="1314450"/>
                </a:lnTo>
                <a:lnTo>
                  <a:pt x="895350" y="1171575"/>
                </a:lnTo>
                <a:lnTo>
                  <a:pt x="914400" y="1171575"/>
                </a:lnTo>
                <a:lnTo>
                  <a:pt x="914400" y="1162050"/>
                </a:lnTo>
                <a:lnTo>
                  <a:pt x="923925" y="1162050"/>
                </a:lnTo>
                <a:lnTo>
                  <a:pt x="923925" y="1171575"/>
                </a:lnTo>
                <a:lnTo>
                  <a:pt x="942975" y="1181100"/>
                </a:lnTo>
                <a:lnTo>
                  <a:pt x="942975" y="1314450"/>
                </a:lnTo>
                <a:lnTo>
                  <a:pt x="923925" y="1323975"/>
                </a:lnTo>
                <a:close/>
                <a:moveTo>
                  <a:pt x="666750" y="1228725"/>
                </a:moveTo>
                <a:lnTo>
                  <a:pt x="657225" y="1247775"/>
                </a:lnTo>
                <a:lnTo>
                  <a:pt x="628650" y="1247775"/>
                </a:lnTo>
                <a:lnTo>
                  <a:pt x="628650" y="1209675"/>
                </a:lnTo>
                <a:lnTo>
                  <a:pt x="676275" y="1171575"/>
                </a:lnTo>
                <a:lnTo>
                  <a:pt x="676275" y="1152525"/>
                </a:lnTo>
                <a:lnTo>
                  <a:pt x="685800" y="1152525"/>
                </a:lnTo>
                <a:lnTo>
                  <a:pt x="695325" y="1133475"/>
                </a:lnTo>
                <a:lnTo>
                  <a:pt x="704850" y="1133475"/>
                </a:lnTo>
                <a:lnTo>
                  <a:pt x="704850" y="1123950"/>
                </a:lnTo>
                <a:lnTo>
                  <a:pt x="733425" y="1123950"/>
                </a:lnTo>
                <a:lnTo>
                  <a:pt x="742950" y="1152525"/>
                </a:lnTo>
                <a:lnTo>
                  <a:pt x="733425" y="1152525"/>
                </a:lnTo>
                <a:lnTo>
                  <a:pt x="733425" y="1162050"/>
                </a:lnTo>
                <a:lnTo>
                  <a:pt x="714375" y="1171575"/>
                </a:lnTo>
                <a:lnTo>
                  <a:pt x="714375" y="1190625"/>
                </a:lnTo>
                <a:lnTo>
                  <a:pt x="666750" y="1228725"/>
                </a:lnTo>
                <a:close/>
                <a:moveTo>
                  <a:pt x="2609850" y="1276350"/>
                </a:moveTo>
                <a:lnTo>
                  <a:pt x="2590800" y="1276350"/>
                </a:lnTo>
                <a:lnTo>
                  <a:pt x="2590800" y="1285875"/>
                </a:lnTo>
                <a:lnTo>
                  <a:pt x="2552700" y="1285875"/>
                </a:lnTo>
                <a:lnTo>
                  <a:pt x="2543175" y="1238250"/>
                </a:lnTo>
                <a:lnTo>
                  <a:pt x="2552700" y="1238250"/>
                </a:lnTo>
                <a:lnTo>
                  <a:pt x="2552700" y="1228725"/>
                </a:lnTo>
                <a:lnTo>
                  <a:pt x="2609850" y="1228725"/>
                </a:lnTo>
                <a:lnTo>
                  <a:pt x="2609850" y="1219200"/>
                </a:lnTo>
                <a:lnTo>
                  <a:pt x="2619375" y="1219200"/>
                </a:lnTo>
                <a:lnTo>
                  <a:pt x="2619375" y="1200150"/>
                </a:lnTo>
                <a:lnTo>
                  <a:pt x="2609850" y="1200150"/>
                </a:lnTo>
                <a:lnTo>
                  <a:pt x="2609850" y="1152525"/>
                </a:lnTo>
                <a:lnTo>
                  <a:pt x="2619375" y="1152525"/>
                </a:lnTo>
                <a:lnTo>
                  <a:pt x="2619375" y="1143000"/>
                </a:lnTo>
                <a:lnTo>
                  <a:pt x="2667000" y="1143000"/>
                </a:lnTo>
                <a:lnTo>
                  <a:pt x="2676525" y="1219200"/>
                </a:lnTo>
                <a:lnTo>
                  <a:pt x="2686050" y="1219200"/>
                </a:lnTo>
                <a:lnTo>
                  <a:pt x="2686050" y="1209675"/>
                </a:lnTo>
                <a:lnTo>
                  <a:pt x="2743200" y="1209675"/>
                </a:lnTo>
                <a:lnTo>
                  <a:pt x="2743200" y="1228725"/>
                </a:lnTo>
                <a:lnTo>
                  <a:pt x="2752725" y="1228725"/>
                </a:lnTo>
                <a:lnTo>
                  <a:pt x="2752725" y="1257300"/>
                </a:lnTo>
                <a:lnTo>
                  <a:pt x="2743200" y="1257300"/>
                </a:lnTo>
                <a:lnTo>
                  <a:pt x="2743200" y="1266825"/>
                </a:lnTo>
                <a:lnTo>
                  <a:pt x="2686050" y="1266825"/>
                </a:lnTo>
                <a:lnTo>
                  <a:pt x="2686050" y="1343025"/>
                </a:lnTo>
                <a:lnTo>
                  <a:pt x="2638425" y="1352550"/>
                </a:lnTo>
                <a:lnTo>
                  <a:pt x="2638425" y="1343025"/>
                </a:lnTo>
                <a:lnTo>
                  <a:pt x="2628900" y="1343025"/>
                </a:lnTo>
                <a:lnTo>
                  <a:pt x="2628900" y="1285875"/>
                </a:lnTo>
                <a:lnTo>
                  <a:pt x="2609850" y="1276350"/>
                </a:lnTo>
                <a:close/>
                <a:moveTo>
                  <a:pt x="2733675" y="1447800"/>
                </a:moveTo>
                <a:lnTo>
                  <a:pt x="2771775" y="1438275"/>
                </a:lnTo>
                <a:lnTo>
                  <a:pt x="2771775" y="1428750"/>
                </a:lnTo>
                <a:lnTo>
                  <a:pt x="2790825" y="1419225"/>
                </a:lnTo>
                <a:lnTo>
                  <a:pt x="2790825" y="1400175"/>
                </a:lnTo>
                <a:lnTo>
                  <a:pt x="2800350" y="1400175"/>
                </a:lnTo>
                <a:lnTo>
                  <a:pt x="2800350" y="1323975"/>
                </a:lnTo>
                <a:lnTo>
                  <a:pt x="2790825" y="1323975"/>
                </a:lnTo>
                <a:lnTo>
                  <a:pt x="2790825" y="1257300"/>
                </a:lnTo>
                <a:lnTo>
                  <a:pt x="2781300" y="1257300"/>
                </a:lnTo>
                <a:lnTo>
                  <a:pt x="2781300" y="1181100"/>
                </a:lnTo>
                <a:lnTo>
                  <a:pt x="2771775" y="1181100"/>
                </a:lnTo>
                <a:lnTo>
                  <a:pt x="2771775" y="1095375"/>
                </a:lnTo>
                <a:lnTo>
                  <a:pt x="2762250" y="1095375"/>
                </a:lnTo>
                <a:lnTo>
                  <a:pt x="2762250" y="1066800"/>
                </a:lnTo>
                <a:lnTo>
                  <a:pt x="2752725" y="1066800"/>
                </a:lnTo>
                <a:lnTo>
                  <a:pt x="2733675" y="1038225"/>
                </a:lnTo>
                <a:lnTo>
                  <a:pt x="2714625" y="1038225"/>
                </a:lnTo>
                <a:lnTo>
                  <a:pt x="2714625" y="1028700"/>
                </a:lnTo>
                <a:lnTo>
                  <a:pt x="2543175" y="1038225"/>
                </a:lnTo>
                <a:lnTo>
                  <a:pt x="2543175" y="1047750"/>
                </a:lnTo>
                <a:lnTo>
                  <a:pt x="2486025" y="1047750"/>
                </a:lnTo>
                <a:lnTo>
                  <a:pt x="2486025" y="1057275"/>
                </a:lnTo>
                <a:lnTo>
                  <a:pt x="2476500" y="1057275"/>
                </a:lnTo>
                <a:lnTo>
                  <a:pt x="2476500" y="1095375"/>
                </a:lnTo>
                <a:lnTo>
                  <a:pt x="2486025" y="1095375"/>
                </a:lnTo>
                <a:lnTo>
                  <a:pt x="2486025" y="1171575"/>
                </a:lnTo>
                <a:lnTo>
                  <a:pt x="2495550" y="1171575"/>
                </a:lnTo>
                <a:lnTo>
                  <a:pt x="2495550" y="1257300"/>
                </a:lnTo>
                <a:lnTo>
                  <a:pt x="2505075" y="1257300"/>
                </a:lnTo>
                <a:lnTo>
                  <a:pt x="2505075" y="1333500"/>
                </a:lnTo>
                <a:lnTo>
                  <a:pt x="2514600" y="1333500"/>
                </a:lnTo>
                <a:lnTo>
                  <a:pt x="2514600" y="1409700"/>
                </a:lnTo>
                <a:lnTo>
                  <a:pt x="2524125" y="1409700"/>
                </a:lnTo>
                <a:lnTo>
                  <a:pt x="2524125" y="1466850"/>
                </a:lnTo>
                <a:lnTo>
                  <a:pt x="2600325" y="1466850"/>
                </a:lnTo>
                <a:lnTo>
                  <a:pt x="2600325" y="1457325"/>
                </a:lnTo>
                <a:lnTo>
                  <a:pt x="2733675" y="1447800"/>
                </a:lnTo>
                <a:close/>
                <a:moveTo>
                  <a:pt x="1419225" y="295275"/>
                </a:moveTo>
                <a:lnTo>
                  <a:pt x="1447800" y="285750"/>
                </a:lnTo>
                <a:lnTo>
                  <a:pt x="1447800" y="228600"/>
                </a:lnTo>
                <a:lnTo>
                  <a:pt x="1438275" y="228600"/>
                </a:lnTo>
                <a:lnTo>
                  <a:pt x="1438275" y="219075"/>
                </a:lnTo>
                <a:lnTo>
                  <a:pt x="1381125" y="219075"/>
                </a:lnTo>
                <a:lnTo>
                  <a:pt x="1352550" y="228600"/>
                </a:lnTo>
                <a:lnTo>
                  <a:pt x="1352550" y="285750"/>
                </a:lnTo>
                <a:lnTo>
                  <a:pt x="1362075" y="285750"/>
                </a:lnTo>
                <a:lnTo>
                  <a:pt x="1362075" y="295275"/>
                </a:lnTo>
                <a:lnTo>
                  <a:pt x="1419225" y="295275"/>
                </a:lnTo>
                <a:close/>
                <a:moveTo>
                  <a:pt x="466725" y="285750"/>
                </a:moveTo>
                <a:lnTo>
                  <a:pt x="466725" y="247650"/>
                </a:lnTo>
                <a:lnTo>
                  <a:pt x="371475" y="247650"/>
                </a:lnTo>
                <a:lnTo>
                  <a:pt x="371475" y="285750"/>
                </a:lnTo>
                <a:lnTo>
                  <a:pt x="371475" y="314325"/>
                </a:lnTo>
                <a:lnTo>
                  <a:pt x="381000" y="314325"/>
                </a:lnTo>
                <a:lnTo>
                  <a:pt x="381000" y="323850"/>
                </a:lnTo>
                <a:lnTo>
                  <a:pt x="457200" y="323850"/>
                </a:lnTo>
                <a:lnTo>
                  <a:pt x="457200" y="314325"/>
                </a:lnTo>
                <a:lnTo>
                  <a:pt x="466725" y="314325"/>
                </a:lnTo>
                <a:lnTo>
                  <a:pt x="466725" y="285750"/>
                </a:lnTo>
                <a:close/>
                <a:moveTo>
                  <a:pt x="1200150" y="1219200"/>
                </a:moveTo>
                <a:lnTo>
                  <a:pt x="1209675" y="1219200"/>
                </a:lnTo>
                <a:lnTo>
                  <a:pt x="1209675" y="1238250"/>
                </a:lnTo>
                <a:lnTo>
                  <a:pt x="1181100" y="1247775"/>
                </a:lnTo>
                <a:lnTo>
                  <a:pt x="1181100" y="1238250"/>
                </a:lnTo>
                <a:lnTo>
                  <a:pt x="1133475" y="1200150"/>
                </a:lnTo>
                <a:lnTo>
                  <a:pt x="1133475" y="1181100"/>
                </a:lnTo>
                <a:lnTo>
                  <a:pt x="1123950" y="1181100"/>
                </a:lnTo>
                <a:lnTo>
                  <a:pt x="1104900" y="1152525"/>
                </a:lnTo>
                <a:lnTo>
                  <a:pt x="1095375" y="1152525"/>
                </a:lnTo>
                <a:lnTo>
                  <a:pt x="1095375" y="1133475"/>
                </a:lnTo>
                <a:lnTo>
                  <a:pt x="1104900" y="1133475"/>
                </a:lnTo>
                <a:lnTo>
                  <a:pt x="1104900" y="1123950"/>
                </a:lnTo>
                <a:lnTo>
                  <a:pt x="1133475" y="1123950"/>
                </a:lnTo>
                <a:lnTo>
                  <a:pt x="1133475" y="1133475"/>
                </a:lnTo>
                <a:lnTo>
                  <a:pt x="1152525" y="1143000"/>
                </a:lnTo>
                <a:lnTo>
                  <a:pt x="1152525" y="1162050"/>
                </a:lnTo>
                <a:lnTo>
                  <a:pt x="1200150" y="1200150"/>
                </a:lnTo>
                <a:lnTo>
                  <a:pt x="1200150" y="1219200"/>
                </a:lnTo>
                <a:close/>
                <a:moveTo>
                  <a:pt x="952500" y="647700"/>
                </a:moveTo>
                <a:lnTo>
                  <a:pt x="885825" y="647700"/>
                </a:lnTo>
                <a:lnTo>
                  <a:pt x="885825" y="657225"/>
                </a:lnTo>
                <a:lnTo>
                  <a:pt x="895350" y="657225"/>
                </a:lnTo>
                <a:lnTo>
                  <a:pt x="962025" y="657225"/>
                </a:lnTo>
                <a:lnTo>
                  <a:pt x="962025" y="647700"/>
                </a:lnTo>
                <a:lnTo>
                  <a:pt x="952500" y="647700"/>
                </a:lnTo>
                <a:close/>
                <a:moveTo>
                  <a:pt x="2247900" y="1085850"/>
                </a:moveTo>
                <a:lnTo>
                  <a:pt x="2238375" y="1085850"/>
                </a:lnTo>
                <a:lnTo>
                  <a:pt x="2238375" y="1104900"/>
                </a:lnTo>
                <a:lnTo>
                  <a:pt x="2286000" y="1095375"/>
                </a:lnTo>
                <a:lnTo>
                  <a:pt x="2295525" y="1076325"/>
                </a:lnTo>
                <a:lnTo>
                  <a:pt x="2257425" y="1076325"/>
                </a:lnTo>
                <a:lnTo>
                  <a:pt x="2257425" y="1085850"/>
                </a:lnTo>
                <a:lnTo>
                  <a:pt x="2247900" y="1085850"/>
                </a:lnTo>
                <a:close/>
              </a:path>
            </a:pathLst>
          </a:custGeom>
          <a:solidFill xmlns:a="http://schemas.openxmlformats.org/drawingml/2006/main">
            <a:srgbClr val="102536"/>
          </a:solidFill>
          <a:ln xmlns:a="http://schemas.openxmlformats.org/drawingml/2006/main" w="0">
            <a:noFill/>
          </a:ln>
        </p:spPr>
      </p:sp>
      <p:sp>
        <p:nvSpPr>
          <p:cNvPr id="12" name="delivery">
            <a:extLst xmlns:a="http://schemas.openxmlformats.org/drawingml/2006/main">
              <a:ext uri="{FF2B5EF4-FFF2-40B4-BE49-F238E27FC236}">
                <a16:creationId xmlns:a16="http://schemas.microsoft.com/office/drawing/2014/main" id="{19A439E0-1115-4026-B5B1-CAA4EB52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43375"/>
            <a:ext cx="2952750" cy="1809750"/>
          </a:xfrm>
          <a:custGeom xmlns:a="http://schemas.openxmlformats.org/drawingml/2006/main">
            <a:pathLst>
              <a:path w="2952750" h="1809750">
                <a:moveTo>
                  <a:pt x="0" y="533400"/>
                </a:moveTo>
                <a:lnTo>
                  <a:pt x="0" y="381000"/>
                </a:lnTo>
                <a:lnTo>
                  <a:pt x="9525" y="381000"/>
                </a:lnTo>
                <a:lnTo>
                  <a:pt x="9525" y="390525"/>
                </a:lnTo>
                <a:lnTo>
                  <a:pt x="28575" y="400050"/>
                </a:lnTo>
                <a:lnTo>
                  <a:pt x="28575" y="419100"/>
                </a:lnTo>
                <a:lnTo>
                  <a:pt x="38100" y="419100"/>
                </a:lnTo>
                <a:lnTo>
                  <a:pt x="57150" y="447675"/>
                </a:lnTo>
                <a:lnTo>
                  <a:pt x="76200" y="447675"/>
                </a:lnTo>
                <a:lnTo>
                  <a:pt x="76200" y="457200"/>
                </a:lnTo>
                <a:lnTo>
                  <a:pt x="85725" y="457200"/>
                </a:lnTo>
                <a:lnTo>
                  <a:pt x="85725" y="466725"/>
                </a:lnTo>
                <a:lnTo>
                  <a:pt x="95250" y="466725"/>
                </a:lnTo>
                <a:lnTo>
                  <a:pt x="142875" y="523875"/>
                </a:lnTo>
                <a:lnTo>
                  <a:pt x="161925" y="523875"/>
                </a:lnTo>
                <a:lnTo>
                  <a:pt x="161925" y="533400"/>
                </a:lnTo>
                <a:lnTo>
                  <a:pt x="190500" y="552450"/>
                </a:lnTo>
                <a:lnTo>
                  <a:pt x="190500" y="561975"/>
                </a:lnTo>
                <a:lnTo>
                  <a:pt x="209550" y="561975"/>
                </a:lnTo>
                <a:lnTo>
                  <a:pt x="219075" y="581025"/>
                </a:lnTo>
                <a:lnTo>
                  <a:pt x="190500" y="600075"/>
                </a:lnTo>
                <a:lnTo>
                  <a:pt x="190500" y="619125"/>
                </a:lnTo>
                <a:lnTo>
                  <a:pt x="161925" y="638175"/>
                </a:lnTo>
                <a:lnTo>
                  <a:pt x="161925" y="657225"/>
                </a:lnTo>
                <a:lnTo>
                  <a:pt x="152400" y="657225"/>
                </a:lnTo>
                <a:lnTo>
                  <a:pt x="142875" y="676275"/>
                </a:lnTo>
                <a:lnTo>
                  <a:pt x="123825" y="676275"/>
                </a:lnTo>
                <a:lnTo>
                  <a:pt x="123825" y="666750"/>
                </a:lnTo>
                <a:lnTo>
                  <a:pt x="104775" y="666750"/>
                </a:lnTo>
                <a:lnTo>
                  <a:pt x="85725" y="638175"/>
                </a:lnTo>
                <a:lnTo>
                  <a:pt x="66675" y="638175"/>
                </a:lnTo>
                <a:lnTo>
                  <a:pt x="38100" y="600075"/>
                </a:lnTo>
                <a:lnTo>
                  <a:pt x="19050" y="600075"/>
                </a:lnTo>
                <a:lnTo>
                  <a:pt x="19050" y="590550"/>
                </a:lnTo>
                <a:lnTo>
                  <a:pt x="0" y="581025"/>
                </a:lnTo>
                <a:lnTo>
                  <a:pt x="0" y="533400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13" name="delivery">
            <a:extLst xmlns:a="http://schemas.openxmlformats.org/drawingml/2006/main">
              <a:ext uri="{FF2B5EF4-FFF2-40B4-BE49-F238E27FC236}">
                <a16:creationId xmlns:a16="http://schemas.microsoft.com/office/drawing/2014/main" id="{AEFA39B5-4928-4982-AB7E-27FC4390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43375"/>
            <a:ext cx="2952750" cy="1809750"/>
          </a:xfrm>
          <a:custGeom xmlns:a="http://schemas.openxmlformats.org/drawingml/2006/main">
            <a:pathLst>
              <a:path w="2952750" h="1809750">
                <a:moveTo>
                  <a:pt x="819150" y="1000125"/>
                </a:moveTo>
                <a:lnTo>
                  <a:pt x="819150" y="942975"/>
                </a:lnTo>
                <a:lnTo>
                  <a:pt x="809625" y="942975"/>
                </a:lnTo>
                <a:lnTo>
                  <a:pt x="809625" y="876300"/>
                </a:lnTo>
                <a:lnTo>
                  <a:pt x="819150" y="876300"/>
                </a:lnTo>
                <a:lnTo>
                  <a:pt x="809625" y="847725"/>
                </a:lnTo>
                <a:lnTo>
                  <a:pt x="819150" y="847725"/>
                </a:lnTo>
                <a:lnTo>
                  <a:pt x="819150" y="828675"/>
                </a:lnTo>
                <a:lnTo>
                  <a:pt x="962025" y="828675"/>
                </a:lnTo>
                <a:lnTo>
                  <a:pt x="962025" y="838200"/>
                </a:lnTo>
                <a:lnTo>
                  <a:pt x="981075" y="838200"/>
                </a:lnTo>
                <a:lnTo>
                  <a:pt x="981075" y="828675"/>
                </a:lnTo>
                <a:lnTo>
                  <a:pt x="1019175" y="828675"/>
                </a:lnTo>
                <a:lnTo>
                  <a:pt x="1019175" y="838200"/>
                </a:lnTo>
                <a:lnTo>
                  <a:pt x="1028700" y="838200"/>
                </a:lnTo>
                <a:lnTo>
                  <a:pt x="1028700" y="1019175"/>
                </a:lnTo>
                <a:lnTo>
                  <a:pt x="1019175" y="1019175"/>
                </a:lnTo>
                <a:lnTo>
                  <a:pt x="1019175" y="1028700"/>
                </a:lnTo>
                <a:lnTo>
                  <a:pt x="828675" y="1028700"/>
                </a:lnTo>
                <a:lnTo>
                  <a:pt x="819150" y="1000125"/>
                </a:lnTo>
                <a:close/>
              </a:path>
            </a:pathLst>
          </a:custGeom>
          <a:solidFill xmlns:a="http://schemas.openxmlformats.org/drawingml/2006/main">
            <a:srgbClr val="A13DAA"/>
          </a:solidFill>
          <a:ln xmlns:a="http://schemas.openxmlformats.org/drawingml/2006/main" w="0">
            <a:noFill/>
          </a:ln>
        </p:spPr>
      </p:sp>
      <p:sp>
        <p:nvSpPr>
          <p:cNvPr id="14" name="arrow1">
            <a:extLst xmlns:a="http://schemas.openxmlformats.org/drawingml/2006/main">
              <a:ext uri="{FF2B5EF4-FFF2-40B4-BE49-F238E27FC236}">
                <a16:creationId xmlns:a16="http://schemas.microsoft.com/office/drawing/2014/main" id="{BA84F547-9807-474E-BFA0-7AED33C7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1857375" cy="666750"/>
          </a:xfrm>
          <a:custGeom xmlns:a="http://schemas.openxmlformats.org/drawingml/2006/main">
            <a:pathLst>
              <a:path w="1857375" h="666750">
                <a:moveTo>
                  <a:pt x="781050" y="400050"/>
                </a:moveTo>
                <a:lnTo>
                  <a:pt x="742950" y="400050"/>
                </a:lnTo>
                <a:lnTo>
                  <a:pt x="742950" y="409575"/>
                </a:lnTo>
                <a:lnTo>
                  <a:pt x="704850" y="409575"/>
                </a:lnTo>
                <a:lnTo>
                  <a:pt x="704850" y="419100"/>
                </a:lnTo>
                <a:lnTo>
                  <a:pt x="666750" y="419100"/>
                </a:lnTo>
                <a:lnTo>
                  <a:pt x="666750" y="428625"/>
                </a:lnTo>
                <a:lnTo>
                  <a:pt x="619125" y="428625"/>
                </a:lnTo>
                <a:lnTo>
                  <a:pt x="619125" y="438150"/>
                </a:lnTo>
                <a:lnTo>
                  <a:pt x="590550" y="438150"/>
                </a:lnTo>
                <a:lnTo>
                  <a:pt x="590550" y="447675"/>
                </a:lnTo>
                <a:lnTo>
                  <a:pt x="514350" y="457200"/>
                </a:lnTo>
                <a:lnTo>
                  <a:pt x="514350" y="466725"/>
                </a:lnTo>
                <a:lnTo>
                  <a:pt x="485775" y="466725"/>
                </a:lnTo>
                <a:lnTo>
                  <a:pt x="485775" y="476250"/>
                </a:lnTo>
                <a:lnTo>
                  <a:pt x="409575" y="485775"/>
                </a:lnTo>
                <a:lnTo>
                  <a:pt x="409575" y="495300"/>
                </a:lnTo>
                <a:lnTo>
                  <a:pt x="381000" y="495300"/>
                </a:lnTo>
                <a:lnTo>
                  <a:pt x="381000" y="504825"/>
                </a:lnTo>
                <a:lnTo>
                  <a:pt x="352425" y="504825"/>
                </a:lnTo>
                <a:lnTo>
                  <a:pt x="352425" y="514350"/>
                </a:lnTo>
                <a:lnTo>
                  <a:pt x="323850" y="514350"/>
                </a:lnTo>
                <a:lnTo>
                  <a:pt x="323850" y="523875"/>
                </a:lnTo>
                <a:lnTo>
                  <a:pt x="295275" y="523875"/>
                </a:lnTo>
                <a:lnTo>
                  <a:pt x="295275" y="533400"/>
                </a:lnTo>
                <a:lnTo>
                  <a:pt x="238125" y="542925"/>
                </a:lnTo>
                <a:lnTo>
                  <a:pt x="238125" y="552450"/>
                </a:lnTo>
                <a:lnTo>
                  <a:pt x="219075" y="552450"/>
                </a:lnTo>
                <a:lnTo>
                  <a:pt x="219075" y="561975"/>
                </a:lnTo>
                <a:lnTo>
                  <a:pt x="161925" y="571500"/>
                </a:lnTo>
                <a:lnTo>
                  <a:pt x="161925" y="581025"/>
                </a:lnTo>
                <a:lnTo>
                  <a:pt x="114300" y="590550"/>
                </a:lnTo>
                <a:lnTo>
                  <a:pt x="114300" y="600075"/>
                </a:lnTo>
                <a:lnTo>
                  <a:pt x="95250" y="600075"/>
                </a:lnTo>
                <a:lnTo>
                  <a:pt x="95250" y="609600"/>
                </a:lnTo>
                <a:lnTo>
                  <a:pt x="66675" y="609600"/>
                </a:lnTo>
                <a:lnTo>
                  <a:pt x="57150" y="561975"/>
                </a:lnTo>
                <a:lnTo>
                  <a:pt x="47625" y="561975"/>
                </a:lnTo>
                <a:lnTo>
                  <a:pt x="38100" y="514350"/>
                </a:lnTo>
                <a:lnTo>
                  <a:pt x="28575" y="514350"/>
                </a:lnTo>
                <a:lnTo>
                  <a:pt x="28575" y="476250"/>
                </a:lnTo>
                <a:lnTo>
                  <a:pt x="57150" y="476250"/>
                </a:lnTo>
                <a:lnTo>
                  <a:pt x="57150" y="466725"/>
                </a:lnTo>
                <a:lnTo>
                  <a:pt x="76200" y="466725"/>
                </a:lnTo>
                <a:lnTo>
                  <a:pt x="76200" y="457200"/>
                </a:lnTo>
                <a:lnTo>
                  <a:pt x="104775" y="457200"/>
                </a:lnTo>
                <a:lnTo>
                  <a:pt x="104775" y="447675"/>
                </a:lnTo>
                <a:lnTo>
                  <a:pt x="123825" y="447675"/>
                </a:lnTo>
                <a:lnTo>
                  <a:pt x="123825" y="438150"/>
                </a:lnTo>
                <a:lnTo>
                  <a:pt x="152400" y="438150"/>
                </a:lnTo>
                <a:lnTo>
                  <a:pt x="152400" y="428625"/>
                </a:lnTo>
                <a:lnTo>
                  <a:pt x="171450" y="428625"/>
                </a:lnTo>
                <a:lnTo>
                  <a:pt x="171450" y="419100"/>
                </a:lnTo>
                <a:lnTo>
                  <a:pt x="209550" y="419100"/>
                </a:lnTo>
                <a:lnTo>
                  <a:pt x="209550" y="409575"/>
                </a:lnTo>
                <a:lnTo>
                  <a:pt x="228600" y="409575"/>
                </a:lnTo>
                <a:lnTo>
                  <a:pt x="228600" y="400050"/>
                </a:lnTo>
                <a:lnTo>
                  <a:pt x="257175" y="400050"/>
                </a:lnTo>
                <a:lnTo>
                  <a:pt x="257175" y="390525"/>
                </a:lnTo>
                <a:lnTo>
                  <a:pt x="285750" y="390525"/>
                </a:lnTo>
                <a:lnTo>
                  <a:pt x="285750" y="381000"/>
                </a:lnTo>
                <a:lnTo>
                  <a:pt x="314325" y="381000"/>
                </a:lnTo>
                <a:lnTo>
                  <a:pt x="314325" y="371475"/>
                </a:lnTo>
                <a:lnTo>
                  <a:pt x="342900" y="371475"/>
                </a:lnTo>
                <a:lnTo>
                  <a:pt x="342900" y="361950"/>
                </a:lnTo>
                <a:lnTo>
                  <a:pt x="381000" y="361950"/>
                </a:lnTo>
                <a:lnTo>
                  <a:pt x="381000" y="352425"/>
                </a:lnTo>
                <a:lnTo>
                  <a:pt x="409575" y="352425"/>
                </a:lnTo>
                <a:lnTo>
                  <a:pt x="409575" y="342900"/>
                </a:lnTo>
                <a:lnTo>
                  <a:pt x="438150" y="342900"/>
                </a:lnTo>
                <a:lnTo>
                  <a:pt x="438150" y="333375"/>
                </a:lnTo>
                <a:lnTo>
                  <a:pt x="476250" y="333375"/>
                </a:lnTo>
                <a:lnTo>
                  <a:pt x="476250" y="323850"/>
                </a:lnTo>
                <a:lnTo>
                  <a:pt x="542925" y="314325"/>
                </a:lnTo>
                <a:lnTo>
                  <a:pt x="542925" y="304800"/>
                </a:lnTo>
                <a:lnTo>
                  <a:pt x="581025" y="304800"/>
                </a:lnTo>
                <a:lnTo>
                  <a:pt x="581025" y="295275"/>
                </a:lnTo>
                <a:lnTo>
                  <a:pt x="619125" y="295275"/>
                </a:lnTo>
                <a:lnTo>
                  <a:pt x="619125" y="285750"/>
                </a:lnTo>
                <a:lnTo>
                  <a:pt x="666750" y="285750"/>
                </a:lnTo>
                <a:lnTo>
                  <a:pt x="666750" y="276225"/>
                </a:lnTo>
                <a:lnTo>
                  <a:pt x="752475" y="266700"/>
                </a:lnTo>
                <a:lnTo>
                  <a:pt x="752475" y="257175"/>
                </a:lnTo>
                <a:lnTo>
                  <a:pt x="800100" y="257175"/>
                </a:lnTo>
                <a:lnTo>
                  <a:pt x="800100" y="247650"/>
                </a:lnTo>
                <a:lnTo>
                  <a:pt x="838200" y="247650"/>
                </a:lnTo>
                <a:lnTo>
                  <a:pt x="838200" y="238125"/>
                </a:lnTo>
                <a:lnTo>
                  <a:pt x="895350" y="238125"/>
                </a:lnTo>
                <a:lnTo>
                  <a:pt x="895350" y="228600"/>
                </a:lnTo>
                <a:lnTo>
                  <a:pt x="962025" y="228600"/>
                </a:lnTo>
                <a:lnTo>
                  <a:pt x="962025" y="219075"/>
                </a:lnTo>
                <a:lnTo>
                  <a:pt x="1019175" y="219075"/>
                </a:lnTo>
                <a:lnTo>
                  <a:pt x="1019175" y="209550"/>
                </a:lnTo>
                <a:lnTo>
                  <a:pt x="1076325" y="209550"/>
                </a:lnTo>
                <a:lnTo>
                  <a:pt x="1076325" y="200025"/>
                </a:lnTo>
                <a:lnTo>
                  <a:pt x="1152525" y="200025"/>
                </a:lnTo>
                <a:lnTo>
                  <a:pt x="1171575" y="200025"/>
                </a:lnTo>
                <a:lnTo>
                  <a:pt x="1171575" y="190500"/>
                </a:lnTo>
                <a:lnTo>
                  <a:pt x="1257300" y="190500"/>
                </a:lnTo>
                <a:lnTo>
                  <a:pt x="1257300" y="180975"/>
                </a:lnTo>
                <a:lnTo>
                  <a:pt x="1381125" y="180975"/>
                </a:lnTo>
                <a:lnTo>
                  <a:pt x="1381125" y="47625"/>
                </a:lnTo>
                <a:lnTo>
                  <a:pt x="1371600" y="47625"/>
                </a:lnTo>
                <a:lnTo>
                  <a:pt x="1371600" y="38100"/>
                </a:lnTo>
                <a:lnTo>
                  <a:pt x="1390650" y="28575"/>
                </a:lnTo>
                <a:lnTo>
                  <a:pt x="1390650" y="38100"/>
                </a:lnTo>
                <a:lnTo>
                  <a:pt x="1409700" y="38100"/>
                </a:lnTo>
                <a:lnTo>
                  <a:pt x="1409700" y="47625"/>
                </a:lnTo>
                <a:lnTo>
                  <a:pt x="1428750" y="47625"/>
                </a:lnTo>
                <a:lnTo>
                  <a:pt x="1428750" y="57150"/>
                </a:lnTo>
                <a:lnTo>
                  <a:pt x="1457325" y="57150"/>
                </a:lnTo>
                <a:lnTo>
                  <a:pt x="1457325" y="66675"/>
                </a:lnTo>
                <a:lnTo>
                  <a:pt x="1476375" y="66675"/>
                </a:lnTo>
                <a:lnTo>
                  <a:pt x="1476375" y="76200"/>
                </a:lnTo>
                <a:lnTo>
                  <a:pt x="1495425" y="76200"/>
                </a:lnTo>
                <a:lnTo>
                  <a:pt x="1495425" y="85725"/>
                </a:lnTo>
                <a:lnTo>
                  <a:pt x="1514475" y="85725"/>
                </a:lnTo>
                <a:lnTo>
                  <a:pt x="1514475" y="95250"/>
                </a:lnTo>
                <a:lnTo>
                  <a:pt x="1543050" y="95250"/>
                </a:lnTo>
                <a:lnTo>
                  <a:pt x="1543050" y="104775"/>
                </a:lnTo>
                <a:lnTo>
                  <a:pt x="1562100" y="104775"/>
                </a:lnTo>
                <a:lnTo>
                  <a:pt x="1562100" y="114300"/>
                </a:lnTo>
                <a:lnTo>
                  <a:pt x="1581150" y="114300"/>
                </a:lnTo>
                <a:lnTo>
                  <a:pt x="1581150" y="123825"/>
                </a:lnTo>
                <a:lnTo>
                  <a:pt x="1600200" y="123825"/>
                </a:lnTo>
                <a:lnTo>
                  <a:pt x="1600200" y="133350"/>
                </a:lnTo>
                <a:lnTo>
                  <a:pt x="1628775" y="133350"/>
                </a:lnTo>
                <a:lnTo>
                  <a:pt x="1628775" y="142875"/>
                </a:lnTo>
                <a:lnTo>
                  <a:pt x="1647825" y="142875"/>
                </a:lnTo>
                <a:lnTo>
                  <a:pt x="1647825" y="152400"/>
                </a:lnTo>
                <a:lnTo>
                  <a:pt x="1666875" y="152400"/>
                </a:lnTo>
                <a:lnTo>
                  <a:pt x="1666875" y="161925"/>
                </a:lnTo>
                <a:lnTo>
                  <a:pt x="1685925" y="161925"/>
                </a:lnTo>
                <a:lnTo>
                  <a:pt x="1685925" y="171450"/>
                </a:lnTo>
                <a:lnTo>
                  <a:pt x="1704975" y="171450"/>
                </a:lnTo>
                <a:lnTo>
                  <a:pt x="1704975" y="180975"/>
                </a:lnTo>
                <a:lnTo>
                  <a:pt x="1724025" y="180975"/>
                </a:lnTo>
                <a:lnTo>
                  <a:pt x="1724025" y="190500"/>
                </a:lnTo>
                <a:lnTo>
                  <a:pt x="1752600" y="190500"/>
                </a:lnTo>
                <a:lnTo>
                  <a:pt x="1752600" y="200025"/>
                </a:lnTo>
                <a:lnTo>
                  <a:pt x="1790700" y="209550"/>
                </a:lnTo>
                <a:lnTo>
                  <a:pt x="1781175" y="238125"/>
                </a:lnTo>
                <a:lnTo>
                  <a:pt x="1743075" y="247650"/>
                </a:lnTo>
                <a:lnTo>
                  <a:pt x="1733550" y="266700"/>
                </a:lnTo>
                <a:lnTo>
                  <a:pt x="1714500" y="266700"/>
                </a:lnTo>
                <a:lnTo>
                  <a:pt x="1704975" y="285750"/>
                </a:lnTo>
                <a:lnTo>
                  <a:pt x="1666875" y="295275"/>
                </a:lnTo>
                <a:lnTo>
                  <a:pt x="1657350" y="314325"/>
                </a:lnTo>
                <a:lnTo>
                  <a:pt x="1638300" y="314325"/>
                </a:lnTo>
                <a:lnTo>
                  <a:pt x="1628775" y="333375"/>
                </a:lnTo>
                <a:lnTo>
                  <a:pt x="1590675" y="342900"/>
                </a:lnTo>
                <a:lnTo>
                  <a:pt x="1581150" y="361950"/>
                </a:lnTo>
                <a:lnTo>
                  <a:pt x="1562100" y="361950"/>
                </a:lnTo>
                <a:lnTo>
                  <a:pt x="1552575" y="381000"/>
                </a:lnTo>
                <a:lnTo>
                  <a:pt x="1514475" y="390525"/>
                </a:lnTo>
                <a:lnTo>
                  <a:pt x="1504950" y="409575"/>
                </a:lnTo>
                <a:lnTo>
                  <a:pt x="1485900" y="409575"/>
                </a:lnTo>
                <a:lnTo>
                  <a:pt x="1476375" y="428625"/>
                </a:lnTo>
                <a:lnTo>
                  <a:pt x="1438275" y="438150"/>
                </a:lnTo>
                <a:lnTo>
                  <a:pt x="1428750" y="457200"/>
                </a:lnTo>
                <a:lnTo>
                  <a:pt x="1400175" y="457200"/>
                </a:lnTo>
                <a:lnTo>
                  <a:pt x="1400175" y="314325"/>
                </a:lnTo>
                <a:lnTo>
                  <a:pt x="1228725" y="323850"/>
                </a:lnTo>
                <a:lnTo>
                  <a:pt x="1228725" y="333375"/>
                </a:lnTo>
                <a:lnTo>
                  <a:pt x="1143000" y="333375"/>
                </a:lnTo>
                <a:lnTo>
                  <a:pt x="1143000" y="342900"/>
                </a:lnTo>
                <a:lnTo>
                  <a:pt x="1066800" y="342900"/>
                </a:lnTo>
                <a:lnTo>
                  <a:pt x="1066800" y="352425"/>
                </a:lnTo>
                <a:lnTo>
                  <a:pt x="1000125" y="352425"/>
                </a:lnTo>
                <a:lnTo>
                  <a:pt x="1000125" y="361950"/>
                </a:lnTo>
                <a:lnTo>
                  <a:pt x="885825" y="371475"/>
                </a:lnTo>
                <a:lnTo>
                  <a:pt x="885825" y="381000"/>
                </a:lnTo>
                <a:lnTo>
                  <a:pt x="838200" y="381000"/>
                </a:lnTo>
                <a:lnTo>
                  <a:pt x="838200" y="390525"/>
                </a:lnTo>
                <a:lnTo>
                  <a:pt x="790575" y="390525"/>
                </a:lnTo>
                <a:lnTo>
                  <a:pt x="790575" y="400050"/>
                </a:lnTo>
                <a:lnTo>
                  <a:pt x="781050" y="400050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15" name="arrow2">
            <a:extLst xmlns:a="http://schemas.openxmlformats.org/drawingml/2006/main">
              <a:ext uri="{FF2B5EF4-FFF2-40B4-BE49-F238E27FC236}">
                <a16:creationId xmlns:a16="http://schemas.microsoft.com/office/drawing/2014/main" id="{CF3F8A2A-42BB-46A9-BBED-BDE6AC7B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04950"/>
            <a:ext cx="1933575" cy="733425"/>
          </a:xfrm>
          <a:custGeom xmlns:a="http://schemas.openxmlformats.org/drawingml/2006/main">
            <a:pathLst>
              <a:path w="1933575" h="733425">
                <a:moveTo>
                  <a:pt x="1628775" y="666750"/>
                </a:moveTo>
                <a:lnTo>
                  <a:pt x="1447800" y="666750"/>
                </a:lnTo>
                <a:lnTo>
                  <a:pt x="1447800" y="638175"/>
                </a:lnTo>
                <a:lnTo>
                  <a:pt x="1457325" y="638175"/>
                </a:lnTo>
                <a:lnTo>
                  <a:pt x="1457325" y="619125"/>
                </a:lnTo>
                <a:lnTo>
                  <a:pt x="1466850" y="619125"/>
                </a:lnTo>
                <a:lnTo>
                  <a:pt x="1466850" y="600075"/>
                </a:lnTo>
                <a:lnTo>
                  <a:pt x="1476375" y="600075"/>
                </a:lnTo>
                <a:lnTo>
                  <a:pt x="1476375" y="581025"/>
                </a:lnTo>
                <a:lnTo>
                  <a:pt x="1485900" y="581025"/>
                </a:lnTo>
                <a:lnTo>
                  <a:pt x="1485900" y="561975"/>
                </a:lnTo>
                <a:lnTo>
                  <a:pt x="1495425" y="561975"/>
                </a:lnTo>
                <a:lnTo>
                  <a:pt x="1495425" y="542925"/>
                </a:lnTo>
                <a:lnTo>
                  <a:pt x="1504950" y="542925"/>
                </a:lnTo>
                <a:lnTo>
                  <a:pt x="1495425" y="523875"/>
                </a:lnTo>
                <a:lnTo>
                  <a:pt x="1476375" y="523875"/>
                </a:lnTo>
                <a:lnTo>
                  <a:pt x="1476375" y="514350"/>
                </a:lnTo>
                <a:lnTo>
                  <a:pt x="1457325" y="514350"/>
                </a:lnTo>
                <a:lnTo>
                  <a:pt x="1457325" y="504825"/>
                </a:lnTo>
                <a:lnTo>
                  <a:pt x="1438275" y="504825"/>
                </a:lnTo>
                <a:lnTo>
                  <a:pt x="1438275" y="495300"/>
                </a:lnTo>
                <a:lnTo>
                  <a:pt x="1409700" y="495300"/>
                </a:lnTo>
                <a:lnTo>
                  <a:pt x="1409700" y="485775"/>
                </a:lnTo>
                <a:lnTo>
                  <a:pt x="1390650" y="485775"/>
                </a:lnTo>
                <a:lnTo>
                  <a:pt x="1390650" y="476250"/>
                </a:lnTo>
                <a:lnTo>
                  <a:pt x="1362075" y="476250"/>
                </a:lnTo>
                <a:lnTo>
                  <a:pt x="1362075" y="466725"/>
                </a:lnTo>
                <a:lnTo>
                  <a:pt x="1343025" y="466725"/>
                </a:lnTo>
                <a:lnTo>
                  <a:pt x="1343025" y="457200"/>
                </a:lnTo>
                <a:lnTo>
                  <a:pt x="1314450" y="457200"/>
                </a:lnTo>
                <a:lnTo>
                  <a:pt x="1314450" y="447675"/>
                </a:lnTo>
                <a:lnTo>
                  <a:pt x="1285875" y="447675"/>
                </a:lnTo>
                <a:lnTo>
                  <a:pt x="1285875" y="438150"/>
                </a:lnTo>
                <a:lnTo>
                  <a:pt x="1257300" y="438150"/>
                </a:lnTo>
                <a:lnTo>
                  <a:pt x="1257300" y="428625"/>
                </a:lnTo>
                <a:lnTo>
                  <a:pt x="1228725" y="428625"/>
                </a:lnTo>
                <a:lnTo>
                  <a:pt x="1228725" y="419100"/>
                </a:lnTo>
                <a:lnTo>
                  <a:pt x="1200150" y="419100"/>
                </a:lnTo>
                <a:lnTo>
                  <a:pt x="1200150" y="409575"/>
                </a:lnTo>
                <a:lnTo>
                  <a:pt x="1171575" y="409575"/>
                </a:lnTo>
                <a:lnTo>
                  <a:pt x="1171575" y="400050"/>
                </a:lnTo>
                <a:lnTo>
                  <a:pt x="1143000" y="400050"/>
                </a:lnTo>
                <a:lnTo>
                  <a:pt x="1143000" y="390525"/>
                </a:lnTo>
                <a:lnTo>
                  <a:pt x="1104900" y="390525"/>
                </a:lnTo>
                <a:lnTo>
                  <a:pt x="1104900" y="381000"/>
                </a:lnTo>
                <a:lnTo>
                  <a:pt x="1076325" y="381000"/>
                </a:lnTo>
                <a:lnTo>
                  <a:pt x="1076325" y="371475"/>
                </a:lnTo>
                <a:lnTo>
                  <a:pt x="1038225" y="371475"/>
                </a:lnTo>
                <a:lnTo>
                  <a:pt x="1038225" y="361950"/>
                </a:lnTo>
                <a:lnTo>
                  <a:pt x="1000125" y="361950"/>
                </a:lnTo>
                <a:lnTo>
                  <a:pt x="1000125" y="352425"/>
                </a:lnTo>
                <a:lnTo>
                  <a:pt x="962025" y="352425"/>
                </a:lnTo>
                <a:lnTo>
                  <a:pt x="962025" y="342900"/>
                </a:lnTo>
                <a:lnTo>
                  <a:pt x="923925" y="342900"/>
                </a:lnTo>
                <a:lnTo>
                  <a:pt x="923925" y="333375"/>
                </a:lnTo>
                <a:lnTo>
                  <a:pt x="876300" y="333375"/>
                </a:lnTo>
                <a:lnTo>
                  <a:pt x="876300" y="323850"/>
                </a:lnTo>
                <a:lnTo>
                  <a:pt x="828675" y="323850"/>
                </a:lnTo>
                <a:lnTo>
                  <a:pt x="828675" y="314325"/>
                </a:lnTo>
                <a:lnTo>
                  <a:pt x="781050" y="314325"/>
                </a:lnTo>
                <a:lnTo>
                  <a:pt x="781050" y="304800"/>
                </a:lnTo>
                <a:lnTo>
                  <a:pt x="733425" y="304800"/>
                </a:lnTo>
                <a:lnTo>
                  <a:pt x="733425" y="295275"/>
                </a:lnTo>
                <a:lnTo>
                  <a:pt x="666750" y="295275"/>
                </a:lnTo>
                <a:lnTo>
                  <a:pt x="666750" y="285750"/>
                </a:lnTo>
                <a:lnTo>
                  <a:pt x="600075" y="285750"/>
                </a:lnTo>
                <a:lnTo>
                  <a:pt x="600075" y="276225"/>
                </a:lnTo>
                <a:lnTo>
                  <a:pt x="533400" y="276225"/>
                </a:lnTo>
                <a:lnTo>
                  <a:pt x="533400" y="266700"/>
                </a:lnTo>
                <a:lnTo>
                  <a:pt x="333375" y="257175"/>
                </a:lnTo>
                <a:lnTo>
                  <a:pt x="333375" y="247650"/>
                </a:lnTo>
                <a:lnTo>
                  <a:pt x="209550" y="247650"/>
                </a:lnTo>
                <a:lnTo>
                  <a:pt x="209550" y="238125"/>
                </a:lnTo>
                <a:lnTo>
                  <a:pt x="47625" y="238125"/>
                </a:lnTo>
                <a:lnTo>
                  <a:pt x="47625" y="228600"/>
                </a:lnTo>
                <a:lnTo>
                  <a:pt x="38100" y="228600"/>
                </a:lnTo>
                <a:lnTo>
                  <a:pt x="47625" y="95250"/>
                </a:lnTo>
                <a:lnTo>
                  <a:pt x="342900" y="114300"/>
                </a:lnTo>
                <a:lnTo>
                  <a:pt x="504825" y="123825"/>
                </a:lnTo>
                <a:lnTo>
                  <a:pt x="504825" y="133350"/>
                </a:lnTo>
                <a:lnTo>
                  <a:pt x="581025" y="133350"/>
                </a:lnTo>
                <a:lnTo>
                  <a:pt x="581025" y="142875"/>
                </a:lnTo>
                <a:lnTo>
                  <a:pt x="647700" y="142875"/>
                </a:lnTo>
                <a:lnTo>
                  <a:pt x="647700" y="152400"/>
                </a:lnTo>
                <a:lnTo>
                  <a:pt x="704850" y="152400"/>
                </a:lnTo>
                <a:lnTo>
                  <a:pt x="704850" y="161925"/>
                </a:lnTo>
                <a:lnTo>
                  <a:pt x="762000" y="161925"/>
                </a:lnTo>
                <a:lnTo>
                  <a:pt x="762000" y="171450"/>
                </a:lnTo>
                <a:lnTo>
                  <a:pt x="819150" y="171450"/>
                </a:lnTo>
                <a:lnTo>
                  <a:pt x="819150" y="180975"/>
                </a:lnTo>
                <a:lnTo>
                  <a:pt x="914400" y="190500"/>
                </a:lnTo>
                <a:lnTo>
                  <a:pt x="914400" y="200025"/>
                </a:lnTo>
                <a:lnTo>
                  <a:pt x="952500" y="200025"/>
                </a:lnTo>
                <a:lnTo>
                  <a:pt x="952500" y="209550"/>
                </a:lnTo>
                <a:lnTo>
                  <a:pt x="1000125" y="209550"/>
                </a:lnTo>
                <a:lnTo>
                  <a:pt x="1000125" y="219075"/>
                </a:lnTo>
                <a:lnTo>
                  <a:pt x="1038225" y="219075"/>
                </a:lnTo>
                <a:lnTo>
                  <a:pt x="1038225" y="228600"/>
                </a:lnTo>
                <a:lnTo>
                  <a:pt x="1114425" y="238125"/>
                </a:lnTo>
                <a:lnTo>
                  <a:pt x="1114425" y="247650"/>
                </a:lnTo>
                <a:lnTo>
                  <a:pt x="1143000" y="247650"/>
                </a:lnTo>
                <a:lnTo>
                  <a:pt x="1143000" y="257175"/>
                </a:lnTo>
                <a:lnTo>
                  <a:pt x="1181100" y="257175"/>
                </a:lnTo>
                <a:lnTo>
                  <a:pt x="1181100" y="266700"/>
                </a:lnTo>
                <a:lnTo>
                  <a:pt x="1209675" y="266700"/>
                </a:lnTo>
                <a:lnTo>
                  <a:pt x="1209675" y="276225"/>
                </a:lnTo>
                <a:lnTo>
                  <a:pt x="1238250" y="276225"/>
                </a:lnTo>
                <a:lnTo>
                  <a:pt x="1238250" y="285750"/>
                </a:lnTo>
                <a:lnTo>
                  <a:pt x="1276350" y="285750"/>
                </a:lnTo>
                <a:lnTo>
                  <a:pt x="1276350" y="295275"/>
                </a:lnTo>
                <a:lnTo>
                  <a:pt x="1295400" y="295275"/>
                </a:lnTo>
                <a:lnTo>
                  <a:pt x="1295400" y="304800"/>
                </a:lnTo>
                <a:lnTo>
                  <a:pt x="1323975" y="304800"/>
                </a:lnTo>
                <a:lnTo>
                  <a:pt x="1323975" y="314325"/>
                </a:lnTo>
                <a:lnTo>
                  <a:pt x="1381125" y="323850"/>
                </a:lnTo>
                <a:lnTo>
                  <a:pt x="1381125" y="333375"/>
                </a:lnTo>
                <a:lnTo>
                  <a:pt x="1400175" y="333375"/>
                </a:lnTo>
                <a:lnTo>
                  <a:pt x="1400175" y="342900"/>
                </a:lnTo>
                <a:lnTo>
                  <a:pt x="1457325" y="352425"/>
                </a:lnTo>
                <a:lnTo>
                  <a:pt x="1457325" y="361950"/>
                </a:lnTo>
                <a:lnTo>
                  <a:pt x="1476375" y="361950"/>
                </a:lnTo>
                <a:lnTo>
                  <a:pt x="1476375" y="371475"/>
                </a:lnTo>
                <a:lnTo>
                  <a:pt x="1495425" y="371475"/>
                </a:lnTo>
                <a:lnTo>
                  <a:pt x="1495425" y="381000"/>
                </a:lnTo>
                <a:lnTo>
                  <a:pt x="1524000" y="381000"/>
                </a:lnTo>
                <a:lnTo>
                  <a:pt x="1524000" y="390525"/>
                </a:lnTo>
                <a:lnTo>
                  <a:pt x="1543050" y="390525"/>
                </a:lnTo>
                <a:lnTo>
                  <a:pt x="1543050" y="400050"/>
                </a:lnTo>
                <a:lnTo>
                  <a:pt x="1571625" y="400050"/>
                </a:lnTo>
                <a:lnTo>
                  <a:pt x="1571625" y="381000"/>
                </a:lnTo>
                <a:lnTo>
                  <a:pt x="1581150" y="381000"/>
                </a:lnTo>
                <a:lnTo>
                  <a:pt x="1581150" y="361950"/>
                </a:lnTo>
                <a:lnTo>
                  <a:pt x="1590675" y="361950"/>
                </a:lnTo>
                <a:lnTo>
                  <a:pt x="1609725" y="304800"/>
                </a:lnTo>
                <a:lnTo>
                  <a:pt x="1619250" y="304800"/>
                </a:lnTo>
                <a:lnTo>
                  <a:pt x="1628775" y="285750"/>
                </a:lnTo>
                <a:lnTo>
                  <a:pt x="1647825" y="285750"/>
                </a:lnTo>
                <a:lnTo>
                  <a:pt x="1647825" y="304800"/>
                </a:lnTo>
                <a:lnTo>
                  <a:pt x="1666875" y="314325"/>
                </a:lnTo>
                <a:lnTo>
                  <a:pt x="1666875" y="333375"/>
                </a:lnTo>
                <a:lnTo>
                  <a:pt x="1685925" y="342900"/>
                </a:lnTo>
                <a:lnTo>
                  <a:pt x="1685925" y="361950"/>
                </a:lnTo>
                <a:lnTo>
                  <a:pt x="1714500" y="381000"/>
                </a:lnTo>
                <a:lnTo>
                  <a:pt x="1714500" y="400050"/>
                </a:lnTo>
                <a:lnTo>
                  <a:pt x="1733550" y="409575"/>
                </a:lnTo>
                <a:lnTo>
                  <a:pt x="1733550" y="428625"/>
                </a:lnTo>
                <a:lnTo>
                  <a:pt x="1752600" y="438150"/>
                </a:lnTo>
                <a:lnTo>
                  <a:pt x="1752600" y="457200"/>
                </a:lnTo>
                <a:lnTo>
                  <a:pt x="1771650" y="466725"/>
                </a:lnTo>
                <a:lnTo>
                  <a:pt x="1771650" y="485775"/>
                </a:lnTo>
                <a:lnTo>
                  <a:pt x="1790700" y="495300"/>
                </a:lnTo>
                <a:lnTo>
                  <a:pt x="1790700" y="514350"/>
                </a:lnTo>
                <a:lnTo>
                  <a:pt x="1809750" y="523875"/>
                </a:lnTo>
                <a:lnTo>
                  <a:pt x="1809750" y="542925"/>
                </a:lnTo>
                <a:lnTo>
                  <a:pt x="1828800" y="552450"/>
                </a:lnTo>
                <a:lnTo>
                  <a:pt x="1828800" y="571500"/>
                </a:lnTo>
                <a:lnTo>
                  <a:pt x="1847850" y="581025"/>
                </a:lnTo>
                <a:lnTo>
                  <a:pt x="1847850" y="600075"/>
                </a:lnTo>
                <a:lnTo>
                  <a:pt x="1876425" y="619125"/>
                </a:lnTo>
                <a:lnTo>
                  <a:pt x="1876425" y="638175"/>
                </a:lnTo>
                <a:lnTo>
                  <a:pt x="1895475" y="647700"/>
                </a:lnTo>
                <a:lnTo>
                  <a:pt x="1895475" y="666750"/>
                </a:lnTo>
                <a:lnTo>
                  <a:pt x="1628775" y="666750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16" name="arrow3">
            <a:extLst xmlns:a="http://schemas.openxmlformats.org/drawingml/2006/main">
              <a:ext uri="{FF2B5EF4-FFF2-40B4-BE49-F238E27FC236}">
                <a16:creationId xmlns:a16="http://schemas.microsoft.com/office/drawing/2014/main" id="{0014EF94-2D05-49AB-BA1D-8ED8BC93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00375"/>
            <a:ext cx="714375" cy="1857375"/>
          </a:xfrm>
          <a:custGeom xmlns:a="http://schemas.openxmlformats.org/drawingml/2006/main">
            <a:pathLst>
              <a:path w="714375" h="1857375">
                <a:moveTo>
                  <a:pt x="419100" y="1619250"/>
                </a:moveTo>
                <a:lnTo>
                  <a:pt x="419100" y="1628775"/>
                </a:lnTo>
                <a:lnTo>
                  <a:pt x="390525" y="1638300"/>
                </a:lnTo>
                <a:lnTo>
                  <a:pt x="381000" y="1657350"/>
                </a:lnTo>
                <a:lnTo>
                  <a:pt x="342900" y="1666875"/>
                </a:lnTo>
                <a:lnTo>
                  <a:pt x="333375" y="1685925"/>
                </a:lnTo>
                <a:lnTo>
                  <a:pt x="295275" y="1695450"/>
                </a:lnTo>
                <a:lnTo>
                  <a:pt x="285750" y="1714500"/>
                </a:lnTo>
                <a:lnTo>
                  <a:pt x="247650" y="1724025"/>
                </a:lnTo>
                <a:lnTo>
                  <a:pt x="238125" y="1743075"/>
                </a:lnTo>
                <a:lnTo>
                  <a:pt x="200025" y="1752600"/>
                </a:lnTo>
                <a:lnTo>
                  <a:pt x="190500" y="1771650"/>
                </a:lnTo>
                <a:lnTo>
                  <a:pt x="152400" y="1781175"/>
                </a:lnTo>
                <a:lnTo>
                  <a:pt x="142875" y="1800225"/>
                </a:lnTo>
                <a:lnTo>
                  <a:pt x="114300" y="1800225"/>
                </a:lnTo>
                <a:lnTo>
                  <a:pt x="133350" y="1371600"/>
                </a:lnTo>
                <a:lnTo>
                  <a:pt x="161925" y="1371600"/>
                </a:lnTo>
                <a:lnTo>
                  <a:pt x="161925" y="1381125"/>
                </a:lnTo>
                <a:lnTo>
                  <a:pt x="180975" y="1381125"/>
                </a:lnTo>
                <a:lnTo>
                  <a:pt x="190500" y="1400175"/>
                </a:lnTo>
                <a:lnTo>
                  <a:pt x="209550" y="1400175"/>
                </a:lnTo>
                <a:lnTo>
                  <a:pt x="209550" y="1409700"/>
                </a:lnTo>
                <a:lnTo>
                  <a:pt x="228600" y="1409700"/>
                </a:lnTo>
                <a:lnTo>
                  <a:pt x="228600" y="1419225"/>
                </a:lnTo>
                <a:lnTo>
                  <a:pt x="247650" y="1419225"/>
                </a:lnTo>
                <a:lnTo>
                  <a:pt x="247650" y="1428750"/>
                </a:lnTo>
                <a:lnTo>
                  <a:pt x="266700" y="1428750"/>
                </a:lnTo>
                <a:lnTo>
                  <a:pt x="266700" y="1409700"/>
                </a:lnTo>
                <a:lnTo>
                  <a:pt x="285750" y="1400175"/>
                </a:lnTo>
                <a:lnTo>
                  <a:pt x="285750" y="1381125"/>
                </a:lnTo>
                <a:lnTo>
                  <a:pt x="295275" y="1381125"/>
                </a:lnTo>
                <a:lnTo>
                  <a:pt x="295275" y="1362075"/>
                </a:lnTo>
                <a:lnTo>
                  <a:pt x="304800" y="1362075"/>
                </a:lnTo>
                <a:lnTo>
                  <a:pt x="304800" y="1343025"/>
                </a:lnTo>
                <a:lnTo>
                  <a:pt x="314325" y="1343025"/>
                </a:lnTo>
                <a:lnTo>
                  <a:pt x="314325" y="1323975"/>
                </a:lnTo>
                <a:lnTo>
                  <a:pt x="323850" y="1323975"/>
                </a:lnTo>
                <a:lnTo>
                  <a:pt x="323850" y="1304925"/>
                </a:lnTo>
                <a:lnTo>
                  <a:pt x="333375" y="1304925"/>
                </a:lnTo>
                <a:lnTo>
                  <a:pt x="333375" y="1276350"/>
                </a:lnTo>
                <a:lnTo>
                  <a:pt x="342900" y="1276350"/>
                </a:lnTo>
                <a:lnTo>
                  <a:pt x="342900" y="1257300"/>
                </a:lnTo>
                <a:lnTo>
                  <a:pt x="352425" y="1257300"/>
                </a:lnTo>
                <a:lnTo>
                  <a:pt x="352425" y="1238250"/>
                </a:lnTo>
                <a:lnTo>
                  <a:pt x="361950" y="1238250"/>
                </a:lnTo>
                <a:lnTo>
                  <a:pt x="361950" y="1219200"/>
                </a:lnTo>
                <a:lnTo>
                  <a:pt x="371475" y="1219200"/>
                </a:lnTo>
                <a:lnTo>
                  <a:pt x="381000" y="1162050"/>
                </a:lnTo>
                <a:lnTo>
                  <a:pt x="390525" y="1162050"/>
                </a:lnTo>
                <a:lnTo>
                  <a:pt x="390525" y="1143000"/>
                </a:lnTo>
                <a:lnTo>
                  <a:pt x="400050" y="1143000"/>
                </a:lnTo>
                <a:lnTo>
                  <a:pt x="400050" y="1114425"/>
                </a:lnTo>
                <a:lnTo>
                  <a:pt x="409575" y="1114425"/>
                </a:lnTo>
                <a:lnTo>
                  <a:pt x="409575" y="1085850"/>
                </a:lnTo>
                <a:lnTo>
                  <a:pt x="419100" y="1085850"/>
                </a:lnTo>
                <a:lnTo>
                  <a:pt x="419100" y="1047750"/>
                </a:lnTo>
                <a:lnTo>
                  <a:pt x="428625" y="1047750"/>
                </a:lnTo>
                <a:lnTo>
                  <a:pt x="428625" y="1019175"/>
                </a:lnTo>
                <a:lnTo>
                  <a:pt x="438150" y="1019175"/>
                </a:lnTo>
                <a:lnTo>
                  <a:pt x="438150" y="971550"/>
                </a:lnTo>
                <a:lnTo>
                  <a:pt x="447675" y="971550"/>
                </a:lnTo>
                <a:lnTo>
                  <a:pt x="447675" y="923925"/>
                </a:lnTo>
                <a:lnTo>
                  <a:pt x="457200" y="923925"/>
                </a:lnTo>
                <a:lnTo>
                  <a:pt x="457200" y="866775"/>
                </a:lnTo>
                <a:lnTo>
                  <a:pt x="466725" y="866775"/>
                </a:lnTo>
                <a:lnTo>
                  <a:pt x="466725" y="590550"/>
                </a:lnTo>
                <a:lnTo>
                  <a:pt x="457200" y="590550"/>
                </a:lnTo>
                <a:lnTo>
                  <a:pt x="457200" y="533400"/>
                </a:lnTo>
                <a:lnTo>
                  <a:pt x="447675" y="533400"/>
                </a:lnTo>
                <a:lnTo>
                  <a:pt x="438150" y="438150"/>
                </a:lnTo>
                <a:lnTo>
                  <a:pt x="428625" y="438150"/>
                </a:lnTo>
                <a:lnTo>
                  <a:pt x="428625" y="409575"/>
                </a:lnTo>
                <a:lnTo>
                  <a:pt x="419100" y="409575"/>
                </a:lnTo>
                <a:lnTo>
                  <a:pt x="419100" y="381000"/>
                </a:lnTo>
                <a:lnTo>
                  <a:pt x="409575" y="381000"/>
                </a:lnTo>
                <a:lnTo>
                  <a:pt x="400050" y="323850"/>
                </a:lnTo>
                <a:lnTo>
                  <a:pt x="390525" y="323850"/>
                </a:lnTo>
                <a:lnTo>
                  <a:pt x="381000" y="276225"/>
                </a:lnTo>
                <a:lnTo>
                  <a:pt x="371475" y="276225"/>
                </a:lnTo>
                <a:lnTo>
                  <a:pt x="361950" y="247650"/>
                </a:lnTo>
                <a:lnTo>
                  <a:pt x="352425" y="219075"/>
                </a:lnTo>
                <a:lnTo>
                  <a:pt x="342900" y="219075"/>
                </a:lnTo>
                <a:lnTo>
                  <a:pt x="342900" y="200025"/>
                </a:lnTo>
                <a:lnTo>
                  <a:pt x="333375" y="200025"/>
                </a:lnTo>
                <a:lnTo>
                  <a:pt x="333375" y="180975"/>
                </a:lnTo>
                <a:lnTo>
                  <a:pt x="323850" y="180975"/>
                </a:lnTo>
                <a:lnTo>
                  <a:pt x="323850" y="161925"/>
                </a:lnTo>
                <a:lnTo>
                  <a:pt x="314325" y="161925"/>
                </a:lnTo>
                <a:lnTo>
                  <a:pt x="314325" y="142875"/>
                </a:lnTo>
                <a:lnTo>
                  <a:pt x="304800" y="142875"/>
                </a:lnTo>
                <a:lnTo>
                  <a:pt x="304800" y="123825"/>
                </a:lnTo>
                <a:lnTo>
                  <a:pt x="285750" y="114300"/>
                </a:lnTo>
                <a:lnTo>
                  <a:pt x="285750" y="95250"/>
                </a:lnTo>
                <a:lnTo>
                  <a:pt x="314325" y="85725"/>
                </a:lnTo>
                <a:lnTo>
                  <a:pt x="314325" y="76200"/>
                </a:lnTo>
                <a:lnTo>
                  <a:pt x="333375" y="76200"/>
                </a:lnTo>
                <a:lnTo>
                  <a:pt x="342900" y="57150"/>
                </a:lnTo>
                <a:lnTo>
                  <a:pt x="361950" y="57150"/>
                </a:lnTo>
                <a:lnTo>
                  <a:pt x="361950" y="47625"/>
                </a:lnTo>
                <a:lnTo>
                  <a:pt x="381000" y="47625"/>
                </a:lnTo>
                <a:lnTo>
                  <a:pt x="381000" y="38100"/>
                </a:lnTo>
                <a:lnTo>
                  <a:pt x="409575" y="38100"/>
                </a:lnTo>
                <a:lnTo>
                  <a:pt x="409575" y="47625"/>
                </a:lnTo>
                <a:lnTo>
                  <a:pt x="419100" y="47625"/>
                </a:lnTo>
                <a:lnTo>
                  <a:pt x="419100" y="66675"/>
                </a:lnTo>
                <a:lnTo>
                  <a:pt x="428625" y="66675"/>
                </a:lnTo>
                <a:lnTo>
                  <a:pt x="428625" y="85725"/>
                </a:lnTo>
                <a:lnTo>
                  <a:pt x="447675" y="95250"/>
                </a:lnTo>
                <a:lnTo>
                  <a:pt x="447675" y="114300"/>
                </a:lnTo>
                <a:lnTo>
                  <a:pt x="457200" y="114300"/>
                </a:lnTo>
                <a:lnTo>
                  <a:pt x="457200" y="133350"/>
                </a:lnTo>
                <a:lnTo>
                  <a:pt x="466725" y="133350"/>
                </a:lnTo>
                <a:lnTo>
                  <a:pt x="466725" y="152400"/>
                </a:lnTo>
                <a:lnTo>
                  <a:pt x="476250" y="152400"/>
                </a:lnTo>
                <a:lnTo>
                  <a:pt x="476250" y="171450"/>
                </a:lnTo>
                <a:lnTo>
                  <a:pt x="485775" y="171450"/>
                </a:lnTo>
                <a:lnTo>
                  <a:pt x="485775" y="190500"/>
                </a:lnTo>
                <a:lnTo>
                  <a:pt x="495300" y="190500"/>
                </a:lnTo>
                <a:lnTo>
                  <a:pt x="495300" y="209550"/>
                </a:lnTo>
                <a:lnTo>
                  <a:pt x="504825" y="209550"/>
                </a:lnTo>
                <a:lnTo>
                  <a:pt x="504825" y="228600"/>
                </a:lnTo>
                <a:lnTo>
                  <a:pt x="514350" y="228600"/>
                </a:lnTo>
                <a:lnTo>
                  <a:pt x="514350" y="257175"/>
                </a:lnTo>
                <a:lnTo>
                  <a:pt x="523875" y="257175"/>
                </a:lnTo>
                <a:lnTo>
                  <a:pt x="523875" y="276225"/>
                </a:lnTo>
                <a:lnTo>
                  <a:pt x="533400" y="276225"/>
                </a:lnTo>
                <a:lnTo>
                  <a:pt x="533400" y="304800"/>
                </a:lnTo>
                <a:lnTo>
                  <a:pt x="542925" y="304800"/>
                </a:lnTo>
                <a:lnTo>
                  <a:pt x="542925" y="333375"/>
                </a:lnTo>
                <a:lnTo>
                  <a:pt x="552450" y="333375"/>
                </a:lnTo>
                <a:lnTo>
                  <a:pt x="552450" y="361950"/>
                </a:lnTo>
                <a:lnTo>
                  <a:pt x="561975" y="361950"/>
                </a:lnTo>
                <a:lnTo>
                  <a:pt x="561975" y="390525"/>
                </a:lnTo>
                <a:lnTo>
                  <a:pt x="571500" y="390525"/>
                </a:lnTo>
                <a:lnTo>
                  <a:pt x="581025" y="466725"/>
                </a:lnTo>
                <a:lnTo>
                  <a:pt x="590550" y="466725"/>
                </a:lnTo>
                <a:lnTo>
                  <a:pt x="600075" y="571500"/>
                </a:lnTo>
                <a:lnTo>
                  <a:pt x="609600" y="571500"/>
                </a:lnTo>
                <a:lnTo>
                  <a:pt x="609600" y="885825"/>
                </a:lnTo>
                <a:lnTo>
                  <a:pt x="600075" y="885825"/>
                </a:lnTo>
                <a:lnTo>
                  <a:pt x="590550" y="990600"/>
                </a:lnTo>
                <a:lnTo>
                  <a:pt x="581025" y="990600"/>
                </a:lnTo>
                <a:lnTo>
                  <a:pt x="581025" y="1028700"/>
                </a:lnTo>
                <a:lnTo>
                  <a:pt x="571500" y="1028700"/>
                </a:lnTo>
                <a:lnTo>
                  <a:pt x="561975" y="1104900"/>
                </a:lnTo>
                <a:lnTo>
                  <a:pt x="552450" y="1104900"/>
                </a:lnTo>
                <a:lnTo>
                  <a:pt x="552450" y="1133475"/>
                </a:lnTo>
                <a:lnTo>
                  <a:pt x="542925" y="1133475"/>
                </a:lnTo>
                <a:lnTo>
                  <a:pt x="542925" y="1162050"/>
                </a:lnTo>
                <a:lnTo>
                  <a:pt x="533400" y="1162050"/>
                </a:lnTo>
                <a:lnTo>
                  <a:pt x="523875" y="1219200"/>
                </a:lnTo>
                <a:lnTo>
                  <a:pt x="514350" y="1219200"/>
                </a:lnTo>
                <a:lnTo>
                  <a:pt x="514350" y="1238250"/>
                </a:lnTo>
                <a:lnTo>
                  <a:pt x="504825" y="1238250"/>
                </a:lnTo>
                <a:lnTo>
                  <a:pt x="504825" y="1266825"/>
                </a:lnTo>
                <a:lnTo>
                  <a:pt x="495300" y="1266825"/>
                </a:lnTo>
                <a:lnTo>
                  <a:pt x="495300" y="1285875"/>
                </a:lnTo>
                <a:lnTo>
                  <a:pt x="485775" y="1285875"/>
                </a:lnTo>
                <a:lnTo>
                  <a:pt x="485775" y="1304925"/>
                </a:lnTo>
                <a:lnTo>
                  <a:pt x="476250" y="1304925"/>
                </a:lnTo>
                <a:lnTo>
                  <a:pt x="476250" y="1323975"/>
                </a:lnTo>
                <a:lnTo>
                  <a:pt x="466725" y="1323975"/>
                </a:lnTo>
                <a:lnTo>
                  <a:pt x="466725" y="1352550"/>
                </a:lnTo>
                <a:lnTo>
                  <a:pt x="457200" y="1352550"/>
                </a:lnTo>
                <a:lnTo>
                  <a:pt x="457200" y="1371600"/>
                </a:lnTo>
                <a:lnTo>
                  <a:pt x="447675" y="1371600"/>
                </a:lnTo>
                <a:lnTo>
                  <a:pt x="447675" y="1390650"/>
                </a:lnTo>
                <a:lnTo>
                  <a:pt x="438150" y="1390650"/>
                </a:lnTo>
                <a:lnTo>
                  <a:pt x="419100" y="1447800"/>
                </a:lnTo>
                <a:lnTo>
                  <a:pt x="409575" y="1447800"/>
                </a:lnTo>
                <a:lnTo>
                  <a:pt x="400050" y="1476375"/>
                </a:lnTo>
                <a:lnTo>
                  <a:pt x="390525" y="1476375"/>
                </a:lnTo>
                <a:lnTo>
                  <a:pt x="390525" y="1504950"/>
                </a:lnTo>
                <a:lnTo>
                  <a:pt x="400050" y="1504950"/>
                </a:lnTo>
                <a:lnTo>
                  <a:pt x="400050" y="1514475"/>
                </a:lnTo>
                <a:lnTo>
                  <a:pt x="457200" y="1533525"/>
                </a:lnTo>
                <a:lnTo>
                  <a:pt x="466725" y="1552575"/>
                </a:lnTo>
                <a:lnTo>
                  <a:pt x="485775" y="1552575"/>
                </a:lnTo>
                <a:lnTo>
                  <a:pt x="485775" y="1562100"/>
                </a:lnTo>
                <a:lnTo>
                  <a:pt x="504825" y="1562100"/>
                </a:lnTo>
                <a:lnTo>
                  <a:pt x="504825" y="1571625"/>
                </a:lnTo>
                <a:lnTo>
                  <a:pt x="495300" y="1571625"/>
                </a:lnTo>
                <a:lnTo>
                  <a:pt x="485775" y="1590675"/>
                </a:lnTo>
                <a:lnTo>
                  <a:pt x="466725" y="1590675"/>
                </a:lnTo>
                <a:lnTo>
                  <a:pt x="457200" y="1609725"/>
                </a:lnTo>
                <a:lnTo>
                  <a:pt x="419100" y="1619250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17" name="arrow4">
            <a:extLst xmlns:a="http://schemas.openxmlformats.org/drawingml/2006/main">
              <a:ext uri="{FF2B5EF4-FFF2-40B4-BE49-F238E27FC236}">
                <a16:creationId xmlns:a16="http://schemas.microsoft.com/office/drawing/2014/main" id="{2D7AB3AA-445B-424B-AC34-8D972B87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81625"/>
            <a:ext cx="3143250" cy="523875"/>
          </a:xfrm>
          <a:custGeom xmlns:a="http://schemas.openxmlformats.org/drawingml/2006/main">
            <a:pathLst>
              <a:path w="3143250" h="523875">
                <a:moveTo>
                  <a:pt x="400050" y="66675"/>
                </a:moveTo>
                <a:lnTo>
                  <a:pt x="504825" y="47625"/>
                </a:lnTo>
                <a:lnTo>
                  <a:pt x="504825" y="85725"/>
                </a:lnTo>
                <a:lnTo>
                  <a:pt x="495300" y="85725"/>
                </a:lnTo>
                <a:lnTo>
                  <a:pt x="485775" y="152400"/>
                </a:lnTo>
                <a:lnTo>
                  <a:pt x="476250" y="152400"/>
                </a:lnTo>
                <a:lnTo>
                  <a:pt x="476250" y="190500"/>
                </a:lnTo>
                <a:lnTo>
                  <a:pt x="504825" y="190500"/>
                </a:lnTo>
                <a:lnTo>
                  <a:pt x="504825" y="200025"/>
                </a:lnTo>
                <a:lnTo>
                  <a:pt x="542925" y="200025"/>
                </a:lnTo>
                <a:lnTo>
                  <a:pt x="542925" y="209550"/>
                </a:lnTo>
                <a:lnTo>
                  <a:pt x="581025" y="209550"/>
                </a:lnTo>
                <a:lnTo>
                  <a:pt x="581025" y="219075"/>
                </a:lnTo>
                <a:lnTo>
                  <a:pt x="619125" y="219075"/>
                </a:lnTo>
                <a:lnTo>
                  <a:pt x="619125" y="228600"/>
                </a:lnTo>
                <a:lnTo>
                  <a:pt x="657225" y="228600"/>
                </a:lnTo>
                <a:lnTo>
                  <a:pt x="657225" y="238125"/>
                </a:lnTo>
                <a:lnTo>
                  <a:pt x="704850" y="238125"/>
                </a:lnTo>
                <a:lnTo>
                  <a:pt x="704850" y="247650"/>
                </a:lnTo>
                <a:lnTo>
                  <a:pt x="762000" y="247650"/>
                </a:lnTo>
                <a:lnTo>
                  <a:pt x="762000" y="257175"/>
                </a:lnTo>
                <a:lnTo>
                  <a:pt x="809625" y="257175"/>
                </a:lnTo>
                <a:lnTo>
                  <a:pt x="809625" y="266700"/>
                </a:lnTo>
                <a:lnTo>
                  <a:pt x="866775" y="266700"/>
                </a:lnTo>
                <a:lnTo>
                  <a:pt x="866775" y="276225"/>
                </a:lnTo>
                <a:lnTo>
                  <a:pt x="933450" y="276225"/>
                </a:lnTo>
                <a:lnTo>
                  <a:pt x="933450" y="285750"/>
                </a:lnTo>
                <a:lnTo>
                  <a:pt x="1066800" y="295275"/>
                </a:lnTo>
                <a:lnTo>
                  <a:pt x="1066800" y="304800"/>
                </a:lnTo>
                <a:lnTo>
                  <a:pt x="1304925" y="314325"/>
                </a:lnTo>
                <a:lnTo>
                  <a:pt x="1304925" y="323850"/>
                </a:lnTo>
                <a:lnTo>
                  <a:pt x="1876425" y="323850"/>
                </a:lnTo>
                <a:lnTo>
                  <a:pt x="1876425" y="314325"/>
                </a:lnTo>
                <a:lnTo>
                  <a:pt x="2133600" y="304800"/>
                </a:lnTo>
                <a:lnTo>
                  <a:pt x="2133600" y="295275"/>
                </a:lnTo>
                <a:lnTo>
                  <a:pt x="2219325" y="295275"/>
                </a:lnTo>
                <a:lnTo>
                  <a:pt x="2219325" y="285750"/>
                </a:lnTo>
                <a:lnTo>
                  <a:pt x="2286000" y="285750"/>
                </a:lnTo>
                <a:lnTo>
                  <a:pt x="2286000" y="276225"/>
                </a:lnTo>
                <a:lnTo>
                  <a:pt x="2428875" y="266700"/>
                </a:lnTo>
                <a:lnTo>
                  <a:pt x="2428875" y="257175"/>
                </a:lnTo>
                <a:lnTo>
                  <a:pt x="2486025" y="257175"/>
                </a:lnTo>
                <a:lnTo>
                  <a:pt x="2486025" y="247650"/>
                </a:lnTo>
                <a:lnTo>
                  <a:pt x="2543175" y="247650"/>
                </a:lnTo>
                <a:lnTo>
                  <a:pt x="2543175" y="238125"/>
                </a:lnTo>
                <a:lnTo>
                  <a:pt x="2657475" y="228600"/>
                </a:lnTo>
                <a:lnTo>
                  <a:pt x="2657475" y="219075"/>
                </a:lnTo>
                <a:lnTo>
                  <a:pt x="2705100" y="219075"/>
                </a:lnTo>
                <a:lnTo>
                  <a:pt x="2705100" y="209550"/>
                </a:lnTo>
                <a:lnTo>
                  <a:pt x="2752725" y="209550"/>
                </a:lnTo>
                <a:lnTo>
                  <a:pt x="2752725" y="200025"/>
                </a:lnTo>
                <a:lnTo>
                  <a:pt x="2800350" y="200025"/>
                </a:lnTo>
                <a:lnTo>
                  <a:pt x="2800350" y="190500"/>
                </a:lnTo>
                <a:lnTo>
                  <a:pt x="2847975" y="190500"/>
                </a:lnTo>
                <a:lnTo>
                  <a:pt x="2847975" y="180975"/>
                </a:lnTo>
                <a:lnTo>
                  <a:pt x="2943225" y="171450"/>
                </a:lnTo>
                <a:lnTo>
                  <a:pt x="2943225" y="161925"/>
                </a:lnTo>
                <a:lnTo>
                  <a:pt x="2981325" y="161925"/>
                </a:lnTo>
                <a:lnTo>
                  <a:pt x="2981325" y="152400"/>
                </a:lnTo>
                <a:lnTo>
                  <a:pt x="3019425" y="152400"/>
                </a:lnTo>
                <a:lnTo>
                  <a:pt x="3019425" y="142875"/>
                </a:lnTo>
                <a:lnTo>
                  <a:pt x="3067050" y="142875"/>
                </a:lnTo>
                <a:lnTo>
                  <a:pt x="3067050" y="133350"/>
                </a:lnTo>
                <a:lnTo>
                  <a:pt x="3076575" y="133350"/>
                </a:lnTo>
                <a:lnTo>
                  <a:pt x="3076575" y="142875"/>
                </a:lnTo>
                <a:lnTo>
                  <a:pt x="3086100" y="142875"/>
                </a:lnTo>
                <a:lnTo>
                  <a:pt x="3086100" y="171450"/>
                </a:lnTo>
                <a:lnTo>
                  <a:pt x="3095625" y="171450"/>
                </a:lnTo>
                <a:lnTo>
                  <a:pt x="3095625" y="219075"/>
                </a:lnTo>
                <a:lnTo>
                  <a:pt x="3105150" y="219075"/>
                </a:lnTo>
                <a:lnTo>
                  <a:pt x="3114675" y="266700"/>
                </a:lnTo>
                <a:lnTo>
                  <a:pt x="3095625" y="266700"/>
                </a:lnTo>
                <a:lnTo>
                  <a:pt x="3095625" y="276225"/>
                </a:lnTo>
                <a:lnTo>
                  <a:pt x="3057525" y="276225"/>
                </a:lnTo>
                <a:lnTo>
                  <a:pt x="3057525" y="285750"/>
                </a:lnTo>
                <a:lnTo>
                  <a:pt x="2971800" y="295275"/>
                </a:lnTo>
                <a:lnTo>
                  <a:pt x="2971800" y="304800"/>
                </a:lnTo>
                <a:lnTo>
                  <a:pt x="2924175" y="304800"/>
                </a:lnTo>
                <a:lnTo>
                  <a:pt x="2924175" y="314325"/>
                </a:lnTo>
                <a:lnTo>
                  <a:pt x="2876550" y="314325"/>
                </a:lnTo>
                <a:lnTo>
                  <a:pt x="2876550" y="323850"/>
                </a:lnTo>
                <a:lnTo>
                  <a:pt x="2828925" y="323850"/>
                </a:lnTo>
                <a:lnTo>
                  <a:pt x="2828925" y="333375"/>
                </a:lnTo>
                <a:lnTo>
                  <a:pt x="2762250" y="342900"/>
                </a:lnTo>
                <a:lnTo>
                  <a:pt x="2686050" y="352425"/>
                </a:lnTo>
                <a:lnTo>
                  <a:pt x="2686050" y="361950"/>
                </a:lnTo>
                <a:lnTo>
                  <a:pt x="2638425" y="361950"/>
                </a:lnTo>
                <a:lnTo>
                  <a:pt x="2638425" y="371475"/>
                </a:lnTo>
                <a:lnTo>
                  <a:pt x="2581275" y="371475"/>
                </a:lnTo>
                <a:lnTo>
                  <a:pt x="2581275" y="381000"/>
                </a:lnTo>
                <a:lnTo>
                  <a:pt x="2524125" y="381000"/>
                </a:lnTo>
                <a:lnTo>
                  <a:pt x="2524125" y="390525"/>
                </a:lnTo>
                <a:lnTo>
                  <a:pt x="2466975" y="390525"/>
                </a:lnTo>
                <a:lnTo>
                  <a:pt x="2466975" y="400050"/>
                </a:lnTo>
                <a:lnTo>
                  <a:pt x="2409825" y="400050"/>
                </a:lnTo>
                <a:lnTo>
                  <a:pt x="2409825" y="409575"/>
                </a:lnTo>
                <a:lnTo>
                  <a:pt x="2333625" y="409575"/>
                </a:lnTo>
                <a:lnTo>
                  <a:pt x="2333625" y="419100"/>
                </a:lnTo>
                <a:lnTo>
                  <a:pt x="2266950" y="419100"/>
                </a:lnTo>
                <a:lnTo>
                  <a:pt x="2266950" y="428625"/>
                </a:lnTo>
                <a:lnTo>
                  <a:pt x="2181225" y="428625"/>
                </a:lnTo>
                <a:lnTo>
                  <a:pt x="2181225" y="438150"/>
                </a:lnTo>
                <a:lnTo>
                  <a:pt x="2066925" y="438150"/>
                </a:lnTo>
                <a:lnTo>
                  <a:pt x="2066925" y="447675"/>
                </a:lnTo>
                <a:lnTo>
                  <a:pt x="1952625" y="447675"/>
                </a:lnTo>
                <a:lnTo>
                  <a:pt x="1952625" y="457200"/>
                </a:lnTo>
                <a:lnTo>
                  <a:pt x="1743075" y="457200"/>
                </a:lnTo>
                <a:lnTo>
                  <a:pt x="1743075" y="466725"/>
                </a:lnTo>
                <a:lnTo>
                  <a:pt x="1419225" y="466725"/>
                </a:lnTo>
                <a:lnTo>
                  <a:pt x="1419225" y="457200"/>
                </a:lnTo>
                <a:lnTo>
                  <a:pt x="1238250" y="457200"/>
                </a:lnTo>
                <a:lnTo>
                  <a:pt x="1238250" y="447675"/>
                </a:lnTo>
                <a:lnTo>
                  <a:pt x="1133475" y="447675"/>
                </a:lnTo>
                <a:lnTo>
                  <a:pt x="1133475" y="438150"/>
                </a:lnTo>
                <a:lnTo>
                  <a:pt x="1028700" y="438150"/>
                </a:lnTo>
                <a:lnTo>
                  <a:pt x="1028700" y="428625"/>
                </a:lnTo>
                <a:lnTo>
                  <a:pt x="885825" y="419100"/>
                </a:lnTo>
                <a:lnTo>
                  <a:pt x="885825" y="409575"/>
                </a:lnTo>
                <a:lnTo>
                  <a:pt x="771525" y="400050"/>
                </a:lnTo>
                <a:lnTo>
                  <a:pt x="771525" y="390525"/>
                </a:lnTo>
                <a:lnTo>
                  <a:pt x="723900" y="390525"/>
                </a:lnTo>
                <a:lnTo>
                  <a:pt x="723900" y="381000"/>
                </a:lnTo>
                <a:lnTo>
                  <a:pt x="666750" y="381000"/>
                </a:lnTo>
                <a:lnTo>
                  <a:pt x="666750" y="371475"/>
                </a:lnTo>
                <a:lnTo>
                  <a:pt x="628650" y="371475"/>
                </a:lnTo>
                <a:lnTo>
                  <a:pt x="628650" y="361950"/>
                </a:lnTo>
                <a:lnTo>
                  <a:pt x="590550" y="361950"/>
                </a:lnTo>
                <a:lnTo>
                  <a:pt x="590550" y="352425"/>
                </a:lnTo>
                <a:lnTo>
                  <a:pt x="542925" y="352425"/>
                </a:lnTo>
                <a:lnTo>
                  <a:pt x="542925" y="342900"/>
                </a:lnTo>
                <a:lnTo>
                  <a:pt x="504825" y="342900"/>
                </a:lnTo>
                <a:lnTo>
                  <a:pt x="504825" y="333375"/>
                </a:lnTo>
                <a:lnTo>
                  <a:pt x="466725" y="333375"/>
                </a:lnTo>
                <a:lnTo>
                  <a:pt x="466725" y="323850"/>
                </a:lnTo>
                <a:lnTo>
                  <a:pt x="438150" y="323850"/>
                </a:lnTo>
                <a:lnTo>
                  <a:pt x="438150" y="314325"/>
                </a:lnTo>
                <a:lnTo>
                  <a:pt x="428625" y="314325"/>
                </a:lnTo>
                <a:lnTo>
                  <a:pt x="419100" y="361950"/>
                </a:lnTo>
                <a:lnTo>
                  <a:pt x="409575" y="361950"/>
                </a:lnTo>
                <a:lnTo>
                  <a:pt x="409575" y="390525"/>
                </a:lnTo>
                <a:lnTo>
                  <a:pt x="400050" y="390525"/>
                </a:lnTo>
                <a:lnTo>
                  <a:pt x="400050" y="419100"/>
                </a:lnTo>
                <a:lnTo>
                  <a:pt x="390525" y="419100"/>
                </a:lnTo>
                <a:lnTo>
                  <a:pt x="390525" y="447675"/>
                </a:lnTo>
                <a:lnTo>
                  <a:pt x="371475" y="447675"/>
                </a:lnTo>
                <a:lnTo>
                  <a:pt x="371475" y="438150"/>
                </a:lnTo>
                <a:lnTo>
                  <a:pt x="361950" y="438150"/>
                </a:lnTo>
                <a:lnTo>
                  <a:pt x="361950" y="428625"/>
                </a:lnTo>
                <a:lnTo>
                  <a:pt x="352425" y="428625"/>
                </a:lnTo>
                <a:lnTo>
                  <a:pt x="352425" y="419100"/>
                </a:lnTo>
                <a:lnTo>
                  <a:pt x="342900" y="419100"/>
                </a:lnTo>
                <a:lnTo>
                  <a:pt x="342900" y="409575"/>
                </a:lnTo>
                <a:lnTo>
                  <a:pt x="333375" y="409575"/>
                </a:lnTo>
                <a:lnTo>
                  <a:pt x="333375" y="400050"/>
                </a:lnTo>
                <a:lnTo>
                  <a:pt x="323850" y="400050"/>
                </a:lnTo>
                <a:lnTo>
                  <a:pt x="323850" y="390525"/>
                </a:lnTo>
                <a:lnTo>
                  <a:pt x="314325" y="390525"/>
                </a:lnTo>
                <a:lnTo>
                  <a:pt x="314325" y="381000"/>
                </a:lnTo>
                <a:lnTo>
                  <a:pt x="304800" y="381000"/>
                </a:lnTo>
                <a:lnTo>
                  <a:pt x="304800" y="371475"/>
                </a:lnTo>
                <a:lnTo>
                  <a:pt x="295275" y="371475"/>
                </a:lnTo>
                <a:lnTo>
                  <a:pt x="295275" y="361950"/>
                </a:lnTo>
                <a:lnTo>
                  <a:pt x="285750" y="361950"/>
                </a:lnTo>
                <a:lnTo>
                  <a:pt x="285750" y="352425"/>
                </a:lnTo>
                <a:lnTo>
                  <a:pt x="276225" y="352425"/>
                </a:lnTo>
                <a:lnTo>
                  <a:pt x="276225" y="342900"/>
                </a:lnTo>
                <a:lnTo>
                  <a:pt x="266700" y="342900"/>
                </a:lnTo>
                <a:lnTo>
                  <a:pt x="266700" y="333375"/>
                </a:lnTo>
                <a:lnTo>
                  <a:pt x="257175" y="333375"/>
                </a:lnTo>
                <a:lnTo>
                  <a:pt x="257175" y="323850"/>
                </a:lnTo>
                <a:lnTo>
                  <a:pt x="247650" y="323850"/>
                </a:lnTo>
                <a:lnTo>
                  <a:pt x="247650" y="314325"/>
                </a:lnTo>
                <a:lnTo>
                  <a:pt x="238125" y="314325"/>
                </a:lnTo>
                <a:lnTo>
                  <a:pt x="238125" y="304800"/>
                </a:lnTo>
                <a:lnTo>
                  <a:pt x="228600" y="304800"/>
                </a:lnTo>
                <a:lnTo>
                  <a:pt x="228600" y="295275"/>
                </a:lnTo>
                <a:lnTo>
                  <a:pt x="219075" y="295275"/>
                </a:lnTo>
                <a:lnTo>
                  <a:pt x="219075" y="285750"/>
                </a:lnTo>
                <a:lnTo>
                  <a:pt x="209550" y="285750"/>
                </a:lnTo>
                <a:lnTo>
                  <a:pt x="209550" y="276225"/>
                </a:lnTo>
                <a:lnTo>
                  <a:pt x="200025" y="276225"/>
                </a:lnTo>
                <a:lnTo>
                  <a:pt x="200025" y="266700"/>
                </a:lnTo>
                <a:lnTo>
                  <a:pt x="190500" y="266700"/>
                </a:lnTo>
                <a:lnTo>
                  <a:pt x="190500" y="257175"/>
                </a:lnTo>
                <a:lnTo>
                  <a:pt x="180975" y="257175"/>
                </a:lnTo>
                <a:lnTo>
                  <a:pt x="180975" y="247650"/>
                </a:lnTo>
                <a:lnTo>
                  <a:pt x="171450" y="247650"/>
                </a:lnTo>
                <a:lnTo>
                  <a:pt x="171450" y="238125"/>
                </a:lnTo>
                <a:lnTo>
                  <a:pt x="161925" y="238125"/>
                </a:lnTo>
                <a:lnTo>
                  <a:pt x="161925" y="228600"/>
                </a:lnTo>
                <a:lnTo>
                  <a:pt x="152400" y="228600"/>
                </a:lnTo>
                <a:lnTo>
                  <a:pt x="152400" y="219075"/>
                </a:lnTo>
                <a:lnTo>
                  <a:pt x="142875" y="219075"/>
                </a:lnTo>
                <a:lnTo>
                  <a:pt x="142875" y="209550"/>
                </a:lnTo>
                <a:lnTo>
                  <a:pt x="133350" y="209550"/>
                </a:lnTo>
                <a:lnTo>
                  <a:pt x="133350" y="200025"/>
                </a:lnTo>
                <a:lnTo>
                  <a:pt x="123825" y="200025"/>
                </a:lnTo>
                <a:lnTo>
                  <a:pt x="123825" y="190500"/>
                </a:lnTo>
                <a:lnTo>
                  <a:pt x="66675" y="142875"/>
                </a:lnTo>
                <a:lnTo>
                  <a:pt x="66675" y="123825"/>
                </a:lnTo>
                <a:lnTo>
                  <a:pt x="400050" y="66675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18" name="arrow5">
            <a:extLst xmlns:a="http://schemas.openxmlformats.org/drawingml/2006/main">
              <a:ext uri="{FF2B5EF4-FFF2-40B4-BE49-F238E27FC236}">
                <a16:creationId xmlns:a16="http://schemas.microsoft.com/office/drawing/2014/main" id="{704CF0B4-9192-4992-98E1-3126415C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33700"/>
            <a:ext cx="914400" cy="1952625"/>
          </a:xfrm>
          <a:custGeom xmlns:a="http://schemas.openxmlformats.org/drawingml/2006/main">
            <a:pathLst>
              <a:path w="914400" h="1952625">
                <a:moveTo>
                  <a:pt x="809625" y="1333500"/>
                </a:moveTo>
                <a:lnTo>
                  <a:pt x="914400" y="1333500"/>
                </a:lnTo>
                <a:lnTo>
                  <a:pt x="914400" y="1381125"/>
                </a:lnTo>
                <a:lnTo>
                  <a:pt x="857250" y="1381125"/>
                </a:lnTo>
                <a:lnTo>
                  <a:pt x="752475" y="1381125"/>
                </a:lnTo>
                <a:lnTo>
                  <a:pt x="752475" y="1343025"/>
                </a:lnTo>
                <a:lnTo>
                  <a:pt x="762000" y="1343025"/>
                </a:lnTo>
                <a:lnTo>
                  <a:pt x="762000" y="1333500"/>
                </a:lnTo>
                <a:lnTo>
                  <a:pt x="809625" y="1333500"/>
                </a:lnTo>
                <a:close/>
              </a:path>
            </a:pathLst>
          </a:custGeom>
          <a:solidFill xmlns:a="http://schemas.openxmlformats.org/drawingml/2006/main">
            <a:srgbClr val="102536"/>
          </a:solidFill>
          <a:ln xmlns:a="http://schemas.openxmlformats.org/drawingml/2006/main" w="0">
            <a:noFill/>
          </a:ln>
        </p:spPr>
      </p:sp>
      <p:sp>
        <p:nvSpPr>
          <p:cNvPr id="19" name="arrow5">
            <a:extLst xmlns:a="http://schemas.openxmlformats.org/drawingml/2006/main">
              <a:ext uri="{FF2B5EF4-FFF2-40B4-BE49-F238E27FC236}">
                <a16:creationId xmlns:a16="http://schemas.microsoft.com/office/drawing/2014/main" id="{A3B1C06A-EE9C-4F66-B1EA-E1E3821E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33700"/>
            <a:ext cx="914400" cy="1952625"/>
          </a:xfrm>
          <a:custGeom xmlns:a="http://schemas.openxmlformats.org/drawingml/2006/main">
            <a:pathLst>
              <a:path w="914400" h="1952625">
                <a:moveTo>
                  <a:pt x="476250" y="1343025"/>
                </a:moveTo>
                <a:lnTo>
                  <a:pt x="476250" y="1352550"/>
                </a:lnTo>
                <a:lnTo>
                  <a:pt x="495300" y="1362075"/>
                </a:lnTo>
                <a:lnTo>
                  <a:pt x="504825" y="1400175"/>
                </a:lnTo>
                <a:lnTo>
                  <a:pt x="514350" y="1400175"/>
                </a:lnTo>
                <a:lnTo>
                  <a:pt x="514350" y="1409700"/>
                </a:lnTo>
                <a:lnTo>
                  <a:pt x="533400" y="1419225"/>
                </a:lnTo>
                <a:lnTo>
                  <a:pt x="533400" y="1438275"/>
                </a:lnTo>
                <a:lnTo>
                  <a:pt x="561975" y="1457325"/>
                </a:lnTo>
                <a:lnTo>
                  <a:pt x="561975" y="1476375"/>
                </a:lnTo>
                <a:lnTo>
                  <a:pt x="571500" y="1476375"/>
                </a:lnTo>
                <a:lnTo>
                  <a:pt x="571500" y="1485900"/>
                </a:lnTo>
                <a:lnTo>
                  <a:pt x="600075" y="1504950"/>
                </a:lnTo>
                <a:lnTo>
                  <a:pt x="600075" y="1524000"/>
                </a:lnTo>
                <a:lnTo>
                  <a:pt x="609600" y="1524000"/>
                </a:lnTo>
                <a:lnTo>
                  <a:pt x="609600" y="1533525"/>
                </a:lnTo>
                <a:lnTo>
                  <a:pt x="619125" y="1533525"/>
                </a:lnTo>
                <a:lnTo>
                  <a:pt x="619125" y="1543050"/>
                </a:lnTo>
                <a:lnTo>
                  <a:pt x="628650" y="1543050"/>
                </a:lnTo>
                <a:lnTo>
                  <a:pt x="628650" y="1552575"/>
                </a:lnTo>
                <a:lnTo>
                  <a:pt x="638175" y="1552575"/>
                </a:lnTo>
                <a:lnTo>
                  <a:pt x="638175" y="1562100"/>
                </a:lnTo>
                <a:lnTo>
                  <a:pt x="695325" y="1609725"/>
                </a:lnTo>
                <a:lnTo>
                  <a:pt x="695325" y="1628775"/>
                </a:lnTo>
                <a:lnTo>
                  <a:pt x="704850" y="1628775"/>
                </a:lnTo>
                <a:lnTo>
                  <a:pt x="723900" y="1657350"/>
                </a:lnTo>
                <a:lnTo>
                  <a:pt x="742950" y="1657350"/>
                </a:lnTo>
                <a:lnTo>
                  <a:pt x="742950" y="1666875"/>
                </a:lnTo>
                <a:lnTo>
                  <a:pt x="752475" y="1666875"/>
                </a:lnTo>
                <a:lnTo>
                  <a:pt x="752475" y="1676400"/>
                </a:lnTo>
                <a:lnTo>
                  <a:pt x="762000" y="1676400"/>
                </a:lnTo>
                <a:lnTo>
                  <a:pt x="809625" y="1733550"/>
                </a:lnTo>
                <a:lnTo>
                  <a:pt x="828675" y="1733550"/>
                </a:lnTo>
                <a:lnTo>
                  <a:pt x="857250" y="1771650"/>
                </a:lnTo>
                <a:lnTo>
                  <a:pt x="885825" y="1781175"/>
                </a:lnTo>
                <a:lnTo>
                  <a:pt x="885825" y="1790700"/>
                </a:lnTo>
                <a:lnTo>
                  <a:pt x="857250" y="1809750"/>
                </a:lnTo>
                <a:lnTo>
                  <a:pt x="857250" y="1828800"/>
                </a:lnTo>
                <a:lnTo>
                  <a:pt x="828675" y="1847850"/>
                </a:lnTo>
                <a:lnTo>
                  <a:pt x="828675" y="1866900"/>
                </a:lnTo>
                <a:lnTo>
                  <a:pt x="819150" y="1866900"/>
                </a:lnTo>
                <a:lnTo>
                  <a:pt x="809625" y="1885950"/>
                </a:lnTo>
                <a:lnTo>
                  <a:pt x="771525" y="1876425"/>
                </a:lnTo>
                <a:lnTo>
                  <a:pt x="771525" y="1866900"/>
                </a:lnTo>
                <a:lnTo>
                  <a:pt x="762000" y="1866900"/>
                </a:lnTo>
                <a:lnTo>
                  <a:pt x="752475" y="1847850"/>
                </a:lnTo>
                <a:lnTo>
                  <a:pt x="733425" y="1847850"/>
                </a:lnTo>
                <a:lnTo>
                  <a:pt x="704850" y="1809750"/>
                </a:lnTo>
                <a:lnTo>
                  <a:pt x="685800" y="1809750"/>
                </a:lnTo>
                <a:lnTo>
                  <a:pt x="685800" y="1800225"/>
                </a:lnTo>
                <a:lnTo>
                  <a:pt x="676275" y="1800225"/>
                </a:lnTo>
                <a:lnTo>
                  <a:pt x="676275" y="1790700"/>
                </a:lnTo>
                <a:lnTo>
                  <a:pt x="666750" y="1790700"/>
                </a:lnTo>
                <a:lnTo>
                  <a:pt x="666750" y="1781175"/>
                </a:lnTo>
                <a:lnTo>
                  <a:pt x="657225" y="1781175"/>
                </a:lnTo>
                <a:lnTo>
                  <a:pt x="657225" y="1771650"/>
                </a:lnTo>
                <a:lnTo>
                  <a:pt x="647700" y="1771650"/>
                </a:lnTo>
                <a:lnTo>
                  <a:pt x="647700" y="1762125"/>
                </a:lnTo>
                <a:lnTo>
                  <a:pt x="638175" y="1762125"/>
                </a:lnTo>
                <a:lnTo>
                  <a:pt x="638175" y="1752600"/>
                </a:lnTo>
                <a:lnTo>
                  <a:pt x="628650" y="1752600"/>
                </a:lnTo>
                <a:lnTo>
                  <a:pt x="628650" y="1743075"/>
                </a:lnTo>
                <a:lnTo>
                  <a:pt x="619125" y="1743075"/>
                </a:lnTo>
                <a:lnTo>
                  <a:pt x="619125" y="1733550"/>
                </a:lnTo>
                <a:lnTo>
                  <a:pt x="609600" y="1733550"/>
                </a:lnTo>
                <a:lnTo>
                  <a:pt x="609600" y="1724025"/>
                </a:lnTo>
                <a:lnTo>
                  <a:pt x="600075" y="1724025"/>
                </a:lnTo>
                <a:lnTo>
                  <a:pt x="600075" y="1714500"/>
                </a:lnTo>
                <a:lnTo>
                  <a:pt x="590550" y="1714500"/>
                </a:lnTo>
                <a:lnTo>
                  <a:pt x="590550" y="1704975"/>
                </a:lnTo>
                <a:lnTo>
                  <a:pt x="581025" y="1704975"/>
                </a:lnTo>
                <a:lnTo>
                  <a:pt x="581025" y="1695450"/>
                </a:lnTo>
                <a:lnTo>
                  <a:pt x="571500" y="1695450"/>
                </a:lnTo>
                <a:lnTo>
                  <a:pt x="571500" y="1685925"/>
                </a:lnTo>
                <a:lnTo>
                  <a:pt x="561975" y="1685925"/>
                </a:lnTo>
                <a:lnTo>
                  <a:pt x="561975" y="1676400"/>
                </a:lnTo>
                <a:lnTo>
                  <a:pt x="552450" y="1676400"/>
                </a:lnTo>
                <a:lnTo>
                  <a:pt x="552450" y="1666875"/>
                </a:lnTo>
                <a:lnTo>
                  <a:pt x="495300" y="1619250"/>
                </a:lnTo>
                <a:lnTo>
                  <a:pt x="495300" y="1600200"/>
                </a:lnTo>
                <a:lnTo>
                  <a:pt x="447675" y="1562100"/>
                </a:lnTo>
                <a:lnTo>
                  <a:pt x="447675" y="1543050"/>
                </a:lnTo>
                <a:lnTo>
                  <a:pt x="428625" y="1533525"/>
                </a:lnTo>
                <a:lnTo>
                  <a:pt x="428625" y="1514475"/>
                </a:lnTo>
                <a:lnTo>
                  <a:pt x="400050" y="1495425"/>
                </a:lnTo>
                <a:lnTo>
                  <a:pt x="400050" y="1476375"/>
                </a:lnTo>
                <a:lnTo>
                  <a:pt x="381000" y="1466850"/>
                </a:lnTo>
                <a:lnTo>
                  <a:pt x="381000" y="1447800"/>
                </a:lnTo>
                <a:lnTo>
                  <a:pt x="361950" y="1438275"/>
                </a:lnTo>
                <a:lnTo>
                  <a:pt x="361950" y="1419225"/>
                </a:lnTo>
                <a:lnTo>
                  <a:pt x="352425" y="1419225"/>
                </a:lnTo>
                <a:lnTo>
                  <a:pt x="342900" y="1390650"/>
                </a:lnTo>
                <a:lnTo>
                  <a:pt x="323850" y="1381125"/>
                </a:lnTo>
                <a:lnTo>
                  <a:pt x="323850" y="1362075"/>
                </a:lnTo>
                <a:lnTo>
                  <a:pt x="314325" y="1362075"/>
                </a:lnTo>
                <a:lnTo>
                  <a:pt x="314325" y="1343025"/>
                </a:lnTo>
                <a:lnTo>
                  <a:pt x="304800" y="1343025"/>
                </a:lnTo>
                <a:lnTo>
                  <a:pt x="304800" y="1323975"/>
                </a:lnTo>
                <a:lnTo>
                  <a:pt x="295275" y="1323975"/>
                </a:lnTo>
                <a:lnTo>
                  <a:pt x="295275" y="1304925"/>
                </a:lnTo>
                <a:lnTo>
                  <a:pt x="285750" y="1304925"/>
                </a:lnTo>
                <a:lnTo>
                  <a:pt x="285750" y="1285875"/>
                </a:lnTo>
                <a:lnTo>
                  <a:pt x="276225" y="1285875"/>
                </a:lnTo>
                <a:lnTo>
                  <a:pt x="276225" y="1266825"/>
                </a:lnTo>
                <a:lnTo>
                  <a:pt x="266700" y="1266825"/>
                </a:lnTo>
                <a:lnTo>
                  <a:pt x="266700" y="1247775"/>
                </a:lnTo>
                <a:lnTo>
                  <a:pt x="257175" y="1247775"/>
                </a:lnTo>
                <a:lnTo>
                  <a:pt x="257175" y="1228725"/>
                </a:lnTo>
                <a:lnTo>
                  <a:pt x="247650" y="1228725"/>
                </a:lnTo>
                <a:lnTo>
                  <a:pt x="247650" y="1200150"/>
                </a:lnTo>
                <a:lnTo>
                  <a:pt x="238125" y="1200150"/>
                </a:lnTo>
                <a:lnTo>
                  <a:pt x="238125" y="1181100"/>
                </a:lnTo>
                <a:lnTo>
                  <a:pt x="228600" y="1181100"/>
                </a:lnTo>
                <a:lnTo>
                  <a:pt x="228600" y="1162050"/>
                </a:lnTo>
                <a:lnTo>
                  <a:pt x="219075" y="1162050"/>
                </a:lnTo>
                <a:lnTo>
                  <a:pt x="219075" y="1133475"/>
                </a:lnTo>
                <a:lnTo>
                  <a:pt x="209550" y="1133475"/>
                </a:lnTo>
                <a:lnTo>
                  <a:pt x="209550" y="1104900"/>
                </a:lnTo>
                <a:lnTo>
                  <a:pt x="200025" y="1104900"/>
                </a:lnTo>
                <a:lnTo>
                  <a:pt x="200025" y="1076325"/>
                </a:lnTo>
                <a:lnTo>
                  <a:pt x="190500" y="1076325"/>
                </a:lnTo>
                <a:lnTo>
                  <a:pt x="190500" y="1038225"/>
                </a:lnTo>
                <a:lnTo>
                  <a:pt x="180975" y="1038225"/>
                </a:lnTo>
                <a:lnTo>
                  <a:pt x="180975" y="1000125"/>
                </a:lnTo>
                <a:lnTo>
                  <a:pt x="171450" y="1000125"/>
                </a:lnTo>
                <a:lnTo>
                  <a:pt x="161925" y="895350"/>
                </a:lnTo>
                <a:lnTo>
                  <a:pt x="152400" y="895350"/>
                </a:lnTo>
                <a:lnTo>
                  <a:pt x="152400" y="676275"/>
                </a:lnTo>
                <a:lnTo>
                  <a:pt x="152400" y="590550"/>
                </a:lnTo>
                <a:lnTo>
                  <a:pt x="161925" y="590550"/>
                </a:lnTo>
                <a:lnTo>
                  <a:pt x="161925" y="523875"/>
                </a:lnTo>
                <a:lnTo>
                  <a:pt x="171450" y="523875"/>
                </a:lnTo>
                <a:lnTo>
                  <a:pt x="171450" y="485775"/>
                </a:lnTo>
                <a:lnTo>
                  <a:pt x="180975" y="485775"/>
                </a:lnTo>
                <a:lnTo>
                  <a:pt x="190500" y="409575"/>
                </a:lnTo>
                <a:lnTo>
                  <a:pt x="152400" y="409575"/>
                </a:lnTo>
                <a:lnTo>
                  <a:pt x="152400" y="400050"/>
                </a:lnTo>
                <a:lnTo>
                  <a:pt x="123825" y="400050"/>
                </a:lnTo>
                <a:lnTo>
                  <a:pt x="123825" y="390525"/>
                </a:lnTo>
                <a:lnTo>
                  <a:pt x="76200" y="390525"/>
                </a:lnTo>
                <a:lnTo>
                  <a:pt x="76200" y="381000"/>
                </a:lnTo>
                <a:lnTo>
                  <a:pt x="57150" y="381000"/>
                </a:lnTo>
                <a:lnTo>
                  <a:pt x="57150" y="371475"/>
                </a:lnTo>
                <a:lnTo>
                  <a:pt x="66675" y="371475"/>
                </a:lnTo>
                <a:lnTo>
                  <a:pt x="66675" y="361950"/>
                </a:lnTo>
                <a:lnTo>
                  <a:pt x="76200" y="361950"/>
                </a:lnTo>
                <a:lnTo>
                  <a:pt x="76200" y="352425"/>
                </a:lnTo>
                <a:lnTo>
                  <a:pt x="133350" y="304800"/>
                </a:lnTo>
                <a:lnTo>
                  <a:pt x="133350" y="285750"/>
                </a:lnTo>
                <a:lnTo>
                  <a:pt x="142875" y="285750"/>
                </a:lnTo>
                <a:lnTo>
                  <a:pt x="142875" y="276225"/>
                </a:lnTo>
                <a:lnTo>
                  <a:pt x="152400" y="276225"/>
                </a:lnTo>
                <a:lnTo>
                  <a:pt x="152400" y="266700"/>
                </a:lnTo>
                <a:lnTo>
                  <a:pt x="161925" y="266700"/>
                </a:lnTo>
                <a:lnTo>
                  <a:pt x="161925" y="257175"/>
                </a:lnTo>
                <a:lnTo>
                  <a:pt x="171450" y="257175"/>
                </a:lnTo>
                <a:lnTo>
                  <a:pt x="171450" y="247650"/>
                </a:lnTo>
                <a:lnTo>
                  <a:pt x="180975" y="247650"/>
                </a:lnTo>
                <a:lnTo>
                  <a:pt x="180975" y="238125"/>
                </a:lnTo>
                <a:lnTo>
                  <a:pt x="190500" y="238125"/>
                </a:lnTo>
                <a:lnTo>
                  <a:pt x="190500" y="228600"/>
                </a:lnTo>
                <a:lnTo>
                  <a:pt x="200025" y="228600"/>
                </a:lnTo>
                <a:lnTo>
                  <a:pt x="200025" y="219075"/>
                </a:lnTo>
                <a:lnTo>
                  <a:pt x="209550" y="219075"/>
                </a:lnTo>
                <a:lnTo>
                  <a:pt x="209550" y="209550"/>
                </a:lnTo>
                <a:lnTo>
                  <a:pt x="219075" y="209550"/>
                </a:lnTo>
                <a:lnTo>
                  <a:pt x="219075" y="200025"/>
                </a:lnTo>
                <a:lnTo>
                  <a:pt x="228600" y="200025"/>
                </a:lnTo>
                <a:lnTo>
                  <a:pt x="228600" y="190500"/>
                </a:lnTo>
                <a:lnTo>
                  <a:pt x="238125" y="190500"/>
                </a:lnTo>
                <a:lnTo>
                  <a:pt x="238125" y="180975"/>
                </a:lnTo>
                <a:lnTo>
                  <a:pt x="247650" y="180975"/>
                </a:lnTo>
                <a:lnTo>
                  <a:pt x="247650" y="171450"/>
                </a:lnTo>
                <a:lnTo>
                  <a:pt x="257175" y="171450"/>
                </a:lnTo>
                <a:lnTo>
                  <a:pt x="257175" y="161925"/>
                </a:lnTo>
                <a:lnTo>
                  <a:pt x="266700" y="161925"/>
                </a:lnTo>
                <a:lnTo>
                  <a:pt x="266700" y="152400"/>
                </a:lnTo>
                <a:lnTo>
                  <a:pt x="276225" y="152400"/>
                </a:lnTo>
                <a:lnTo>
                  <a:pt x="276225" y="142875"/>
                </a:lnTo>
                <a:lnTo>
                  <a:pt x="285750" y="142875"/>
                </a:lnTo>
                <a:lnTo>
                  <a:pt x="285750" y="133350"/>
                </a:lnTo>
                <a:lnTo>
                  <a:pt x="295275" y="133350"/>
                </a:lnTo>
                <a:lnTo>
                  <a:pt x="295275" y="123825"/>
                </a:lnTo>
                <a:lnTo>
                  <a:pt x="304800" y="123825"/>
                </a:lnTo>
                <a:lnTo>
                  <a:pt x="304800" y="114300"/>
                </a:lnTo>
                <a:lnTo>
                  <a:pt x="314325" y="114300"/>
                </a:lnTo>
                <a:lnTo>
                  <a:pt x="361950" y="57150"/>
                </a:lnTo>
                <a:lnTo>
                  <a:pt x="381000" y="66675"/>
                </a:lnTo>
                <a:lnTo>
                  <a:pt x="381000" y="114300"/>
                </a:lnTo>
                <a:lnTo>
                  <a:pt x="390525" y="114300"/>
                </a:lnTo>
                <a:lnTo>
                  <a:pt x="390525" y="152400"/>
                </a:lnTo>
                <a:lnTo>
                  <a:pt x="400050" y="152400"/>
                </a:lnTo>
                <a:lnTo>
                  <a:pt x="400050" y="200025"/>
                </a:lnTo>
                <a:lnTo>
                  <a:pt x="409575" y="200025"/>
                </a:lnTo>
                <a:lnTo>
                  <a:pt x="409575" y="238125"/>
                </a:lnTo>
                <a:lnTo>
                  <a:pt x="419100" y="238125"/>
                </a:lnTo>
                <a:lnTo>
                  <a:pt x="419100" y="285750"/>
                </a:lnTo>
                <a:lnTo>
                  <a:pt x="428625" y="285750"/>
                </a:lnTo>
                <a:lnTo>
                  <a:pt x="428625" y="323850"/>
                </a:lnTo>
                <a:lnTo>
                  <a:pt x="438150" y="323850"/>
                </a:lnTo>
                <a:lnTo>
                  <a:pt x="438150" y="371475"/>
                </a:lnTo>
                <a:lnTo>
                  <a:pt x="447675" y="371475"/>
                </a:lnTo>
                <a:lnTo>
                  <a:pt x="447675" y="419100"/>
                </a:lnTo>
                <a:lnTo>
                  <a:pt x="457200" y="419100"/>
                </a:lnTo>
                <a:lnTo>
                  <a:pt x="457200" y="466725"/>
                </a:lnTo>
                <a:lnTo>
                  <a:pt x="466725" y="466725"/>
                </a:lnTo>
                <a:lnTo>
                  <a:pt x="466725" y="485775"/>
                </a:lnTo>
                <a:lnTo>
                  <a:pt x="400050" y="476250"/>
                </a:lnTo>
                <a:lnTo>
                  <a:pt x="400050" y="466725"/>
                </a:lnTo>
                <a:lnTo>
                  <a:pt x="361950" y="466725"/>
                </a:lnTo>
                <a:lnTo>
                  <a:pt x="361950" y="457200"/>
                </a:lnTo>
                <a:lnTo>
                  <a:pt x="323850" y="457200"/>
                </a:lnTo>
                <a:lnTo>
                  <a:pt x="323850" y="504825"/>
                </a:lnTo>
                <a:lnTo>
                  <a:pt x="314325" y="504825"/>
                </a:lnTo>
                <a:lnTo>
                  <a:pt x="314325" y="552450"/>
                </a:lnTo>
                <a:lnTo>
                  <a:pt x="304800" y="552450"/>
                </a:lnTo>
                <a:lnTo>
                  <a:pt x="304800" y="609600"/>
                </a:lnTo>
                <a:lnTo>
                  <a:pt x="295275" y="609600"/>
                </a:lnTo>
                <a:lnTo>
                  <a:pt x="295275" y="876300"/>
                </a:lnTo>
                <a:lnTo>
                  <a:pt x="304800" y="876300"/>
                </a:lnTo>
                <a:lnTo>
                  <a:pt x="314325" y="981075"/>
                </a:lnTo>
                <a:lnTo>
                  <a:pt x="323850" y="981075"/>
                </a:lnTo>
                <a:lnTo>
                  <a:pt x="323850" y="1019175"/>
                </a:lnTo>
                <a:lnTo>
                  <a:pt x="333375" y="1019175"/>
                </a:lnTo>
                <a:lnTo>
                  <a:pt x="333375" y="1047750"/>
                </a:lnTo>
                <a:lnTo>
                  <a:pt x="342900" y="1047750"/>
                </a:lnTo>
                <a:lnTo>
                  <a:pt x="342900" y="1076325"/>
                </a:lnTo>
                <a:lnTo>
                  <a:pt x="352425" y="1076325"/>
                </a:lnTo>
                <a:lnTo>
                  <a:pt x="361950" y="1133475"/>
                </a:lnTo>
                <a:lnTo>
                  <a:pt x="371475" y="1133475"/>
                </a:lnTo>
                <a:lnTo>
                  <a:pt x="371475" y="1152525"/>
                </a:lnTo>
                <a:lnTo>
                  <a:pt x="381000" y="1152525"/>
                </a:lnTo>
                <a:lnTo>
                  <a:pt x="381000" y="1171575"/>
                </a:lnTo>
                <a:lnTo>
                  <a:pt x="390525" y="1171575"/>
                </a:lnTo>
                <a:lnTo>
                  <a:pt x="390525" y="1200150"/>
                </a:lnTo>
                <a:lnTo>
                  <a:pt x="400050" y="1200150"/>
                </a:lnTo>
                <a:lnTo>
                  <a:pt x="400050" y="1219200"/>
                </a:lnTo>
                <a:lnTo>
                  <a:pt x="409575" y="1219200"/>
                </a:lnTo>
                <a:lnTo>
                  <a:pt x="428625" y="1276350"/>
                </a:lnTo>
                <a:lnTo>
                  <a:pt x="447675" y="1285875"/>
                </a:lnTo>
                <a:lnTo>
                  <a:pt x="447675" y="1304925"/>
                </a:lnTo>
                <a:lnTo>
                  <a:pt x="457200" y="1304925"/>
                </a:lnTo>
                <a:lnTo>
                  <a:pt x="457200" y="1323975"/>
                </a:lnTo>
                <a:lnTo>
                  <a:pt x="466725" y="1323975"/>
                </a:lnTo>
                <a:lnTo>
                  <a:pt x="476250" y="1343025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365B4-FED3-498B-A104-0E4B35C5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475" y="2847975"/>
            <a:ext cx="238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76885-3BD0-4146-860C-E9191AEC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26860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Soldier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F26E19-19FE-4A18-878F-121C81C8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2075" y="25146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Sense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88607C-26EB-4AE9-8017-D6F5E25C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27241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Analyze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C344BA-E8F6-4F6C-8E67-2EEF890C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59531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Synthesize in field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536D36-0529-474D-82B6-31C9806D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595312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Deliver + reassess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6D6B31-0270-42B0-8FCD-43E336C6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3390900"/>
            <a:ext cx="400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5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On-the-fly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926FC1-EC7B-49D6-A057-F9560A82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875" y="38004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70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bespoke synthesis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7EE987-A8B1-4BF5-9274-FC5B84E9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64674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</p:spTree>
    <p:extLst>
      <p:ext uri="{BB962C8B-B14F-4D97-AF65-F5344CB8AC3E}">
        <p14:creationId xmlns:p14="http://schemas.microsoft.com/office/powerpoint/2010/main" val="13201213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99FAB92-DE46-4516-9B83-CFB4E200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000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From protein to binder candidates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6B29F-4D6A-4C5E-9076-A590E4CE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11334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Generate → screen → validate → deliver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F5019-F300-4A0E-BB2E-8838DEE6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875" y="2686050"/>
            <a:ext cx="6381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5B425-0C81-497F-86FB-AD4F7789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4775" y="2686050"/>
            <a:ext cx="6381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BA991-F56A-433F-884A-8CF5DF54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1675" y="2686050"/>
            <a:ext cx="6381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F545F-6117-4E34-A0C4-B3C805D6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575" y="2686050"/>
            <a:ext cx="6381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A320C-9BA5-4003-BCBC-A6ABF17C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2686050"/>
            <a:ext cx="6381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68D98-BB00-489D-9E2B-35A4DF1B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2209800"/>
            <a:ext cx="685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32D3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28CF5-42EC-43CE-864F-2285F0F9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230505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>
                <a:solidFill>
                  <a:srgbClr val="14AAA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4AAA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AAA5"/>
                </a:solidFill>
                <a:latin typeface="Arial"/>
                <a:ea typeface="Arial"/>
                <a:cs typeface="Arial"/>
              </a:rPr>
              <a:t>{ 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6EAD0-67DA-4DFF-BBEE-1FA36326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3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3B528-2E5C-45F3-BBA4-CA6F0FE8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29337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3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E0AA0-F5CD-4B6F-8277-1CAB0642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30480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3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B47AF-47EC-4219-AFB5-65FBA215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66637">
            <a:off x="2744533" y="2571750"/>
            <a:ext cx="4069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C3D58-27EE-45ED-B65C-7A05E5BD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41241">
            <a:off x="2898395" y="2581275"/>
            <a:ext cx="4516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69455-8865-41B1-8171-3E987A91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69676">
            <a:off x="3095574" y="2576513"/>
            <a:ext cx="447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6C9EE-C95E-4A50-ACAD-E1A7F8BF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62251">
            <a:off x="3270674" y="2586038"/>
            <a:ext cx="4690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9A9F02-2586-4840-984C-FBE3D468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34941">
            <a:off x="3502269" y="2652713"/>
            <a:ext cx="3201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6D890-E5D5-4A64-B211-FE0E8405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BBE03-C3F9-410C-B8D4-F0D02847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325" y="2343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D3A89F-DCB0-4C5F-887B-F7F96A44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087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9BFB18-A71B-4D5B-B9EC-6D96FC52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2333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E67D34-472D-441A-AFE8-45A0E29B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C0DCA0-DC66-4C0A-8B33-9EF0E901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6175" y="2466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61792-0714-4D92-8B3F-B2D5E28B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30480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4F72DF-6EA4-4CD8-A715-DC709EB5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30480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C7DC1E-4627-488F-9EB5-72A80373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30480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371F29-E5A3-4419-8346-1E260FF3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30480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260375-8A5F-4EAD-9B4D-4D24F2A0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0480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7F1D10-EE78-4721-959A-A17A1891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31242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BAE6F3-E41D-4A62-96B0-4E4E26E8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31242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366B56-A3F6-45F1-99B0-B116240E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31242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4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D7AC88-5C5B-452E-BC08-17D503EE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31242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41D0E2-E35A-4D7C-BA61-143C9489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1242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6B2364-2234-4321-A032-45B691BA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32004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3077F7-9833-4CEB-A6D0-8F073907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32004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EDC71D-C41A-4647-B851-EA531106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32004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CCB609-0B2E-4AE6-ACB8-73713E6E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32004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4381E0-8332-4C06-B5D3-0FFE963D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2004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612B34-821E-4DEA-B10A-2F4F7F9C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66637">
            <a:off x="4765746" y="2360676"/>
            <a:ext cx="2929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88C714-4424-4D4D-ABB0-C16FEB10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41241">
            <a:off x="4876527" y="2367534"/>
            <a:ext cx="3251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A58CCB-6ACB-4778-B628-AC4D402A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69676">
            <a:off x="5018496" y="2364105"/>
            <a:ext cx="32239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5312D5-624F-45B9-B08F-6D5B8FD7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62251">
            <a:off x="5144567" y="2370963"/>
            <a:ext cx="3377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1782F2-F925-4190-A7FD-A43D200B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34941">
            <a:off x="5311316" y="2418969"/>
            <a:ext cx="2305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FE783D-79A4-4389-8438-C39D6A3C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2698" y="245973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60DC07-22A1-4FBD-B724-F7EAF2D5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5568" y="218541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25A87C-5942-4940-B9CC-F75DC099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444" y="247345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9A4D65-325A-488C-BC02-555FB7CA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6746" y="217855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2E9D35-BB3C-4361-B7AF-7AD7C65E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3906" y="24871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D6E05E-4F95-417A-8109-6D0927BF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3060" y="22745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6A351D-4C29-4B0A-816A-C3A58A6F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66637">
            <a:off x="4611308" y="2839784"/>
            <a:ext cx="2522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39BBA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C796A2-59FA-46CE-94B3-E5D18311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41241">
            <a:off x="4706702" y="2845689"/>
            <a:ext cx="2799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39BB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9107E9-12CD-4998-BECA-263687EB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69676">
            <a:off x="4828953" y="2842736"/>
            <a:ext cx="2776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39BBA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6001B69-7FD8-494E-9A19-B24A1C64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62251">
            <a:off x="4937515" y="2848642"/>
            <a:ext cx="2908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39BBA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B15D33-C4F7-4396-B783-F82DFC4F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34941">
            <a:off x="5081104" y="2889980"/>
            <a:ext cx="198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39BBA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810D017-720B-42FA-88C2-6E6C614E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5058" y="291979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9BBA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AF0415A-2453-4D88-A008-690C219F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641" y="268357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9BBA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60C3BE-7D21-4074-96A2-805ACD3F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562" y="293160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9BBA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8160479-4D12-49A5-87FC-8FE36683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5766" y="26776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9BBA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5DE7B0B-617B-492E-A099-02E59CD8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3876" y="294341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9BBA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C1E2969-2C2F-48AB-829C-9F536758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0648" y="276034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9BBA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E23C7EB-E027-47AE-BD05-DFDBB157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66637">
            <a:off x="4992308" y="3116009"/>
            <a:ext cx="2522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A8D4D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0D24E93-86BE-4021-B123-4609F901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41241">
            <a:off x="5087702" y="3121914"/>
            <a:ext cx="2799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A8D4D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A0E2CCB-7B1D-4007-A4DD-84540699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69676">
            <a:off x="5209953" y="3118961"/>
            <a:ext cx="2776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A8D4D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0A6E323-AE7F-402F-8A12-CD8FC4FA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62251">
            <a:off x="5318515" y="3124867"/>
            <a:ext cx="2908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A8D4D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C0E58EC-26C2-428A-926A-FA051343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34941">
            <a:off x="5462104" y="3166205"/>
            <a:ext cx="198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A8D4D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5FA1905-4F8E-4C3F-8D16-55743D51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6058" y="319601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8D4D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99CB1DF-BA01-44D5-A5F0-FBAC8CB6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4641" y="295979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8D4D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364C60E-3F81-4C18-9EC3-B31D01F2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4562" y="320782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8D4D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B3B6EFC-DB32-4E03-B7EF-82CCCD40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6766" y="295389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8D4D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60CFD07-9CC3-4FBD-9625-443C2EF7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4876" y="32196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8D4D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4220795-A31C-43D6-B4A0-22D345AC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1648" y="30365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8D4D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CFBB586-3E7F-4E91-8FA5-C4CBF788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7025" y="24003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C955B5D-C82E-4E00-9E16-93AE9F68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28844">
            <a:off x="7183611" y="2419350"/>
            <a:ext cx="1012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AAA5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7BE225A-114C-43E2-8C18-34DA16F8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286944">
            <a:off x="7225624" y="2376488"/>
            <a:ext cx="19820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AAA5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FEC9918-5829-4470-81AA-FFD6B1FC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7025" y="27051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0E31F95-8E13-4152-9446-96FF6E1B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28844">
            <a:off x="7183611" y="2724150"/>
            <a:ext cx="1012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AAA5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3AC0480-88DA-4174-ACFB-A540B2B7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286944">
            <a:off x="7225624" y="2681288"/>
            <a:ext cx="19820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AAA5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1DEDDDD-22CA-4EE5-B463-293C11FA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7025" y="30099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D221A6C-9629-4EF5-A134-50CFB12E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169337" y="3019425"/>
            <a:ext cx="21552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56A5B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127173E-791B-4773-BF33-5A31A58E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7169337" y="3019425"/>
            <a:ext cx="21552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56A5B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46299F4-BB6C-4BFD-BA8A-DFAA3826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66637">
            <a:off x="8444434" y="2491168"/>
            <a:ext cx="3336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B31F636-BE3F-404F-AAED-70225D15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41241">
            <a:off x="8570601" y="2498979"/>
            <a:ext cx="370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836130C-D6FB-47B9-AD43-CBE3ADD3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69676">
            <a:off x="8732288" y="2495074"/>
            <a:ext cx="3671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9948D6C-4869-42DF-BBA7-5FC9157A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62251">
            <a:off x="8875870" y="2502884"/>
            <a:ext cx="38462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A7283A7-0B70-4E6E-8C71-5CBDE585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34941">
            <a:off x="9065777" y="2557558"/>
            <a:ext cx="2625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E56A79D-8E33-4EB5-B76F-430C3FF5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4588" y="260927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1EF2479-75BE-4DCD-95DC-BE697D8C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1746" y="229685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3E0EF7A-FF15-483F-8FF2-185BAA71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3577" y="262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C801706-F0CF-4635-903F-B7FE27FF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1976" y="228904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4D45AFF-40C6-452E-98B6-E496FF1A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8186" y="264052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CA9D0A9-7721-4138-8B2A-6E142F26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9723" y="239839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DBCCB33-D895-4DD8-A986-F32EBA91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2975" y="2981325"/>
            <a:ext cx="142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F0796EB-BABB-49A6-AB45-54FFD046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2867025"/>
            <a:ext cx="142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82F344E-6A73-4DCE-8F65-D7B02F8E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9225" y="2752725"/>
            <a:ext cx="142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A9DAE9E-5137-41BA-B4B2-AB488C0E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7725" y="3238500"/>
            <a:ext cx="866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3B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694F9BE-B983-4A55-AD5B-E5F120D4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0825" y="2219325"/>
            <a:ext cx="714375" cy="10287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32D3B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8BD03A5-C5D9-49F1-BA0B-B997246B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66637">
            <a:off x="10476669" y="2490216"/>
            <a:ext cx="211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A3C1140-DFDC-4E59-A451-F47E21DC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41241">
            <a:off x="10556678" y="2495169"/>
            <a:ext cx="23483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2B3B526-C5C4-4C42-AA50-BEF8FB0D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69676">
            <a:off x="10659211" y="2492693"/>
            <a:ext cx="2328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E7EEC0C-A3B2-49C8-9D6B-0FECC227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62251">
            <a:off x="10750263" y="2497646"/>
            <a:ext cx="2439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7F4BA91-1EAE-479A-99B8-B04AE7D6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34941">
            <a:off x="10870692" y="2532317"/>
            <a:ext cx="1664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F8874B5-8CDD-495B-A7D5-71A40CCD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7218" y="255117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588E86A-DF5D-4613-BC12-BBBE6A10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1513" y="235305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2FCD73D-3747-4F78-907E-082A11E2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0479" y="256108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7386665-2D1F-4EEE-8A48-3E5B5B65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4586" y="234810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8C897FE-4457-4118-95D8-106DDC01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83646" y="25709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8D8DD09-56C1-42C1-9AC9-69C92287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8035" y="241744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2F8E2D8-1191-42CE-8279-CEECDB41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4650" y="2847975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2D3B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2219A1C-EEC1-434A-94D3-2EC2A41D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4650" y="29527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2D3B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2A8FCAB-C5C5-494C-A499-4440869E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4650" y="305752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2D3B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98C5A6A-47DC-46F3-8BD9-0BDAE759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" y="364807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B93217C-2DB8-4080-BD4B-2BA65D76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143375"/>
            <a:ext cx="1790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JSON / sequence</a:t>
            </a:r>
          </a:p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/ structure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810A862-9E26-4B0C-AE1D-14CF41F9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364807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33BA96B-76F5-476F-BDB5-C89ADDAF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4143375"/>
            <a:ext cx="1790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Construct + MSA</a:t>
            </a:r>
          </a:p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Target structure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D432834-B55F-4E58-9C3A-751F3564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5775" y="364807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D91178E-F03C-480B-9CC2-CBDC5D94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4143375"/>
            <a:ext cx="1790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BoltzGen</a:t>
            </a:r>
          </a:p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Binder candidates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C3C0118-734A-4F08-BE5D-87C3ED0A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2675" y="364807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Screen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E5214F9-2B5C-450E-B6FD-364802C1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4143375"/>
            <a:ext cx="1790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Native filters</a:t>
            </a:r>
          </a:p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+ ESMFold2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C433FA7-5CBE-4CDD-A6D1-C5ADBDC6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64807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3ADF622-429D-4056-A460-EDB8EC42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4143375"/>
            <a:ext cx="1790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Standard Boltz-2</a:t>
            </a:r>
          </a:p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 seeds · no templates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58E3315-AB20-485F-8A6B-B72516A2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6475" y="364807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Deliver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2F733F7-A35C-41E3-A109-DDAFDA3F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4143375"/>
            <a:ext cx="1790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Sequences · structures</a:t>
            </a:r>
          </a:p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Scores · reports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E234B02-1849-494E-A1BD-4DF093A0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52387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5E7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6DFF5E6-6353-40C8-BD1E-097DCF93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9375" y="5600700"/>
            <a:ext cx="381000" cy="3048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14AAA5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EA0D4AA-A902-466A-BC05-023B559F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5657850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AAA5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0CBF1B9-0214-4F30-BDD3-92DB8AFB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5657850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AAA5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85336EA-F801-4326-8751-C639A269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57245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AAA5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3539FA8-1D02-49CA-96F1-B5113BF5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57245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AAA5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A46EFD5-038F-464D-B959-714BED26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5791200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AAA5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CB7ADBD-8AE9-473C-82A6-B7CB2B7D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5791200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AAA5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F0D7FFC-E0A5-452B-B365-D2441436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585787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AAA5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C38B805-5E68-4CDD-8FDE-00BAE064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585787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AAA5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8AA8EC1-4765-4D32-B9B6-5A12C534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0875" y="55435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GPU starts → jobs run → files verified → GPU shuts down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F6F2D68-7A47-4C06-B7CF-253D0256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6276975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 b="1">
                <a:solidFill>
                  <a:srgbClr val="14AAA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4AAA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AAA5"/>
                </a:solidFill>
                <a:latin typeface="Arial"/>
                <a:ea typeface="Arial"/>
                <a:cs typeface="Arial"/>
              </a:rPr>
              <a:t>Computational candidates → experimental testing</a:t>
            </a:r>
          </a:p>
        </p:txBody>
      </p:sp>
    </p:spTree>
    <p:extLst>
      <p:ext uri="{BB962C8B-B14F-4D97-AF65-F5344CB8AC3E}">
        <p14:creationId xmlns:p14="http://schemas.microsoft.com/office/powerpoint/2010/main" val="9692979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2026-10-18T18:47:25.8880000Z</dcterms:created>
  <dcterms:modified xsi:type="dcterms:W3CDTF">2026-10-18T18:47:25.8880000Z</dcterms:modified>
</coreProperties>
</file>